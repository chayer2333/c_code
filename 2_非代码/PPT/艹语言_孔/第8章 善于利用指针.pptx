
<file path=[Content_Types].xml><?xml version="1.0" encoding="utf-8"?>
<Types xmlns="http://schemas.openxmlformats.org/package/2006/content-types">
  <Default Extension="png" ContentType="image/png"/>
  <Default Extension="bin" ContentType="application/vnd.openxmlformats-officedocument.oleObject"/>
  <Default Extension="emf" ContentType="image/x-emf"/>
  <Default Extension="rels" ContentType="application/vnd.openxmlformats-package.relationships+xml"/>
  <Default Extension="xml" ContentType="application/xml"/>
  <Default Extension="wav" ContentType="audio/wav"/>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9" r:id="rId1"/>
  </p:sldMasterIdLst>
  <p:notesMasterIdLst>
    <p:notesMasterId r:id="rId160"/>
  </p:notesMasterIdLst>
  <p:sldIdLst>
    <p:sldId id="1392" r:id="rId2"/>
    <p:sldId id="1393" r:id="rId3"/>
    <p:sldId id="1394" r:id="rId4"/>
    <p:sldId id="1395" r:id="rId5"/>
    <p:sldId id="1396" r:id="rId6"/>
    <p:sldId id="1397" r:id="rId7"/>
    <p:sldId id="1398" r:id="rId8"/>
    <p:sldId id="1399" r:id="rId9"/>
    <p:sldId id="1400" r:id="rId10"/>
    <p:sldId id="1401" r:id="rId11"/>
    <p:sldId id="1402" r:id="rId12"/>
    <p:sldId id="1403" r:id="rId13"/>
    <p:sldId id="1404" r:id="rId14"/>
    <p:sldId id="1405" r:id="rId15"/>
    <p:sldId id="1406" r:id="rId16"/>
    <p:sldId id="1522" r:id="rId17"/>
    <p:sldId id="1523" r:id="rId18"/>
    <p:sldId id="1524" r:id="rId19"/>
    <p:sldId id="1525" r:id="rId20"/>
    <p:sldId id="1526" r:id="rId21"/>
    <p:sldId id="1527" r:id="rId22"/>
    <p:sldId id="1528" r:id="rId23"/>
    <p:sldId id="1529" r:id="rId24"/>
    <p:sldId id="1530" r:id="rId25"/>
    <p:sldId id="1531" r:id="rId26"/>
    <p:sldId id="1532" r:id="rId27"/>
    <p:sldId id="1533" r:id="rId28"/>
    <p:sldId id="1534" r:id="rId29"/>
    <p:sldId id="1535" r:id="rId30"/>
    <p:sldId id="1536" r:id="rId31"/>
    <p:sldId id="1537" r:id="rId32"/>
    <p:sldId id="1538" r:id="rId33"/>
    <p:sldId id="1539" r:id="rId34"/>
    <p:sldId id="1540" r:id="rId35"/>
    <p:sldId id="1541" r:id="rId36"/>
    <p:sldId id="1542" r:id="rId37"/>
    <p:sldId id="1543" r:id="rId38"/>
    <p:sldId id="1544" r:id="rId39"/>
    <p:sldId id="1545" r:id="rId40"/>
    <p:sldId id="1546" r:id="rId41"/>
    <p:sldId id="1547" r:id="rId42"/>
    <p:sldId id="1427" r:id="rId43"/>
    <p:sldId id="1548" r:id="rId44"/>
    <p:sldId id="1549" r:id="rId45"/>
    <p:sldId id="1550" r:id="rId46"/>
    <p:sldId id="1608" r:id="rId47"/>
    <p:sldId id="1551" r:id="rId48"/>
    <p:sldId id="1552" r:id="rId49"/>
    <p:sldId id="1553" r:id="rId50"/>
    <p:sldId id="1554" r:id="rId51"/>
    <p:sldId id="1555" r:id="rId52"/>
    <p:sldId id="1607" r:id="rId53"/>
    <p:sldId id="1556" r:id="rId54"/>
    <p:sldId id="1557" r:id="rId55"/>
    <p:sldId id="1558" r:id="rId56"/>
    <p:sldId id="1559" r:id="rId57"/>
    <p:sldId id="1563" r:id="rId58"/>
    <p:sldId id="1560" r:id="rId59"/>
    <p:sldId id="1561" r:id="rId60"/>
    <p:sldId id="1562" r:id="rId61"/>
    <p:sldId id="1564" r:id="rId62"/>
    <p:sldId id="1565" r:id="rId63"/>
    <p:sldId id="1609" r:id="rId64"/>
    <p:sldId id="1566" r:id="rId65"/>
    <p:sldId id="1567" r:id="rId66"/>
    <p:sldId id="1568" r:id="rId67"/>
    <p:sldId id="1569" r:id="rId68"/>
    <p:sldId id="1570" r:id="rId69"/>
    <p:sldId id="1571" r:id="rId70"/>
    <p:sldId id="1572" r:id="rId71"/>
    <p:sldId id="1573" r:id="rId72"/>
    <p:sldId id="1574" r:id="rId73"/>
    <p:sldId id="1575" r:id="rId74"/>
    <p:sldId id="1576" r:id="rId75"/>
    <p:sldId id="1577" r:id="rId76"/>
    <p:sldId id="1578" r:id="rId77"/>
    <p:sldId id="1579" r:id="rId78"/>
    <p:sldId id="1580" r:id="rId79"/>
    <p:sldId id="1610" r:id="rId80"/>
    <p:sldId id="1611" r:id="rId81"/>
    <p:sldId id="1612" r:id="rId82"/>
    <p:sldId id="1613" r:id="rId83"/>
    <p:sldId id="1614" r:id="rId84"/>
    <p:sldId id="1615" r:id="rId85"/>
    <p:sldId id="1616" r:id="rId86"/>
    <p:sldId id="1617" r:id="rId87"/>
    <p:sldId id="1618" r:id="rId88"/>
    <p:sldId id="1619" r:id="rId89"/>
    <p:sldId id="1620" r:id="rId90"/>
    <p:sldId id="1644" r:id="rId91"/>
    <p:sldId id="1645" r:id="rId92"/>
    <p:sldId id="1646" r:id="rId93"/>
    <p:sldId id="1647" r:id="rId94"/>
    <p:sldId id="1648" r:id="rId95"/>
    <p:sldId id="1621" r:id="rId96"/>
    <p:sldId id="1622" r:id="rId97"/>
    <p:sldId id="1623" r:id="rId98"/>
    <p:sldId id="1624" r:id="rId99"/>
    <p:sldId id="1625" r:id="rId100"/>
    <p:sldId id="1653" r:id="rId101"/>
    <p:sldId id="1652" r:id="rId102"/>
    <p:sldId id="1626" r:id="rId103"/>
    <p:sldId id="1627" r:id="rId104"/>
    <p:sldId id="1628" r:id="rId105"/>
    <p:sldId id="1630" r:id="rId106"/>
    <p:sldId id="1631" r:id="rId107"/>
    <p:sldId id="1632" r:id="rId108"/>
    <p:sldId id="1633" r:id="rId109"/>
    <p:sldId id="1635" r:id="rId110"/>
    <p:sldId id="1636" r:id="rId111"/>
    <p:sldId id="1637" r:id="rId112"/>
    <p:sldId id="1638" r:id="rId113"/>
    <p:sldId id="1639" r:id="rId114"/>
    <p:sldId id="1641" r:id="rId115"/>
    <p:sldId id="1643" r:id="rId116"/>
    <p:sldId id="1481" r:id="rId117"/>
    <p:sldId id="1485" r:id="rId118"/>
    <p:sldId id="1486" r:id="rId119"/>
    <p:sldId id="1487" r:id="rId120"/>
    <p:sldId id="1488" r:id="rId121"/>
    <p:sldId id="1489" r:id="rId122"/>
    <p:sldId id="1490" r:id="rId123"/>
    <p:sldId id="1491" r:id="rId124"/>
    <p:sldId id="1492" r:id="rId125"/>
    <p:sldId id="1493" r:id="rId126"/>
    <p:sldId id="1494" r:id="rId127"/>
    <p:sldId id="1495" r:id="rId128"/>
    <p:sldId id="1496" r:id="rId129"/>
    <p:sldId id="1497" r:id="rId130"/>
    <p:sldId id="1498" r:id="rId131"/>
    <p:sldId id="1499" r:id="rId132"/>
    <p:sldId id="1500" r:id="rId133"/>
    <p:sldId id="1707" r:id="rId134"/>
    <p:sldId id="1708" r:id="rId135"/>
    <p:sldId id="1709" r:id="rId136"/>
    <p:sldId id="1710" r:id="rId137"/>
    <p:sldId id="1711" r:id="rId138"/>
    <p:sldId id="1712" r:id="rId139"/>
    <p:sldId id="1713" r:id="rId140"/>
    <p:sldId id="1714" r:id="rId141"/>
    <p:sldId id="1715" r:id="rId142"/>
    <p:sldId id="1716" r:id="rId143"/>
    <p:sldId id="1717" r:id="rId144"/>
    <p:sldId id="1718" r:id="rId145"/>
    <p:sldId id="1719" r:id="rId146"/>
    <p:sldId id="1721" r:id="rId147"/>
    <p:sldId id="1722" r:id="rId148"/>
    <p:sldId id="1723" r:id="rId149"/>
    <p:sldId id="1724" r:id="rId150"/>
    <p:sldId id="1725" r:id="rId151"/>
    <p:sldId id="1726" r:id="rId152"/>
    <p:sldId id="1727" r:id="rId153"/>
    <p:sldId id="1728" r:id="rId154"/>
    <p:sldId id="1729" r:id="rId155"/>
    <p:sldId id="1730" r:id="rId156"/>
    <p:sldId id="1731" r:id="rId157"/>
    <p:sldId id="1732" r:id="rId158"/>
    <p:sldId id="1733" r:id="rId159"/>
  </p:sldIdLst>
  <p:sldSz cx="9144000" cy="6858000" type="screen4x3"/>
  <p:notesSz cx="6858000" cy="9144000"/>
  <p:defaultTextStyle>
    <a:defPPr>
      <a:defRPr lang="zh-CN"/>
    </a:defPPr>
    <a:lvl1pPr algn="l" rtl="0" fontAlgn="base">
      <a:spcBef>
        <a:spcPct val="0"/>
      </a:spcBef>
      <a:spcAft>
        <a:spcPct val="0"/>
      </a:spcAft>
      <a:defRPr sz="2400" kern="1200">
        <a:solidFill>
          <a:schemeClr val="tx1"/>
        </a:solidFill>
        <a:latin typeface="Arial" charset="0"/>
        <a:ea typeface="宋体" charset="-122"/>
        <a:cs typeface="+mn-cs"/>
      </a:defRPr>
    </a:lvl1pPr>
    <a:lvl2pPr marL="457200" algn="l" rtl="0" fontAlgn="base">
      <a:spcBef>
        <a:spcPct val="0"/>
      </a:spcBef>
      <a:spcAft>
        <a:spcPct val="0"/>
      </a:spcAft>
      <a:defRPr sz="2400" kern="1200">
        <a:solidFill>
          <a:schemeClr val="tx1"/>
        </a:solidFill>
        <a:latin typeface="Arial" charset="0"/>
        <a:ea typeface="宋体" charset="-122"/>
        <a:cs typeface="+mn-cs"/>
      </a:defRPr>
    </a:lvl2pPr>
    <a:lvl3pPr marL="914400" algn="l" rtl="0" fontAlgn="base">
      <a:spcBef>
        <a:spcPct val="0"/>
      </a:spcBef>
      <a:spcAft>
        <a:spcPct val="0"/>
      </a:spcAft>
      <a:defRPr sz="2400" kern="1200">
        <a:solidFill>
          <a:schemeClr val="tx1"/>
        </a:solidFill>
        <a:latin typeface="Arial" charset="0"/>
        <a:ea typeface="宋体" charset="-122"/>
        <a:cs typeface="+mn-cs"/>
      </a:defRPr>
    </a:lvl3pPr>
    <a:lvl4pPr marL="1371600" algn="l" rtl="0" fontAlgn="base">
      <a:spcBef>
        <a:spcPct val="0"/>
      </a:spcBef>
      <a:spcAft>
        <a:spcPct val="0"/>
      </a:spcAft>
      <a:defRPr sz="2400" kern="1200">
        <a:solidFill>
          <a:schemeClr val="tx1"/>
        </a:solidFill>
        <a:latin typeface="Arial" charset="0"/>
        <a:ea typeface="宋体" charset="-122"/>
        <a:cs typeface="+mn-cs"/>
      </a:defRPr>
    </a:lvl4pPr>
    <a:lvl5pPr marL="1828800" algn="l" rtl="0" fontAlgn="base">
      <a:spcBef>
        <a:spcPct val="0"/>
      </a:spcBef>
      <a:spcAft>
        <a:spcPct val="0"/>
      </a:spcAft>
      <a:defRPr sz="2400" kern="1200">
        <a:solidFill>
          <a:schemeClr val="tx1"/>
        </a:solidFill>
        <a:latin typeface="Arial" charset="0"/>
        <a:ea typeface="宋体" charset="-122"/>
        <a:cs typeface="+mn-cs"/>
      </a:defRPr>
    </a:lvl5pPr>
    <a:lvl6pPr marL="2286000" algn="l" defTabSz="914400" rtl="0" eaLnBrk="1" latinLnBrk="0" hangingPunct="1">
      <a:defRPr sz="2400" kern="1200">
        <a:solidFill>
          <a:schemeClr val="tx1"/>
        </a:solidFill>
        <a:latin typeface="Arial" charset="0"/>
        <a:ea typeface="宋体" charset="-122"/>
        <a:cs typeface="+mn-cs"/>
      </a:defRPr>
    </a:lvl6pPr>
    <a:lvl7pPr marL="2743200" algn="l" defTabSz="914400" rtl="0" eaLnBrk="1" latinLnBrk="0" hangingPunct="1">
      <a:defRPr sz="2400" kern="1200">
        <a:solidFill>
          <a:schemeClr val="tx1"/>
        </a:solidFill>
        <a:latin typeface="Arial" charset="0"/>
        <a:ea typeface="宋体" charset="-122"/>
        <a:cs typeface="+mn-cs"/>
      </a:defRPr>
    </a:lvl7pPr>
    <a:lvl8pPr marL="3200400" algn="l" defTabSz="914400" rtl="0" eaLnBrk="1" latinLnBrk="0" hangingPunct="1">
      <a:defRPr sz="2400" kern="1200">
        <a:solidFill>
          <a:schemeClr val="tx1"/>
        </a:solidFill>
        <a:latin typeface="Arial" charset="0"/>
        <a:ea typeface="宋体" charset="-122"/>
        <a:cs typeface="+mn-cs"/>
      </a:defRPr>
    </a:lvl8pPr>
    <a:lvl9pPr marL="3657600" algn="l" defTabSz="914400" rtl="0" eaLnBrk="1" latinLnBrk="0" hangingPunct="1">
      <a:defRPr sz="2400" kern="1200">
        <a:solidFill>
          <a:schemeClr val="tx1"/>
        </a:solidFill>
        <a:latin typeface="Arial" charset="0"/>
        <a:ea typeface="宋体"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0099CC"/>
    <a:srgbClr val="FF0000"/>
    <a:srgbClr val="FF6600"/>
    <a:srgbClr val="FF99FF"/>
    <a:srgbClr val="00FFFF"/>
    <a:srgbClr val="00CCFF"/>
    <a:srgbClr val="FFFF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中度样式 2 - 强调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3B4B98B0-60AC-42C2-AFA5-B58CD77FA1E5}" styleName="浅色样式 1 - 强调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735" autoAdjust="0"/>
    <p:restoredTop sz="99079" autoAdjust="0"/>
  </p:normalViewPr>
  <p:slideViewPr>
    <p:cSldViewPr>
      <p:cViewPr varScale="1">
        <p:scale>
          <a:sx n="89" d="100"/>
          <a:sy n="89" d="100"/>
        </p:scale>
        <p:origin x="1483" y="53"/>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notesMaster" Target="notesMasters/notesMaster1.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6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slide" Target="slides/slide155.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viewProps" Target="viewProp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theme" Target="theme/theme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C5D14C1-C564-4972-A14C-3170D25CA170}"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zh-CN" altLang="en-US"/>
        </a:p>
      </dgm:t>
    </dgm:pt>
    <dgm:pt modelId="{D0CDF970-A9A2-433F-B8B2-330282C1D0B8}">
      <dgm:prSet custT="1">
        <dgm:style>
          <a:lnRef idx="1">
            <a:schemeClr val="accent5"/>
          </a:lnRef>
          <a:fillRef idx="2">
            <a:schemeClr val="accent5"/>
          </a:fillRef>
          <a:effectRef idx="1">
            <a:schemeClr val="accent5"/>
          </a:effectRef>
          <a:fontRef idx="minor">
            <a:schemeClr val="dk1"/>
          </a:fontRef>
        </dgm:style>
      </dgm:prSet>
      <dgm:spPr/>
      <dgm:t>
        <a:bodyPr/>
        <a:lstStyle/>
        <a:p>
          <a:pPr rtl="0"/>
          <a:r>
            <a:rPr lang="en-US" altLang="en-US" sz="2800" b="1" dirty="0" smtClean="0">
              <a:latin typeface="黑体" pitchFamily="2" charset="-122"/>
              <a:ea typeface="黑体" pitchFamily="2" charset="-122"/>
            </a:rPr>
            <a:t>※</a:t>
          </a:r>
          <a:r>
            <a:rPr lang="zh-CN" altLang="en-US" sz="2800" b="1" dirty="0" smtClean="0">
              <a:latin typeface="黑体" pitchFamily="2" charset="-122"/>
              <a:ea typeface="黑体" pitchFamily="2" charset="-122"/>
            </a:rPr>
            <a:t>有效的表示复杂的数据结构</a:t>
          </a:r>
          <a:endParaRPr lang="zh-CN" altLang="en-US" sz="2800" b="1" dirty="0">
            <a:latin typeface="黑体" pitchFamily="2" charset="-122"/>
            <a:ea typeface="黑体" pitchFamily="2" charset="-122"/>
          </a:endParaRPr>
        </a:p>
      </dgm:t>
    </dgm:pt>
    <dgm:pt modelId="{5F7B2BC1-8021-487D-B440-6BE9D7DD1B39}" type="parTrans" cxnId="{9C693844-A31C-4F7A-A3E8-6D0E98C71D6A}">
      <dgm:prSet/>
      <dgm:spPr/>
      <dgm:t>
        <a:bodyPr/>
        <a:lstStyle/>
        <a:p>
          <a:endParaRPr lang="zh-CN" altLang="en-US" sz="2800">
            <a:latin typeface="黑体" pitchFamily="2" charset="-122"/>
            <a:ea typeface="黑体" pitchFamily="2" charset="-122"/>
          </a:endParaRPr>
        </a:p>
      </dgm:t>
    </dgm:pt>
    <dgm:pt modelId="{37A94D6F-BEC3-42EB-BD79-FB2A53210119}" type="sibTrans" cxnId="{9C693844-A31C-4F7A-A3E8-6D0E98C71D6A}">
      <dgm:prSet/>
      <dgm:spPr/>
      <dgm:t>
        <a:bodyPr/>
        <a:lstStyle/>
        <a:p>
          <a:endParaRPr lang="zh-CN" altLang="en-US" sz="2800">
            <a:latin typeface="黑体" pitchFamily="2" charset="-122"/>
            <a:ea typeface="黑体" pitchFamily="2" charset="-122"/>
          </a:endParaRPr>
        </a:p>
      </dgm:t>
    </dgm:pt>
    <dgm:pt modelId="{6B1FC331-4500-47CD-86B8-7D8545BA4FE5}">
      <dgm:prSet custT="1"/>
      <dgm:spPr>
        <a:solidFill>
          <a:srgbClr val="339933"/>
        </a:solidFill>
      </dgm:spPr>
      <dgm:t>
        <a:bodyPr/>
        <a:lstStyle/>
        <a:p>
          <a:pPr rtl="0"/>
          <a:r>
            <a:rPr lang="en-US" altLang="en-US" sz="2800" b="1" dirty="0" smtClean="0">
              <a:solidFill>
                <a:srgbClr val="FF0000"/>
              </a:solidFill>
              <a:latin typeface="黑体" pitchFamily="2" charset="-122"/>
              <a:ea typeface="黑体" pitchFamily="2" charset="-122"/>
            </a:rPr>
            <a:t>※</a:t>
          </a:r>
          <a:r>
            <a:rPr lang="zh-CN" altLang="en-US" sz="2800" b="1" dirty="0" smtClean="0">
              <a:solidFill>
                <a:srgbClr val="FF0000"/>
              </a:solidFill>
              <a:latin typeface="黑体" pitchFamily="2" charset="-122"/>
              <a:ea typeface="黑体" pitchFamily="2" charset="-122"/>
            </a:rPr>
            <a:t>能动态分配内存</a:t>
          </a:r>
          <a:endParaRPr lang="zh-CN" altLang="en-US" sz="2800" b="1" dirty="0">
            <a:solidFill>
              <a:srgbClr val="FF0000"/>
            </a:solidFill>
            <a:latin typeface="黑体" pitchFamily="2" charset="-122"/>
            <a:ea typeface="黑体" pitchFamily="2" charset="-122"/>
          </a:endParaRPr>
        </a:p>
      </dgm:t>
    </dgm:pt>
    <dgm:pt modelId="{14BD3F8C-A6A3-4820-9B49-2A24ECCB87BC}" type="parTrans" cxnId="{82F054D3-AF26-4C5B-BB60-03F6ECC22436}">
      <dgm:prSet/>
      <dgm:spPr/>
      <dgm:t>
        <a:bodyPr/>
        <a:lstStyle/>
        <a:p>
          <a:endParaRPr lang="zh-CN" altLang="en-US" sz="2800">
            <a:latin typeface="黑体" pitchFamily="2" charset="-122"/>
            <a:ea typeface="黑体" pitchFamily="2" charset="-122"/>
          </a:endParaRPr>
        </a:p>
      </dgm:t>
    </dgm:pt>
    <dgm:pt modelId="{D57BD81B-6019-42B3-9B27-7856D5912AA7}" type="sibTrans" cxnId="{82F054D3-AF26-4C5B-BB60-03F6ECC22436}">
      <dgm:prSet/>
      <dgm:spPr/>
      <dgm:t>
        <a:bodyPr/>
        <a:lstStyle/>
        <a:p>
          <a:endParaRPr lang="zh-CN" altLang="en-US" sz="2800">
            <a:latin typeface="黑体" pitchFamily="2" charset="-122"/>
            <a:ea typeface="黑体" pitchFamily="2" charset="-122"/>
          </a:endParaRPr>
        </a:p>
      </dgm:t>
    </dgm:pt>
    <dgm:pt modelId="{514829CA-83F1-4AD8-82F8-394A302627FB}">
      <dgm:prSet custT="1"/>
      <dgm:spPr>
        <a:solidFill>
          <a:srgbClr val="00B0F0"/>
        </a:solidFill>
      </dgm:spPr>
      <dgm:t>
        <a:bodyPr/>
        <a:lstStyle/>
        <a:p>
          <a:pPr rtl="0"/>
          <a:r>
            <a:rPr lang="en-US" altLang="en-US" sz="2800" dirty="0" smtClean="0">
              <a:latin typeface="黑体" pitchFamily="2" charset="-122"/>
              <a:ea typeface="黑体" pitchFamily="2" charset="-122"/>
            </a:rPr>
            <a:t>※</a:t>
          </a:r>
          <a:r>
            <a:rPr lang="zh-CN" altLang="en-US" sz="2800" b="1" dirty="0" smtClean="0">
              <a:solidFill>
                <a:srgbClr val="FFC000"/>
              </a:solidFill>
              <a:latin typeface="黑体" pitchFamily="2" charset="-122"/>
              <a:ea typeface="黑体" pitchFamily="2" charset="-122"/>
            </a:rPr>
            <a:t>方便的使用字符串</a:t>
          </a:r>
          <a:endParaRPr lang="zh-CN" altLang="en-US" sz="2800" b="1" dirty="0">
            <a:solidFill>
              <a:srgbClr val="FFC000"/>
            </a:solidFill>
            <a:latin typeface="黑体" pitchFamily="2" charset="-122"/>
            <a:ea typeface="黑体" pitchFamily="2" charset="-122"/>
          </a:endParaRPr>
        </a:p>
      </dgm:t>
    </dgm:pt>
    <dgm:pt modelId="{0E3CE173-19F7-4011-8C94-DDA520CAA809}" type="parTrans" cxnId="{40F6E138-9829-4F40-B1A9-47B41C0B7AB6}">
      <dgm:prSet/>
      <dgm:spPr/>
      <dgm:t>
        <a:bodyPr/>
        <a:lstStyle/>
        <a:p>
          <a:endParaRPr lang="zh-CN" altLang="en-US" sz="2800">
            <a:latin typeface="黑体" pitchFamily="2" charset="-122"/>
            <a:ea typeface="黑体" pitchFamily="2" charset="-122"/>
          </a:endParaRPr>
        </a:p>
      </dgm:t>
    </dgm:pt>
    <dgm:pt modelId="{B77857D8-CC7F-47BD-80B1-C9AA94C4C0E7}" type="sibTrans" cxnId="{40F6E138-9829-4F40-B1A9-47B41C0B7AB6}">
      <dgm:prSet/>
      <dgm:spPr/>
      <dgm:t>
        <a:bodyPr/>
        <a:lstStyle/>
        <a:p>
          <a:endParaRPr lang="zh-CN" altLang="en-US" sz="2800">
            <a:latin typeface="黑体" pitchFamily="2" charset="-122"/>
            <a:ea typeface="黑体" pitchFamily="2" charset="-122"/>
          </a:endParaRPr>
        </a:p>
      </dgm:t>
    </dgm:pt>
    <dgm:pt modelId="{3FE4F5CD-A045-44E5-92F6-8ADEECCAFBAD}">
      <dgm:prSet custT="1"/>
      <dgm:spPr>
        <a:solidFill>
          <a:schemeClr val="accent6">
            <a:lumMod val="75000"/>
          </a:schemeClr>
        </a:solidFill>
      </dgm:spPr>
      <dgm:t>
        <a:bodyPr/>
        <a:lstStyle/>
        <a:p>
          <a:pPr rtl="0"/>
          <a:r>
            <a:rPr lang="en-US" altLang="en-US" sz="2800" b="1" dirty="0" smtClean="0">
              <a:latin typeface="黑体" pitchFamily="2" charset="-122"/>
              <a:ea typeface="黑体" pitchFamily="2" charset="-122"/>
            </a:rPr>
            <a:t>※</a:t>
          </a:r>
          <a:r>
            <a:rPr lang="zh-CN" altLang="en-US" sz="2800" b="1" dirty="0" smtClean="0">
              <a:solidFill>
                <a:srgbClr val="00B0F0"/>
              </a:solidFill>
              <a:latin typeface="黑体" pitchFamily="2" charset="-122"/>
              <a:ea typeface="黑体" pitchFamily="2" charset="-122"/>
            </a:rPr>
            <a:t>直接处理内存地址</a:t>
          </a:r>
          <a:endParaRPr lang="zh-CN" altLang="en-US" sz="2800" b="1" dirty="0">
            <a:solidFill>
              <a:srgbClr val="00B0F0"/>
            </a:solidFill>
            <a:latin typeface="黑体" pitchFamily="2" charset="-122"/>
            <a:ea typeface="黑体" pitchFamily="2" charset="-122"/>
          </a:endParaRPr>
        </a:p>
      </dgm:t>
    </dgm:pt>
    <dgm:pt modelId="{A04E7217-8B84-4C3F-B966-2E09BC9BC9E3}" type="parTrans" cxnId="{A8151BBE-311A-4E53-BB50-553034E7A8AC}">
      <dgm:prSet/>
      <dgm:spPr/>
      <dgm:t>
        <a:bodyPr/>
        <a:lstStyle/>
        <a:p>
          <a:endParaRPr lang="zh-CN" altLang="en-US" sz="2800">
            <a:latin typeface="黑体" pitchFamily="2" charset="-122"/>
            <a:ea typeface="黑体" pitchFamily="2" charset="-122"/>
          </a:endParaRPr>
        </a:p>
      </dgm:t>
    </dgm:pt>
    <dgm:pt modelId="{0DBC96A1-7FA2-4284-A4B4-4328B38E95DE}" type="sibTrans" cxnId="{A8151BBE-311A-4E53-BB50-553034E7A8AC}">
      <dgm:prSet/>
      <dgm:spPr/>
      <dgm:t>
        <a:bodyPr/>
        <a:lstStyle/>
        <a:p>
          <a:endParaRPr lang="zh-CN" altLang="en-US" sz="2800">
            <a:latin typeface="黑体" pitchFamily="2" charset="-122"/>
            <a:ea typeface="黑体" pitchFamily="2" charset="-122"/>
          </a:endParaRPr>
        </a:p>
      </dgm:t>
    </dgm:pt>
    <dgm:pt modelId="{B29C937E-B89C-4867-8FDC-B4203877B5AA}">
      <dgm:prSet custT="1"/>
      <dgm:spPr/>
      <dgm:t>
        <a:bodyPr/>
        <a:lstStyle/>
        <a:p>
          <a:pPr rtl="0"/>
          <a:r>
            <a:rPr lang="zh-CN" altLang="en-US" sz="2800" b="1" dirty="0" smtClean="0">
              <a:solidFill>
                <a:srgbClr val="FFC000"/>
              </a:solidFill>
              <a:latin typeface="黑体" pitchFamily="2" charset="-122"/>
              <a:ea typeface="黑体" pitchFamily="2" charset="-122"/>
            </a:rPr>
            <a:t>总之，指针使程序简洁、紧凑、高效。</a:t>
          </a:r>
          <a:endParaRPr lang="zh-CN" altLang="en-US" sz="2800" b="1" dirty="0">
            <a:solidFill>
              <a:srgbClr val="FFC000"/>
            </a:solidFill>
            <a:latin typeface="黑体" pitchFamily="2" charset="-122"/>
            <a:ea typeface="黑体" pitchFamily="2" charset="-122"/>
          </a:endParaRPr>
        </a:p>
      </dgm:t>
    </dgm:pt>
    <dgm:pt modelId="{6C0EDDA2-071A-482C-BB2D-2CA037551716}" type="parTrans" cxnId="{C3085E18-3072-4026-BE31-EE19D7287330}">
      <dgm:prSet/>
      <dgm:spPr/>
      <dgm:t>
        <a:bodyPr/>
        <a:lstStyle/>
        <a:p>
          <a:endParaRPr lang="zh-CN" altLang="en-US" sz="2800">
            <a:latin typeface="黑体" pitchFamily="2" charset="-122"/>
            <a:ea typeface="黑体" pitchFamily="2" charset="-122"/>
          </a:endParaRPr>
        </a:p>
      </dgm:t>
    </dgm:pt>
    <dgm:pt modelId="{CFBE5149-7B0F-49FB-9658-51A4D7DB7BFB}" type="sibTrans" cxnId="{C3085E18-3072-4026-BE31-EE19D7287330}">
      <dgm:prSet/>
      <dgm:spPr/>
      <dgm:t>
        <a:bodyPr/>
        <a:lstStyle/>
        <a:p>
          <a:endParaRPr lang="zh-CN" altLang="en-US" sz="2800">
            <a:latin typeface="黑体" pitchFamily="2" charset="-122"/>
            <a:ea typeface="黑体" pitchFamily="2" charset="-122"/>
          </a:endParaRPr>
        </a:p>
      </dgm:t>
    </dgm:pt>
    <dgm:pt modelId="{DB111C87-97A1-48F4-A57B-540F29A1E917}" type="pres">
      <dgm:prSet presAssocID="{6C5D14C1-C564-4972-A14C-3170D25CA170}" presName="linear" presStyleCnt="0">
        <dgm:presLayoutVars>
          <dgm:animLvl val="lvl"/>
          <dgm:resizeHandles val="exact"/>
        </dgm:presLayoutVars>
      </dgm:prSet>
      <dgm:spPr/>
      <dgm:t>
        <a:bodyPr/>
        <a:lstStyle/>
        <a:p>
          <a:endParaRPr lang="zh-CN" altLang="en-US"/>
        </a:p>
      </dgm:t>
    </dgm:pt>
    <dgm:pt modelId="{C9D5E70D-FCE4-4172-928C-E988D928A0A5}" type="pres">
      <dgm:prSet presAssocID="{D0CDF970-A9A2-433F-B8B2-330282C1D0B8}" presName="parentText" presStyleLbl="node1" presStyleIdx="0" presStyleCnt="5">
        <dgm:presLayoutVars>
          <dgm:chMax val="0"/>
          <dgm:bulletEnabled val="1"/>
        </dgm:presLayoutVars>
      </dgm:prSet>
      <dgm:spPr/>
      <dgm:t>
        <a:bodyPr/>
        <a:lstStyle/>
        <a:p>
          <a:endParaRPr lang="zh-CN" altLang="en-US"/>
        </a:p>
      </dgm:t>
    </dgm:pt>
    <dgm:pt modelId="{298B7B0E-C761-4089-9897-4BFBD8CA486C}" type="pres">
      <dgm:prSet presAssocID="{37A94D6F-BEC3-42EB-BD79-FB2A53210119}" presName="spacer" presStyleCnt="0"/>
      <dgm:spPr/>
    </dgm:pt>
    <dgm:pt modelId="{283A72D7-A96B-44CF-BBF6-5F5AD95875DC}" type="pres">
      <dgm:prSet presAssocID="{6B1FC331-4500-47CD-86B8-7D8545BA4FE5}" presName="parentText" presStyleLbl="node1" presStyleIdx="1" presStyleCnt="5">
        <dgm:presLayoutVars>
          <dgm:chMax val="0"/>
          <dgm:bulletEnabled val="1"/>
        </dgm:presLayoutVars>
      </dgm:prSet>
      <dgm:spPr/>
      <dgm:t>
        <a:bodyPr/>
        <a:lstStyle/>
        <a:p>
          <a:endParaRPr lang="zh-CN" altLang="en-US"/>
        </a:p>
      </dgm:t>
    </dgm:pt>
    <dgm:pt modelId="{4B46D6AD-05EF-4767-B908-458B5B8D0C88}" type="pres">
      <dgm:prSet presAssocID="{D57BD81B-6019-42B3-9B27-7856D5912AA7}" presName="spacer" presStyleCnt="0"/>
      <dgm:spPr/>
    </dgm:pt>
    <dgm:pt modelId="{E620156D-01B1-4DAE-88A5-58ED48A20044}" type="pres">
      <dgm:prSet presAssocID="{514829CA-83F1-4AD8-82F8-394A302627FB}" presName="parentText" presStyleLbl="node1" presStyleIdx="2" presStyleCnt="5">
        <dgm:presLayoutVars>
          <dgm:chMax val="0"/>
          <dgm:bulletEnabled val="1"/>
        </dgm:presLayoutVars>
      </dgm:prSet>
      <dgm:spPr/>
      <dgm:t>
        <a:bodyPr/>
        <a:lstStyle/>
        <a:p>
          <a:endParaRPr lang="zh-CN" altLang="en-US"/>
        </a:p>
      </dgm:t>
    </dgm:pt>
    <dgm:pt modelId="{2B4DF512-8680-412D-A426-01D27385B4F5}" type="pres">
      <dgm:prSet presAssocID="{B77857D8-CC7F-47BD-80B1-C9AA94C4C0E7}" presName="spacer" presStyleCnt="0"/>
      <dgm:spPr/>
    </dgm:pt>
    <dgm:pt modelId="{7DD80EFE-0E6E-45EB-B694-F405A2F6838F}" type="pres">
      <dgm:prSet presAssocID="{3FE4F5CD-A045-44E5-92F6-8ADEECCAFBAD}" presName="parentText" presStyleLbl="node1" presStyleIdx="3" presStyleCnt="5">
        <dgm:presLayoutVars>
          <dgm:chMax val="0"/>
          <dgm:bulletEnabled val="1"/>
        </dgm:presLayoutVars>
      </dgm:prSet>
      <dgm:spPr/>
      <dgm:t>
        <a:bodyPr/>
        <a:lstStyle/>
        <a:p>
          <a:endParaRPr lang="zh-CN" altLang="en-US"/>
        </a:p>
      </dgm:t>
    </dgm:pt>
    <dgm:pt modelId="{DBB8AF06-D85D-48D8-AAA3-0D72F41F27FF}" type="pres">
      <dgm:prSet presAssocID="{0DBC96A1-7FA2-4284-A4B4-4328B38E95DE}" presName="spacer" presStyleCnt="0"/>
      <dgm:spPr/>
    </dgm:pt>
    <dgm:pt modelId="{4FF4CB88-C00A-4A88-89A6-0291CD567A56}" type="pres">
      <dgm:prSet presAssocID="{B29C937E-B89C-4867-8FDC-B4203877B5AA}" presName="parentText" presStyleLbl="node1" presStyleIdx="4" presStyleCnt="5">
        <dgm:presLayoutVars>
          <dgm:chMax val="0"/>
          <dgm:bulletEnabled val="1"/>
        </dgm:presLayoutVars>
      </dgm:prSet>
      <dgm:spPr/>
      <dgm:t>
        <a:bodyPr/>
        <a:lstStyle/>
        <a:p>
          <a:endParaRPr lang="zh-CN" altLang="en-US"/>
        </a:p>
      </dgm:t>
    </dgm:pt>
  </dgm:ptLst>
  <dgm:cxnLst>
    <dgm:cxn modelId="{2A676F67-EFDC-44A1-8C13-916C42476FE0}" type="presOf" srcId="{B29C937E-B89C-4867-8FDC-B4203877B5AA}" destId="{4FF4CB88-C00A-4A88-89A6-0291CD567A56}" srcOrd="0" destOrd="0" presId="urn:microsoft.com/office/officeart/2005/8/layout/vList2"/>
    <dgm:cxn modelId="{1646798A-EDEA-4A04-98E6-DF53B65B53F0}" type="presOf" srcId="{D0CDF970-A9A2-433F-B8B2-330282C1D0B8}" destId="{C9D5E70D-FCE4-4172-928C-E988D928A0A5}" srcOrd="0" destOrd="0" presId="urn:microsoft.com/office/officeart/2005/8/layout/vList2"/>
    <dgm:cxn modelId="{BE736B20-BB44-4153-8C4A-5701AC7765A6}" type="presOf" srcId="{6B1FC331-4500-47CD-86B8-7D8545BA4FE5}" destId="{283A72D7-A96B-44CF-BBF6-5F5AD95875DC}" srcOrd="0" destOrd="0" presId="urn:microsoft.com/office/officeart/2005/8/layout/vList2"/>
    <dgm:cxn modelId="{82F054D3-AF26-4C5B-BB60-03F6ECC22436}" srcId="{6C5D14C1-C564-4972-A14C-3170D25CA170}" destId="{6B1FC331-4500-47CD-86B8-7D8545BA4FE5}" srcOrd="1" destOrd="0" parTransId="{14BD3F8C-A6A3-4820-9B49-2A24ECCB87BC}" sibTransId="{D57BD81B-6019-42B3-9B27-7856D5912AA7}"/>
    <dgm:cxn modelId="{88168170-C618-4D55-A3EC-17B23BC374C8}" type="presOf" srcId="{6C5D14C1-C564-4972-A14C-3170D25CA170}" destId="{DB111C87-97A1-48F4-A57B-540F29A1E917}" srcOrd="0" destOrd="0" presId="urn:microsoft.com/office/officeart/2005/8/layout/vList2"/>
    <dgm:cxn modelId="{925162C7-1465-46CC-A5EA-741F6DD1DC8F}" type="presOf" srcId="{3FE4F5CD-A045-44E5-92F6-8ADEECCAFBAD}" destId="{7DD80EFE-0E6E-45EB-B694-F405A2F6838F}" srcOrd="0" destOrd="0" presId="urn:microsoft.com/office/officeart/2005/8/layout/vList2"/>
    <dgm:cxn modelId="{C3085E18-3072-4026-BE31-EE19D7287330}" srcId="{6C5D14C1-C564-4972-A14C-3170D25CA170}" destId="{B29C937E-B89C-4867-8FDC-B4203877B5AA}" srcOrd="4" destOrd="0" parTransId="{6C0EDDA2-071A-482C-BB2D-2CA037551716}" sibTransId="{CFBE5149-7B0F-49FB-9658-51A4D7DB7BFB}"/>
    <dgm:cxn modelId="{9C693844-A31C-4F7A-A3E8-6D0E98C71D6A}" srcId="{6C5D14C1-C564-4972-A14C-3170D25CA170}" destId="{D0CDF970-A9A2-433F-B8B2-330282C1D0B8}" srcOrd="0" destOrd="0" parTransId="{5F7B2BC1-8021-487D-B440-6BE9D7DD1B39}" sibTransId="{37A94D6F-BEC3-42EB-BD79-FB2A53210119}"/>
    <dgm:cxn modelId="{544EF645-661A-42B3-9E1C-600446AEFEC1}" type="presOf" srcId="{514829CA-83F1-4AD8-82F8-394A302627FB}" destId="{E620156D-01B1-4DAE-88A5-58ED48A20044}" srcOrd="0" destOrd="0" presId="urn:microsoft.com/office/officeart/2005/8/layout/vList2"/>
    <dgm:cxn modelId="{40F6E138-9829-4F40-B1A9-47B41C0B7AB6}" srcId="{6C5D14C1-C564-4972-A14C-3170D25CA170}" destId="{514829CA-83F1-4AD8-82F8-394A302627FB}" srcOrd="2" destOrd="0" parTransId="{0E3CE173-19F7-4011-8C94-DDA520CAA809}" sibTransId="{B77857D8-CC7F-47BD-80B1-C9AA94C4C0E7}"/>
    <dgm:cxn modelId="{A8151BBE-311A-4E53-BB50-553034E7A8AC}" srcId="{6C5D14C1-C564-4972-A14C-3170D25CA170}" destId="{3FE4F5CD-A045-44E5-92F6-8ADEECCAFBAD}" srcOrd="3" destOrd="0" parTransId="{A04E7217-8B84-4C3F-B966-2E09BC9BC9E3}" sibTransId="{0DBC96A1-7FA2-4284-A4B4-4328B38E95DE}"/>
    <dgm:cxn modelId="{EDE2D089-9D30-43C5-A729-F0F2765956F0}" type="presParOf" srcId="{DB111C87-97A1-48F4-A57B-540F29A1E917}" destId="{C9D5E70D-FCE4-4172-928C-E988D928A0A5}" srcOrd="0" destOrd="0" presId="urn:microsoft.com/office/officeart/2005/8/layout/vList2"/>
    <dgm:cxn modelId="{6F7BFFB1-4D14-4043-BC26-D76AD8284CC9}" type="presParOf" srcId="{DB111C87-97A1-48F4-A57B-540F29A1E917}" destId="{298B7B0E-C761-4089-9897-4BFBD8CA486C}" srcOrd="1" destOrd="0" presId="urn:microsoft.com/office/officeart/2005/8/layout/vList2"/>
    <dgm:cxn modelId="{8F8A95EF-20AE-4958-B19C-AB474B922C3C}" type="presParOf" srcId="{DB111C87-97A1-48F4-A57B-540F29A1E917}" destId="{283A72D7-A96B-44CF-BBF6-5F5AD95875DC}" srcOrd="2" destOrd="0" presId="urn:microsoft.com/office/officeart/2005/8/layout/vList2"/>
    <dgm:cxn modelId="{2743985E-3AE5-429F-BA3E-54A37AB38D9B}" type="presParOf" srcId="{DB111C87-97A1-48F4-A57B-540F29A1E917}" destId="{4B46D6AD-05EF-4767-B908-458B5B8D0C88}" srcOrd="3" destOrd="0" presId="urn:microsoft.com/office/officeart/2005/8/layout/vList2"/>
    <dgm:cxn modelId="{04888934-1F57-4FA5-9DB9-86C50C39A900}" type="presParOf" srcId="{DB111C87-97A1-48F4-A57B-540F29A1E917}" destId="{E620156D-01B1-4DAE-88A5-58ED48A20044}" srcOrd="4" destOrd="0" presId="urn:microsoft.com/office/officeart/2005/8/layout/vList2"/>
    <dgm:cxn modelId="{112F5413-B821-4C1B-A183-4F9BE7D98EDD}" type="presParOf" srcId="{DB111C87-97A1-48F4-A57B-540F29A1E917}" destId="{2B4DF512-8680-412D-A426-01D27385B4F5}" srcOrd="5" destOrd="0" presId="urn:microsoft.com/office/officeart/2005/8/layout/vList2"/>
    <dgm:cxn modelId="{758FBB15-3C30-481C-9444-D77DB0AD6D1C}" type="presParOf" srcId="{DB111C87-97A1-48F4-A57B-540F29A1E917}" destId="{7DD80EFE-0E6E-45EB-B694-F405A2F6838F}" srcOrd="6" destOrd="0" presId="urn:microsoft.com/office/officeart/2005/8/layout/vList2"/>
    <dgm:cxn modelId="{87DAA88A-A3EB-4B6D-8E88-E45F2F7CD8C4}" type="presParOf" srcId="{DB111C87-97A1-48F4-A57B-540F29A1E917}" destId="{DBB8AF06-D85D-48D8-AAA3-0D72F41F27FF}" srcOrd="7" destOrd="0" presId="urn:microsoft.com/office/officeart/2005/8/layout/vList2"/>
    <dgm:cxn modelId="{93EFB580-5F00-402A-BADC-A8B74271117C}" type="presParOf" srcId="{DB111C87-97A1-48F4-A57B-540F29A1E917}" destId="{4FF4CB88-C00A-4A88-89A6-0291CD567A56}" srcOrd="8"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1.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432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Arial" pitchFamily="34" charset="0"/>
                <a:ea typeface="宋体" pitchFamily="2" charset="-122"/>
              </a:defRPr>
            </a:lvl1pPr>
          </a:lstStyle>
          <a:p>
            <a:pPr>
              <a:defRPr/>
            </a:pPr>
            <a:endParaRPr lang="en-US" altLang="zh-CN"/>
          </a:p>
        </p:txBody>
      </p:sp>
      <p:sp>
        <p:nvSpPr>
          <p:cNvPr id="184323"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Arial" pitchFamily="34" charset="0"/>
                <a:ea typeface="宋体" pitchFamily="2" charset="-122"/>
              </a:defRPr>
            </a:lvl1pPr>
          </a:lstStyle>
          <a:p>
            <a:pPr>
              <a:defRPr/>
            </a:pPr>
            <a:endParaRPr lang="en-US" altLang="zh-CN"/>
          </a:p>
        </p:txBody>
      </p:sp>
      <p:sp>
        <p:nvSpPr>
          <p:cNvPr id="128004"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184325"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p>
        </p:txBody>
      </p:sp>
      <p:sp>
        <p:nvSpPr>
          <p:cNvPr id="184326"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Arial" pitchFamily="34" charset="0"/>
                <a:ea typeface="宋体" pitchFamily="2" charset="-122"/>
              </a:defRPr>
            </a:lvl1pPr>
          </a:lstStyle>
          <a:p>
            <a:pPr>
              <a:defRPr/>
            </a:pPr>
            <a:endParaRPr lang="en-US" altLang="zh-CN"/>
          </a:p>
        </p:txBody>
      </p:sp>
      <p:sp>
        <p:nvSpPr>
          <p:cNvPr id="184327"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Arial" pitchFamily="34" charset="0"/>
                <a:ea typeface="宋体" pitchFamily="2" charset="-122"/>
              </a:defRPr>
            </a:lvl1pPr>
          </a:lstStyle>
          <a:p>
            <a:pPr>
              <a:defRPr/>
            </a:pPr>
            <a:fld id="{9E9FECF0-F086-48E0-9816-83E5355283AA}" type="slidenum">
              <a:rPr lang="en-US" altLang="zh-CN"/>
              <a:pPr>
                <a:defRPr/>
              </a:pPr>
              <a:t>‹#›</a:t>
            </a:fld>
            <a:endParaRPr lang="en-US" altLang="zh-CN"/>
          </a:p>
        </p:txBody>
      </p:sp>
    </p:spTree>
    <p:extLst>
      <p:ext uri="{BB962C8B-B14F-4D97-AF65-F5344CB8AC3E}">
        <p14:creationId xmlns:p14="http://schemas.microsoft.com/office/powerpoint/2010/main" val="230630077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itchFamily="34"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Arial" pitchFamily="34"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Arial" pitchFamily="34"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Arial" pitchFamily="34"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Arial" pitchFamily="34"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
        <p:nvSpPr>
          <p:cNvPr id="4" name="Rectangle 5"/>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6"/>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7"/>
          <p:cNvSpPr>
            <a:spLocks noGrp="1" noChangeArrowheads="1"/>
          </p:cNvSpPr>
          <p:nvPr>
            <p:ph type="sldNum" sz="quarter" idx="12"/>
          </p:nvPr>
        </p:nvSpPr>
        <p:spPr>
          <a:ln/>
        </p:spPr>
        <p:txBody>
          <a:bodyPr/>
          <a:lstStyle>
            <a:lvl1pPr>
              <a:defRPr/>
            </a:lvl1pPr>
          </a:lstStyle>
          <a:p>
            <a:pPr>
              <a:defRPr/>
            </a:pPr>
            <a:fld id="{B4CC71DD-4813-4B1F-8AEE-1E3A34E026DB}" type="slidenum">
              <a:rPr lang="en-US" altLang="zh-CN"/>
              <a:pPr>
                <a:defRPr/>
              </a:pPr>
              <a:t>‹#›</a:t>
            </a:fld>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5"/>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6"/>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7"/>
          <p:cNvSpPr>
            <a:spLocks noGrp="1" noChangeArrowheads="1"/>
          </p:cNvSpPr>
          <p:nvPr>
            <p:ph type="sldNum" sz="quarter" idx="12"/>
          </p:nvPr>
        </p:nvSpPr>
        <p:spPr>
          <a:ln/>
        </p:spPr>
        <p:txBody>
          <a:bodyPr/>
          <a:lstStyle>
            <a:lvl1pPr>
              <a:defRPr/>
            </a:lvl1pPr>
          </a:lstStyle>
          <a:p>
            <a:pPr>
              <a:defRPr/>
            </a:pPr>
            <a:fld id="{39F8AE55-AB75-40E7-9286-C48B46EB9367}" type="slidenum">
              <a:rPr lang="en-US" altLang="zh-CN"/>
              <a:pPr>
                <a:defRPr/>
              </a:pPr>
              <a:t>‹#›</a:t>
            </a:fld>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Rectangle 5"/>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6"/>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7"/>
          <p:cNvSpPr>
            <a:spLocks noGrp="1" noChangeArrowheads="1"/>
          </p:cNvSpPr>
          <p:nvPr>
            <p:ph type="sldNum" sz="quarter" idx="12"/>
          </p:nvPr>
        </p:nvSpPr>
        <p:spPr>
          <a:ln/>
        </p:spPr>
        <p:txBody>
          <a:bodyPr/>
          <a:lstStyle>
            <a:lvl1pPr>
              <a:defRPr/>
            </a:lvl1pPr>
          </a:lstStyle>
          <a:p>
            <a:pPr>
              <a:defRPr/>
            </a:pPr>
            <a:fld id="{DB0A5101-BE6B-471B-B768-1F4C96003756}" type="slidenum">
              <a:rPr lang="en-US" altLang="zh-CN"/>
              <a:pPr>
                <a:defRPr/>
              </a:pPr>
              <a:t>‹#›</a:t>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179388" y="1125538"/>
            <a:ext cx="4316412" cy="51117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125538"/>
            <a:ext cx="4316413" cy="51117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5"/>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6"/>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7"/>
          <p:cNvSpPr>
            <a:spLocks noGrp="1" noChangeArrowheads="1"/>
          </p:cNvSpPr>
          <p:nvPr>
            <p:ph type="sldNum" sz="quarter" idx="12"/>
          </p:nvPr>
        </p:nvSpPr>
        <p:spPr>
          <a:ln/>
        </p:spPr>
        <p:txBody>
          <a:bodyPr/>
          <a:lstStyle>
            <a:lvl1pPr>
              <a:defRPr/>
            </a:lvl1pPr>
          </a:lstStyle>
          <a:p>
            <a:pPr>
              <a:defRPr/>
            </a:pPr>
            <a:fld id="{2BEB757A-350D-4F63-842D-34AEFD9B4A74}" type="slidenum">
              <a:rPr lang="en-US" altLang="zh-CN"/>
              <a:pPr>
                <a:defRPr/>
              </a:pPr>
              <a:t>‹#›</a:t>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Rectangle 5"/>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6"/>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7"/>
          <p:cNvSpPr>
            <a:spLocks noGrp="1" noChangeArrowheads="1"/>
          </p:cNvSpPr>
          <p:nvPr>
            <p:ph type="sldNum" sz="quarter" idx="12"/>
          </p:nvPr>
        </p:nvSpPr>
        <p:spPr>
          <a:ln/>
        </p:spPr>
        <p:txBody>
          <a:bodyPr/>
          <a:lstStyle>
            <a:lvl1pPr>
              <a:defRPr/>
            </a:lvl1pPr>
          </a:lstStyle>
          <a:p>
            <a:pPr>
              <a:defRPr/>
            </a:pPr>
            <a:fld id="{86CD12AF-9E56-4FBF-906B-45AD3B27116E}" type="slidenum">
              <a:rPr lang="en-US" altLang="zh-CN"/>
              <a:pPr>
                <a:defRPr/>
              </a:pPr>
              <a:t>‹#›</a:t>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5"/>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6"/>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7"/>
          <p:cNvSpPr>
            <a:spLocks noGrp="1" noChangeArrowheads="1"/>
          </p:cNvSpPr>
          <p:nvPr>
            <p:ph type="sldNum" sz="quarter" idx="12"/>
          </p:nvPr>
        </p:nvSpPr>
        <p:spPr>
          <a:ln/>
        </p:spPr>
        <p:txBody>
          <a:bodyPr/>
          <a:lstStyle>
            <a:lvl1pPr>
              <a:defRPr/>
            </a:lvl1pPr>
          </a:lstStyle>
          <a:p>
            <a:pPr>
              <a:defRPr/>
            </a:pPr>
            <a:fld id="{ABF3CC28-42AA-4BB6-82DE-48EBB0399FF6}" type="slidenum">
              <a:rPr lang="en-US" altLang="zh-CN"/>
              <a:pPr>
                <a:defRPr/>
              </a:pPr>
              <a:t>‹#›</a:t>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5"/>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6"/>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7"/>
          <p:cNvSpPr>
            <a:spLocks noGrp="1" noChangeArrowheads="1"/>
          </p:cNvSpPr>
          <p:nvPr>
            <p:ph type="sldNum" sz="quarter" idx="12"/>
          </p:nvPr>
        </p:nvSpPr>
        <p:spPr>
          <a:ln/>
        </p:spPr>
        <p:txBody>
          <a:bodyPr/>
          <a:lstStyle>
            <a:lvl1pPr>
              <a:defRPr/>
            </a:lvl1pPr>
          </a:lstStyle>
          <a:p>
            <a:pPr>
              <a:defRPr/>
            </a:pPr>
            <a:fld id="{232801CA-13BE-4BC2-BFA6-E74B7F974212}" type="slidenum">
              <a:rPr lang="en-US" altLang="zh-CN"/>
              <a:pPr>
                <a:defRPr/>
              </a:pPr>
              <a:t>‹#›</a:t>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5"/>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6"/>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7"/>
          <p:cNvSpPr>
            <a:spLocks noGrp="1" noChangeArrowheads="1"/>
          </p:cNvSpPr>
          <p:nvPr>
            <p:ph type="sldNum" sz="quarter" idx="12"/>
          </p:nvPr>
        </p:nvSpPr>
        <p:spPr>
          <a:ln/>
        </p:spPr>
        <p:txBody>
          <a:bodyPr/>
          <a:lstStyle>
            <a:lvl1pPr>
              <a:defRPr/>
            </a:lvl1pPr>
          </a:lstStyle>
          <a:p>
            <a:pPr>
              <a:defRPr/>
            </a:pPr>
            <a:fld id="{75290A60-312F-4F9B-9276-81AB363BE8DC}" type="slidenum">
              <a:rPr lang="en-US" altLang="zh-CN"/>
              <a:pPr>
                <a:defRPr/>
              </a:pPr>
              <a:t>‹#›</a:t>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5"/>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6"/>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7"/>
          <p:cNvSpPr>
            <a:spLocks noGrp="1" noChangeArrowheads="1"/>
          </p:cNvSpPr>
          <p:nvPr>
            <p:ph type="sldNum" sz="quarter" idx="12"/>
          </p:nvPr>
        </p:nvSpPr>
        <p:spPr>
          <a:ln/>
        </p:spPr>
        <p:txBody>
          <a:bodyPr/>
          <a:lstStyle>
            <a:lvl1pPr>
              <a:defRPr/>
            </a:lvl1pPr>
          </a:lstStyle>
          <a:p>
            <a:pPr>
              <a:defRPr/>
            </a:pPr>
            <a:fld id="{19F8E967-9E59-447C-B887-629EB0828953}" type="slidenum">
              <a:rPr lang="en-US" altLang="zh-CN"/>
              <a:pPr>
                <a:defRPr/>
              </a:pPr>
              <a:t>‹#›</a:t>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5"/>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6"/>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7"/>
          <p:cNvSpPr>
            <a:spLocks noGrp="1" noChangeArrowheads="1"/>
          </p:cNvSpPr>
          <p:nvPr>
            <p:ph type="sldNum" sz="quarter" idx="12"/>
          </p:nvPr>
        </p:nvSpPr>
        <p:spPr>
          <a:ln/>
        </p:spPr>
        <p:txBody>
          <a:bodyPr/>
          <a:lstStyle>
            <a:lvl1pPr>
              <a:defRPr/>
            </a:lvl1pPr>
          </a:lstStyle>
          <a:p>
            <a:pPr>
              <a:defRPr/>
            </a:pPr>
            <a:fld id="{5B5B24F3-0FC4-495E-902D-98E4597983EE}" type="slidenum">
              <a:rPr lang="en-US" altLang="zh-CN"/>
              <a:pPr>
                <a:defRPr/>
              </a:pPr>
              <a:t>‹#›</a:t>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69100" y="333375"/>
            <a:ext cx="2195513" cy="5903913"/>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179388" y="333375"/>
            <a:ext cx="6437312" cy="5903913"/>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5"/>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6"/>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7"/>
          <p:cNvSpPr>
            <a:spLocks noGrp="1" noChangeArrowheads="1"/>
          </p:cNvSpPr>
          <p:nvPr>
            <p:ph type="sldNum" sz="quarter" idx="12"/>
          </p:nvPr>
        </p:nvSpPr>
        <p:spPr>
          <a:ln/>
        </p:spPr>
        <p:txBody>
          <a:bodyPr/>
          <a:lstStyle>
            <a:lvl1pPr>
              <a:defRPr/>
            </a:lvl1pPr>
          </a:lstStyle>
          <a:p>
            <a:pPr>
              <a:defRPr/>
            </a:pPr>
            <a:fld id="{5A410940-1C97-49FC-970D-EE1FE4BCA6CC}" type="slidenum">
              <a:rPr lang="en-US" altLang="zh-CN"/>
              <a:pPr>
                <a:defRPr/>
              </a:pPr>
              <a:t>‹#›</a:t>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vmlDrawing" Target="../drawings/vmlDrawing1.v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17" Type="http://schemas.openxmlformats.org/officeDocument/2006/relationships/image" Target="../media/image3.png"/><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oleObject" Target="../embeddings/oleObject1.bin"/></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112656" name="Object 16"/>
          <p:cNvGraphicFramePr>
            <a:graphicFrameLocks noChangeAspect="1"/>
          </p:cNvGraphicFramePr>
          <p:nvPr/>
        </p:nvGraphicFramePr>
        <p:xfrm>
          <a:off x="0" y="0"/>
          <a:ext cx="9144000" cy="6858000"/>
        </p:xfrm>
        <a:graphic>
          <a:graphicData uri="http://schemas.openxmlformats.org/presentationml/2006/ole">
            <mc:AlternateContent xmlns:mc="http://schemas.openxmlformats.org/markup-compatibility/2006">
              <mc:Choice xmlns:v="urn:schemas-microsoft-com:vml" Requires="v">
                <p:oleObj spid="_x0000_s112904" name="Image" r:id="rId14" imgW="7606349" imgH="5536508" progId="">
                  <p:embed/>
                </p:oleObj>
              </mc:Choice>
              <mc:Fallback>
                <p:oleObj name="Image" r:id="rId14" imgW="7606349" imgH="5536508" progId="">
                  <p:embed/>
                  <p:pic>
                    <p:nvPicPr>
                      <p:cNvPr id="0" name="Picture 65"/>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112658" name="Rectangle 3"/>
          <p:cNvSpPr>
            <a:spLocks noGrp="1" noChangeArrowheads="1"/>
          </p:cNvSpPr>
          <p:nvPr>
            <p:ph type="title"/>
          </p:nvPr>
        </p:nvSpPr>
        <p:spPr bwMode="auto">
          <a:xfrm>
            <a:off x="755650" y="333375"/>
            <a:ext cx="7705725" cy="72072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CN" altLang="en-US" smtClean="0"/>
              <a:t>单击此处编辑母版标题样式</a:t>
            </a:r>
          </a:p>
        </p:txBody>
      </p:sp>
      <p:sp>
        <p:nvSpPr>
          <p:cNvPr id="112659" name="Rectangle 4"/>
          <p:cNvSpPr>
            <a:spLocks noGrp="1" noChangeArrowheads="1"/>
          </p:cNvSpPr>
          <p:nvPr>
            <p:ph type="body" idx="1"/>
          </p:nvPr>
        </p:nvSpPr>
        <p:spPr bwMode="auto">
          <a:xfrm>
            <a:off x="179388" y="1125538"/>
            <a:ext cx="8785225" cy="511175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112645" name="Rectangle 5"/>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atin typeface="Arial" pitchFamily="34" charset="0"/>
                <a:ea typeface="宋体" pitchFamily="2" charset="-122"/>
              </a:defRPr>
            </a:lvl1pPr>
          </a:lstStyle>
          <a:p>
            <a:pPr>
              <a:defRPr/>
            </a:pPr>
            <a:endParaRPr lang="en-US" altLang="zh-CN"/>
          </a:p>
        </p:txBody>
      </p:sp>
      <p:sp>
        <p:nvSpPr>
          <p:cNvPr id="112646" name="Rectangle 6"/>
          <p:cNvSpPr>
            <a:spLocks noGrp="1" noChangeArrowheads="1"/>
          </p:cNvSpPr>
          <p:nvPr>
            <p:ph type="ftr" sz="quarter" idx="3"/>
          </p:nvPr>
        </p:nvSpPr>
        <p:spPr bwMode="auto">
          <a:xfrm>
            <a:off x="3124200" y="6245225"/>
            <a:ext cx="2239963"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atin typeface="Arial" pitchFamily="34" charset="0"/>
                <a:ea typeface="宋体" pitchFamily="2" charset="-122"/>
              </a:defRPr>
            </a:lvl1pPr>
          </a:lstStyle>
          <a:p>
            <a:pPr>
              <a:defRPr/>
            </a:pPr>
            <a:endParaRPr lang="en-US" altLang="zh-CN"/>
          </a:p>
        </p:txBody>
      </p:sp>
      <p:sp>
        <p:nvSpPr>
          <p:cNvPr id="112647" name="Rectangle 7"/>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atin typeface="Arial" pitchFamily="34" charset="0"/>
                <a:ea typeface="宋体" pitchFamily="2" charset="-122"/>
              </a:defRPr>
            </a:lvl1pPr>
          </a:lstStyle>
          <a:p>
            <a:pPr>
              <a:defRPr/>
            </a:pPr>
            <a:fld id="{C0C66597-586B-4948-9C7C-E9B85935672F}" type="slidenum">
              <a:rPr lang="en-US" altLang="zh-CN"/>
              <a:pPr>
                <a:defRPr/>
              </a:pPr>
              <a:t>‹#›</a:t>
            </a:fld>
            <a:endParaRPr lang="en-US" altLang="zh-CN"/>
          </a:p>
        </p:txBody>
      </p:sp>
      <p:pic>
        <p:nvPicPr>
          <p:cNvPr id="112663" name="Picture 19" descr="3"/>
          <p:cNvPicPr>
            <a:picLocks noChangeAspect="1" noChangeArrowheads="1"/>
          </p:cNvPicPr>
          <p:nvPr/>
        </p:nvPicPr>
        <p:blipFill>
          <a:blip r:embed="rId16">
            <a:lum bright="12000" contrast="-54000"/>
          </a:blip>
          <a:srcRect/>
          <a:stretch>
            <a:fillRect/>
          </a:stretch>
        </p:blipFill>
        <p:spPr bwMode="auto">
          <a:xfrm>
            <a:off x="5508625" y="6165850"/>
            <a:ext cx="3527425" cy="647700"/>
          </a:xfrm>
          <a:prstGeom prst="rect">
            <a:avLst/>
          </a:prstGeom>
          <a:noFill/>
          <a:ln w="9525">
            <a:noFill/>
            <a:miter lim="800000"/>
            <a:headEnd/>
            <a:tailEnd/>
          </a:ln>
        </p:spPr>
      </p:pic>
      <p:pic>
        <p:nvPicPr>
          <p:cNvPr id="112664" name="Picture 24" descr="dhu"/>
          <p:cNvPicPr>
            <a:picLocks noChangeAspect="1" noChangeArrowheads="1"/>
          </p:cNvPicPr>
          <p:nvPr/>
        </p:nvPicPr>
        <p:blipFill>
          <a:blip r:embed="rId17">
            <a:lum contrast="-78000"/>
            <a:grayscl/>
          </a:blip>
          <a:srcRect/>
          <a:stretch>
            <a:fillRect/>
          </a:stretch>
        </p:blipFill>
        <p:spPr bwMode="auto">
          <a:xfrm>
            <a:off x="0" y="6237288"/>
            <a:ext cx="5772150" cy="620712"/>
          </a:xfrm>
          <a:prstGeom prst="rect">
            <a:avLst/>
          </a:prstGeom>
          <a:solidFill>
            <a:schemeClr val="accent1"/>
          </a:solidFill>
          <a:ln w="9525">
            <a:noFill/>
            <a:miter lim="800000"/>
            <a:headEnd/>
            <a:tailEnd/>
          </a:ln>
        </p:spPr>
      </p:pic>
      <p:sp>
        <p:nvSpPr>
          <p:cNvPr id="10" name="Text Box 4"/>
          <p:cNvSpPr txBox="1">
            <a:spLocks noChangeArrowheads="1"/>
          </p:cNvSpPr>
          <p:nvPr/>
        </p:nvSpPr>
        <p:spPr bwMode="auto">
          <a:xfrm>
            <a:off x="3081338" y="22225"/>
            <a:ext cx="5859462" cy="396875"/>
          </a:xfrm>
          <a:prstGeom prst="rect">
            <a:avLst/>
          </a:prstGeom>
          <a:noFill/>
          <a:ln w="9525">
            <a:noFill/>
            <a:miter lim="800000"/>
            <a:headEnd/>
            <a:tailEnd/>
          </a:ln>
          <a:effectLst/>
        </p:spPr>
        <p:txBody>
          <a:bodyPr>
            <a:spAutoFit/>
          </a:bodyPr>
          <a:lstStyle/>
          <a:p>
            <a:pPr algn="r">
              <a:spcBef>
                <a:spcPct val="50000"/>
              </a:spcBef>
              <a:defRPr/>
            </a:pPr>
            <a:r>
              <a:rPr lang="en-US" altLang="zh-CN" sz="2000" b="1" i="1" dirty="0">
                <a:latin typeface="幼圆" pitchFamily="49" charset="-122"/>
                <a:ea typeface="幼圆" pitchFamily="49" charset="-122"/>
              </a:rPr>
              <a:t>C</a:t>
            </a:r>
            <a:r>
              <a:rPr lang="zh-CN" altLang="en-US" sz="2000" b="1" i="1" dirty="0">
                <a:latin typeface="幼圆" pitchFamily="49" charset="-122"/>
                <a:ea typeface="幼圆" pitchFamily="49" charset="-122"/>
              </a:rPr>
              <a:t>语言程序设计</a:t>
            </a:r>
          </a:p>
        </p:txBody>
      </p:sp>
    </p:spTree>
  </p:cSld>
  <p:clrMap bg1="lt1" tx1="dk1" bg2="lt2" tx2="dk2" accent1="accent1" accent2="accent2" accent3="accent3" accent4="accent4" accent5="accent5" accent6="accent6" hlink="hlink" folHlink="folHlink"/>
  <p:sldLayoutIdLst>
    <p:sldLayoutId id="2147483663" r:id="rId1"/>
    <p:sldLayoutId id="2147483662" r:id="rId2"/>
    <p:sldLayoutId id="2147483661" r:id="rId3"/>
    <p:sldLayoutId id="2147483660" r:id="rId4"/>
    <p:sldLayoutId id="2147483659" r:id="rId5"/>
    <p:sldLayoutId id="2147483658" r:id="rId6"/>
    <p:sldLayoutId id="2147483657" r:id="rId7"/>
    <p:sldLayoutId id="2147483656" r:id="rId8"/>
    <p:sldLayoutId id="2147483655" r:id="rId9"/>
    <p:sldLayoutId id="2147483654" r:id="rId10"/>
    <p:sldLayoutId id="2147483653" r:id="rId11"/>
  </p:sldLayoutIdLst>
  <p:timing>
    <p:tnLst>
      <p:par>
        <p:cTn id="1" dur="indefinite" restart="never" nodeType="tmRoot"/>
      </p:par>
    </p:tnLst>
  </p:timing>
  <p:hf hdr="0" ftr="0" dt="0"/>
  <p:txStyles>
    <p:titleStyle>
      <a:lvl1pPr algn="ctr" rtl="0" eaLnBrk="0" fontAlgn="base" hangingPunct="0">
        <a:spcBef>
          <a:spcPct val="0"/>
        </a:spcBef>
        <a:spcAft>
          <a:spcPct val="0"/>
        </a:spcAft>
        <a:defRPr sz="4400">
          <a:solidFill>
            <a:srgbClr val="FF0000"/>
          </a:solidFill>
          <a:latin typeface="+mj-lt"/>
          <a:ea typeface="+mj-ea"/>
          <a:cs typeface="华文行楷"/>
        </a:defRPr>
      </a:lvl1pPr>
      <a:lvl2pPr algn="ctr" rtl="0" eaLnBrk="0" fontAlgn="base" hangingPunct="0">
        <a:spcBef>
          <a:spcPct val="0"/>
        </a:spcBef>
        <a:spcAft>
          <a:spcPct val="0"/>
        </a:spcAft>
        <a:defRPr sz="4400">
          <a:solidFill>
            <a:srgbClr val="FF0000"/>
          </a:solidFill>
          <a:latin typeface="Arial" pitchFamily="34" charset="0"/>
          <a:ea typeface="华文行楷" pitchFamily="2" charset="-122"/>
          <a:cs typeface="华文行楷"/>
        </a:defRPr>
      </a:lvl2pPr>
      <a:lvl3pPr algn="ctr" rtl="0" eaLnBrk="0" fontAlgn="base" hangingPunct="0">
        <a:spcBef>
          <a:spcPct val="0"/>
        </a:spcBef>
        <a:spcAft>
          <a:spcPct val="0"/>
        </a:spcAft>
        <a:defRPr sz="4400">
          <a:solidFill>
            <a:srgbClr val="FF0000"/>
          </a:solidFill>
          <a:latin typeface="Arial" pitchFamily="34" charset="0"/>
          <a:ea typeface="华文行楷" pitchFamily="2" charset="-122"/>
          <a:cs typeface="华文行楷"/>
        </a:defRPr>
      </a:lvl3pPr>
      <a:lvl4pPr algn="ctr" rtl="0" eaLnBrk="0" fontAlgn="base" hangingPunct="0">
        <a:spcBef>
          <a:spcPct val="0"/>
        </a:spcBef>
        <a:spcAft>
          <a:spcPct val="0"/>
        </a:spcAft>
        <a:defRPr sz="4400">
          <a:solidFill>
            <a:srgbClr val="FF0000"/>
          </a:solidFill>
          <a:latin typeface="Arial" pitchFamily="34" charset="0"/>
          <a:ea typeface="华文行楷" pitchFamily="2" charset="-122"/>
          <a:cs typeface="华文行楷"/>
        </a:defRPr>
      </a:lvl4pPr>
      <a:lvl5pPr algn="ctr" rtl="0" eaLnBrk="0" fontAlgn="base" hangingPunct="0">
        <a:spcBef>
          <a:spcPct val="0"/>
        </a:spcBef>
        <a:spcAft>
          <a:spcPct val="0"/>
        </a:spcAft>
        <a:defRPr sz="4400">
          <a:solidFill>
            <a:srgbClr val="FF0000"/>
          </a:solidFill>
          <a:latin typeface="Arial" pitchFamily="34" charset="0"/>
          <a:ea typeface="华文行楷" pitchFamily="2" charset="-122"/>
          <a:cs typeface="华文行楷"/>
        </a:defRPr>
      </a:lvl5pPr>
      <a:lvl6pPr marL="457200" algn="ctr" rtl="0" fontAlgn="base">
        <a:spcBef>
          <a:spcPct val="0"/>
        </a:spcBef>
        <a:spcAft>
          <a:spcPct val="0"/>
        </a:spcAft>
        <a:defRPr sz="4400">
          <a:solidFill>
            <a:srgbClr val="FF0000"/>
          </a:solidFill>
          <a:latin typeface="Arial" pitchFamily="34" charset="0"/>
          <a:ea typeface="华文行楷" pitchFamily="2" charset="-122"/>
        </a:defRPr>
      </a:lvl6pPr>
      <a:lvl7pPr marL="914400" algn="ctr" rtl="0" fontAlgn="base">
        <a:spcBef>
          <a:spcPct val="0"/>
        </a:spcBef>
        <a:spcAft>
          <a:spcPct val="0"/>
        </a:spcAft>
        <a:defRPr sz="4400">
          <a:solidFill>
            <a:srgbClr val="FF0000"/>
          </a:solidFill>
          <a:latin typeface="Arial" pitchFamily="34" charset="0"/>
          <a:ea typeface="华文行楷" pitchFamily="2" charset="-122"/>
        </a:defRPr>
      </a:lvl7pPr>
      <a:lvl8pPr marL="1371600" algn="ctr" rtl="0" fontAlgn="base">
        <a:spcBef>
          <a:spcPct val="0"/>
        </a:spcBef>
        <a:spcAft>
          <a:spcPct val="0"/>
        </a:spcAft>
        <a:defRPr sz="4400">
          <a:solidFill>
            <a:srgbClr val="FF0000"/>
          </a:solidFill>
          <a:latin typeface="Arial" pitchFamily="34" charset="0"/>
          <a:ea typeface="华文行楷" pitchFamily="2" charset="-122"/>
        </a:defRPr>
      </a:lvl8pPr>
      <a:lvl9pPr marL="1828800" algn="ctr" rtl="0" fontAlgn="base">
        <a:spcBef>
          <a:spcPct val="0"/>
        </a:spcBef>
        <a:spcAft>
          <a:spcPct val="0"/>
        </a:spcAft>
        <a:defRPr sz="4400">
          <a:solidFill>
            <a:srgbClr val="FF0000"/>
          </a:solidFill>
          <a:latin typeface="Arial" pitchFamily="34" charset="0"/>
          <a:ea typeface="华文行楷" pitchFamily="2" charset="-122"/>
        </a:defRPr>
      </a:lvl9pPr>
    </p:titleStyle>
    <p:bodyStyle>
      <a:lvl1pPr marL="342900" indent="-342900" algn="l" rtl="0" eaLnBrk="0" fontAlgn="base" hangingPunct="0">
        <a:spcBef>
          <a:spcPct val="20000"/>
        </a:spcBef>
        <a:spcAft>
          <a:spcPct val="0"/>
        </a:spcAft>
        <a:buFont typeface="Wingdings" pitchFamily="2" charset="2"/>
        <a:defRPr sz="2400" b="1">
          <a:solidFill>
            <a:schemeClr val="tx1"/>
          </a:solidFill>
          <a:latin typeface="+mn-lt"/>
          <a:ea typeface="+mn-ea"/>
          <a:cs typeface="华文楷体"/>
        </a:defRPr>
      </a:lvl1pPr>
      <a:lvl2pPr marL="742950" indent="-285750" algn="l" rtl="0" eaLnBrk="0" fontAlgn="base" hangingPunct="0">
        <a:spcBef>
          <a:spcPct val="20000"/>
        </a:spcBef>
        <a:spcAft>
          <a:spcPct val="0"/>
        </a:spcAft>
        <a:defRPr sz="2000" b="1">
          <a:solidFill>
            <a:schemeClr val="tx1"/>
          </a:solidFill>
          <a:latin typeface="+mn-lt"/>
          <a:ea typeface="+mn-ea"/>
          <a:cs typeface="华文楷体"/>
        </a:defRPr>
      </a:lvl2pPr>
      <a:lvl3pPr marL="1143000" indent="-228600" algn="l" rtl="0" eaLnBrk="0" fontAlgn="base" hangingPunct="0">
        <a:spcBef>
          <a:spcPct val="20000"/>
        </a:spcBef>
        <a:spcAft>
          <a:spcPct val="0"/>
        </a:spcAft>
        <a:defRPr sz="2000" b="1">
          <a:solidFill>
            <a:schemeClr val="tx1"/>
          </a:solidFill>
          <a:latin typeface="+mn-lt"/>
          <a:ea typeface="+mn-ea"/>
          <a:cs typeface="华文楷体"/>
        </a:defRPr>
      </a:lvl3pPr>
      <a:lvl4pPr marL="1600200" indent="-228600" algn="l" rtl="0" eaLnBrk="0" fontAlgn="base" hangingPunct="0">
        <a:spcBef>
          <a:spcPct val="20000"/>
        </a:spcBef>
        <a:spcAft>
          <a:spcPct val="0"/>
        </a:spcAft>
        <a:defRPr sz="2000" b="1">
          <a:solidFill>
            <a:schemeClr val="tx1"/>
          </a:solidFill>
          <a:latin typeface="+mn-lt"/>
          <a:ea typeface="+mn-ea"/>
          <a:cs typeface="华文楷体"/>
        </a:defRPr>
      </a:lvl4pPr>
      <a:lvl5pPr marL="2057400" indent="-228600" algn="l" rtl="0" eaLnBrk="0" fontAlgn="base" hangingPunct="0">
        <a:spcBef>
          <a:spcPct val="20000"/>
        </a:spcBef>
        <a:spcAft>
          <a:spcPct val="0"/>
        </a:spcAft>
        <a:defRPr sz="2000" b="1">
          <a:solidFill>
            <a:schemeClr val="tx1"/>
          </a:solidFill>
          <a:latin typeface="+mn-lt"/>
          <a:ea typeface="+mn-ea"/>
          <a:cs typeface="华文楷体"/>
        </a:defRPr>
      </a:lvl5pPr>
      <a:lvl6pPr marL="2514600" indent="-228600" algn="l" rtl="0" fontAlgn="base">
        <a:spcBef>
          <a:spcPct val="20000"/>
        </a:spcBef>
        <a:spcAft>
          <a:spcPct val="0"/>
        </a:spcAft>
        <a:defRPr sz="2000" b="1">
          <a:solidFill>
            <a:schemeClr val="tx1"/>
          </a:solidFill>
          <a:latin typeface="+mn-lt"/>
          <a:ea typeface="+mn-ea"/>
        </a:defRPr>
      </a:lvl6pPr>
      <a:lvl7pPr marL="2971800" indent="-228600" algn="l" rtl="0" fontAlgn="base">
        <a:spcBef>
          <a:spcPct val="20000"/>
        </a:spcBef>
        <a:spcAft>
          <a:spcPct val="0"/>
        </a:spcAft>
        <a:defRPr sz="2000" b="1">
          <a:solidFill>
            <a:schemeClr val="tx1"/>
          </a:solidFill>
          <a:latin typeface="+mn-lt"/>
          <a:ea typeface="+mn-ea"/>
        </a:defRPr>
      </a:lvl7pPr>
      <a:lvl8pPr marL="3429000" indent="-228600" algn="l" rtl="0" fontAlgn="base">
        <a:spcBef>
          <a:spcPct val="20000"/>
        </a:spcBef>
        <a:spcAft>
          <a:spcPct val="0"/>
        </a:spcAft>
        <a:defRPr sz="2000" b="1">
          <a:solidFill>
            <a:schemeClr val="tx1"/>
          </a:solidFill>
          <a:latin typeface="+mn-lt"/>
          <a:ea typeface="+mn-ea"/>
        </a:defRPr>
      </a:lvl8pPr>
      <a:lvl9pPr marL="3886200" indent="-228600" algn="l" rtl="0" fontAlgn="base">
        <a:spcBef>
          <a:spcPct val="20000"/>
        </a:spcBef>
        <a:spcAft>
          <a:spcPct val="0"/>
        </a:spcAft>
        <a:defRPr sz="2000"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1.xml"/><Relationship Id="rId1" Type="http://schemas.openxmlformats.org/officeDocument/2006/relationships/vmlDrawing" Target="../drawings/vmlDrawing2.vml"/><Relationship Id="rId5" Type="http://schemas.openxmlformats.org/officeDocument/2006/relationships/image" Target="../media/image5.emf"/><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slide" Target="slide14.xml"/><Relationship Id="rId7" Type="http://schemas.openxmlformats.org/officeDocument/2006/relationships/slide" Target="slide132.xml"/><Relationship Id="rId2" Type="http://schemas.openxmlformats.org/officeDocument/2006/relationships/slide" Target="slide2.xml"/><Relationship Id="rId1" Type="http://schemas.openxmlformats.org/officeDocument/2006/relationships/slideLayout" Target="../slideLayouts/slideLayout2.xml"/><Relationship Id="rId6" Type="http://schemas.openxmlformats.org/officeDocument/2006/relationships/slide" Target="slide123.xml"/><Relationship Id="rId5" Type="http://schemas.openxmlformats.org/officeDocument/2006/relationships/slide" Target="slide102.xml"/><Relationship Id="rId4" Type="http://schemas.openxmlformats.org/officeDocument/2006/relationships/slide" Target="slide40.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slide" Target="slide18.xml"/><Relationship Id="rId2" Type="http://schemas.openxmlformats.org/officeDocument/2006/relationships/slide" Target="slide15.xml"/><Relationship Id="rId1" Type="http://schemas.openxmlformats.org/officeDocument/2006/relationships/slideLayout" Target="../slideLayouts/slideLayout2.xml"/><Relationship Id="rId5" Type="http://schemas.openxmlformats.org/officeDocument/2006/relationships/slide" Target="slide28.xml"/><Relationship Id="rId4" Type="http://schemas.openxmlformats.org/officeDocument/2006/relationships/slide" Target="slide20.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 Target="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slide" Target="slide14.xml"/><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 Target="slide1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 Target="slide14.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 Target="slide14.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 Target="slide14.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 Target="slide14.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 Target="slide1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slide" Target="slide14.xml"/><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2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 Target="slide1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12.png"/><Relationship Id="rId2" Type="http://schemas.openxmlformats.org/officeDocument/2006/relationships/image" Target="../media/image15.png"/><Relationship Id="rId1" Type="http://schemas.openxmlformats.org/officeDocument/2006/relationships/slideLayout" Target="../slideLayouts/slideLayout2.xml"/><Relationship Id="rId6" Type="http://schemas.openxmlformats.org/officeDocument/2006/relationships/slide" Target="slide14.xml"/><Relationship Id="rId5" Type="http://schemas.openxmlformats.org/officeDocument/2006/relationships/image" Target="../media/image18.png"/><Relationship Id="rId4" Type="http://schemas.openxmlformats.org/officeDocument/2006/relationships/image" Target="../media/image17.png"/></Relationships>
</file>

<file path=ppt/slides/_rels/slide2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 Target="slide14.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 Target="slide14.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 Target="slide14.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slide" Target="slide14.xml"/><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32.xml.rels><?xml version="1.0" encoding="UTF-8" standalone="yes"?>
<Relationships xmlns="http://schemas.openxmlformats.org/package/2006/relationships"><Relationship Id="rId3" Type="http://schemas.openxmlformats.org/officeDocument/2006/relationships/slide" Target="slide14.xml"/><Relationship Id="rId2" Type="http://schemas.openxmlformats.org/officeDocument/2006/relationships/image" Target="../media/image19.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3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 Target="slide14.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 Target="slide1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 Target="slide1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 Target="slide14.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4.png"/><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slide" Target="slide14.xml"/></Relationships>
</file>

<file path=ppt/slides/_rels/slide3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 Target="slide14.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 Target="slide14.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slide" Target="slide14.xml"/><Relationship Id="rId2" Type="http://schemas.openxmlformats.org/officeDocument/2006/relationships/image" Target="../media/image21.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4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2.png"/><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slide" Target="slide1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slide" Target="slide43.xml"/><Relationship Id="rId2" Type="http://schemas.openxmlformats.org/officeDocument/2006/relationships/slide" Target="slide41.xml"/><Relationship Id="rId1" Type="http://schemas.openxmlformats.org/officeDocument/2006/relationships/slideLayout" Target="../slideLayouts/slideLayout2.xml"/><Relationship Id="rId6" Type="http://schemas.openxmlformats.org/officeDocument/2006/relationships/slide" Target="slide76.xml"/><Relationship Id="rId5" Type="http://schemas.openxmlformats.org/officeDocument/2006/relationships/slide" Target="slide57.xml"/><Relationship Id="rId4" Type="http://schemas.openxmlformats.org/officeDocument/2006/relationships/slide" Target="slide49.xml"/></Relationships>
</file>

<file path=ppt/slides/_rels/slide4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 Target="slide40.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 Target="slide40.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 Target="slide40.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 Target="slide40.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 Target="slide4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 Target="slide40.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 Target="slide40.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 Target="slide40.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slide" Target="slide40.xml"/><Relationship Id="rId4" Type="http://schemas.openxmlformats.org/officeDocument/2006/relationships/image" Target="../media/image27.png"/></Relationships>
</file>

<file path=ppt/slides/_rels/slide5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 Target="slide40.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 Target="slide40.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 Target="slide40.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 Target="slide4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 Target="slide40.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 Target="slide40.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 Target="slide40.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 Target="slide40.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 Target="slide40.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 Target="slide40.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slide" Target="slide40.xml"/></Relationships>
</file>

<file path=ppt/slides/_rels/slide6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slide" Target="slide40.xml"/></Relationships>
</file>

<file path=ppt/slides/_rels/slide7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slide" Target="slide40.xml"/></Relationships>
</file>

<file path=ppt/slides/_rels/slide7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slide" Target="slide40.xml"/></Relationships>
</file>

<file path=ppt/slides/_rels/slide7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slide" Target="slide40.xml"/></Relationships>
</file>

<file path=ppt/slides/_rels/slide7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 Target="slide40.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 Target="slide40.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 Target="slide40.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 Target="slide40.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 Target="slide40.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slide" Target="slide40.xml"/></Relationships>
</file>

<file path=ppt/slides/_rels/slide79.xml.rels><?xml version="1.0" encoding="UTF-8" standalone="yes"?>
<Relationships xmlns="http://schemas.openxmlformats.org/package/2006/relationships"><Relationship Id="rId3" Type="http://schemas.openxmlformats.org/officeDocument/2006/relationships/slide" Target="slide84.xml"/><Relationship Id="rId2" Type="http://schemas.openxmlformats.org/officeDocument/2006/relationships/slide" Target="slide100.xml"/><Relationship Id="rId1" Type="http://schemas.openxmlformats.org/officeDocument/2006/relationships/slideLayout" Target="../slideLayouts/slideLayout2.xml"/><Relationship Id="rId4" Type="http://schemas.openxmlformats.org/officeDocument/2006/relationships/slide" Target="slide98.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 Target="slide99.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slide" Target="slide99.xml"/><Relationship Id="rId2" Type="http://schemas.openxmlformats.org/officeDocument/2006/relationships/image" Target="../media/image33.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8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 Target="slide99.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slide" Target="slide99.xml"/><Relationship Id="rId2" Type="http://schemas.openxmlformats.org/officeDocument/2006/relationships/image" Target="../media/image34.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8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 Target="slide99.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slide" Target="slide99.xml"/><Relationship Id="rId2" Type="http://schemas.openxmlformats.org/officeDocument/2006/relationships/image" Target="../media/image35.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8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 Target="slide99.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 Target="slide12.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 Target="slide12.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 Target="slide12.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 Target="slide12.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 Target="slide12.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slide" Target="slide99.xml"/><Relationship Id="rId2" Type="http://schemas.openxmlformats.org/officeDocument/2006/relationships/image" Target="../media/image35.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9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 Target="slide99.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 Target="slide99.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 Target="slide99.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 Target="slide99.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 Target="slide99.xml"/><Relationship Id="rId1" Type="http://schemas.openxmlformats.org/officeDocument/2006/relationships/slideLayout" Target="../slideLayouts/slideLayout2.xml"/><Relationship Id="rId4" Type="http://schemas.openxmlformats.org/officeDocument/2006/relationships/slide" Target="slide12.xml"/></Relationships>
</file>

<file path=ppt/slides/_rels/slide10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 Id="rId5" Type="http://schemas.openxmlformats.org/officeDocument/2006/relationships/image" Target="../media/image39.png"/><Relationship Id="rId4" Type="http://schemas.openxmlformats.org/officeDocument/2006/relationships/image" Target="../media/image38.png"/></Relationships>
</file>

<file path=ppt/slides/_rels/slide10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 Target="slide99.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 Target="slide99.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 Target="slide99.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 Target="slide99.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 Target="slide99.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 Target="slide99.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 Target="slide99.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 Target="slide99.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 Target="slide99.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 Target="slide99.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3" Type="http://schemas.openxmlformats.org/officeDocument/2006/relationships/slide" Target="slide99.xml"/><Relationship Id="rId2" Type="http://schemas.openxmlformats.org/officeDocument/2006/relationships/image" Target="../media/image40.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 Target="slide99.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 Target="slide99.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 Target="slide99.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 Target="slide12.xml"/><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 Target="slide12.xml"/><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 Target="slide12.xml"/><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 Target="slide12.xml"/><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 Target="slide12.xml"/><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 Target="slide12.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 Target="slide12.xml"/><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 Target="slide12.xml"/><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 Target="slide12.xml"/><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 Target="slide12.xml"/><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 Target="slide12.xml"/><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 Target="slide12.xml"/><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 Target="slide12.xml"/><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 Target="slide12.xml"/><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 Target="slide12.xml"/><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 Target="slide12.xml"/><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 Target="slide12.xml"/><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314" name="Object 21"/>
          <p:cNvGraphicFramePr>
            <a:graphicFrameLocks noChangeAspect="1"/>
          </p:cNvGraphicFramePr>
          <p:nvPr/>
        </p:nvGraphicFramePr>
        <p:xfrm>
          <a:off x="0" y="2643188"/>
          <a:ext cx="9144000" cy="1708150"/>
        </p:xfrm>
        <a:graphic>
          <a:graphicData uri="http://schemas.openxmlformats.org/presentationml/2006/ole">
            <mc:AlternateContent xmlns:mc="http://schemas.openxmlformats.org/markup-compatibility/2006">
              <mc:Choice xmlns:v="urn:schemas-microsoft-com:vml" Requires="v">
                <p:oleObj spid="_x0000_s296996" name="Image" r:id="rId3" imgW="3120894" imgH="673552" progId="">
                  <p:embed/>
                </p:oleObj>
              </mc:Choice>
              <mc:Fallback>
                <p:oleObj name="Image" r:id="rId3" imgW="3120894" imgH="673552" progId="">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2643188"/>
                        <a:ext cx="9144000" cy="1708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 name="WordArt 20"/>
          <p:cNvSpPr>
            <a:spLocks noChangeArrowheads="1" noChangeShapeType="1" noTextEdit="1"/>
          </p:cNvSpPr>
          <p:nvPr/>
        </p:nvSpPr>
        <p:spPr bwMode="auto">
          <a:xfrm>
            <a:off x="1071538" y="785794"/>
            <a:ext cx="6985000" cy="1827213"/>
          </a:xfrm>
          <a:prstGeom prst="rect">
            <a:avLst/>
          </a:prstGeom>
        </p:spPr>
        <p:txBody>
          <a:bodyPr wrap="none" fromWordArt="1">
            <a:prstTxWarp prst="textDeflate">
              <a:avLst>
                <a:gd name="adj" fmla="val 26227"/>
              </a:avLst>
            </a:prstTxWarp>
          </a:bodyPr>
          <a:lstStyle/>
          <a:p>
            <a:pPr algn="ctr">
              <a:defRPr/>
            </a:pPr>
            <a:r>
              <a:rPr lang="en-US" altLang="zh-CN" sz="3600" b="1" kern="10" dirty="0">
                <a:ln w="9525">
                  <a:solidFill>
                    <a:schemeClr val="accent2"/>
                  </a:solidFill>
                  <a:round/>
                  <a:headEnd/>
                  <a:tailEnd/>
                </a:ln>
                <a:solidFill>
                  <a:srgbClr val="0000FF"/>
                </a:solidFill>
                <a:latin typeface="宋体"/>
                <a:ea typeface="宋体"/>
              </a:rPr>
              <a:t>C</a:t>
            </a:r>
            <a:r>
              <a:rPr lang="zh-CN" altLang="en-US" sz="3600" b="1" kern="10" dirty="0">
                <a:ln w="9525">
                  <a:solidFill>
                    <a:schemeClr val="accent2"/>
                  </a:solidFill>
                  <a:round/>
                  <a:headEnd/>
                  <a:tailEnd/>
                </a:ln>
                <a:solidFill>
                  <a:srgbClr val="0000FF"/>
                </a:solidFill>
                <a:latin typeface="宋体"/>
                <a:ea typeface="宋体"/>
              </a:rPr>
              <a:t>语言程序设计</a:t>
            </a:r>
          </a:p>
        </p:txBody>
      </p:sp>
      <p:sp>
        <p:nvSpPr>
          <p:cNvPr id="13316" name="TextBox 10"/>
          <p:cNvSpPr txBox="1">
            <a:spLocks noChangeArrowheads="1"/>
          </p:cNvSpPr>
          <p:nvPr/>
        </p:nvSpPr>
        <p:spPr bwMode="auto">
          <a:xfrm>
            <a:off x="3357563" y="5715000"/>
            <a:ext cx="5786437"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itchFamily="18" charset="0"/>
                <a:ea typeface="宋体" pitchFamily="2" charset="-122"/>
              </a:defRPr>
            </a:lvl1pPr>
            <a:lvl2pPr marL="742950" indent="-285750">
              <a:defRPr kumimoji="1" sz="2400">
                <a:solidFill>
                  <a:schemeClr val="tx1"/>
                </a:solidFill>
                <a:latin typeface="Times New Roman" pitchFamily="18" charset="0"/>
                <a:ea typeface="宋体" pitchFamily="2" charset="-122"/>
              </a:defRPr>
            </a:lvl2pPr>
            <a:lvl3pPr marL="1143000" indent="-228600">
              <a:defRPr kumimoji="1" sz="2400">
                <a:solidFill>
                  <a:schemeClr val="tx1"/>
                </a:solidFill>
                <a:latin typeface="Times New Roman" pitchFamily="18" charset="0"/>
                <a:ea typeface="宋体" pitchFamily="2" charset="-122"/>
              </a:defRPr>
            </a:lvl3pPr>
            <a:lvl4pPr marL="1600200" indent="-228600">
              <a:defRPr kumimoji="1" sz="2400">
                <a:solidFill>
                  <a:schemeClr val="tx1"/>
                </a:solidFill>
                <a:latin typeface="Times New Roman" pitchFamily="18" charset="0"/>
                <a:ea typeface="宋体" pitchFamily="2" charset="-122"/>
              </a:defRPr>
            </a:lvl4pPr>
            <a:lvl5pPr marL="2057400" indent="-22860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ctr"/>
            <a:endParaRPr lang="en-US" altLang="zh-CN" sz="3600" b="1">
              <a:latin typeface="微软雅黑" pitchFamily="34" charset="-122"/>
              <a:ea typeface="微软雅黑" pitchFamily="34" charset="-122"/>
            </a:endParaRPr>
          </a:p>
        </p:txBody>
      </p:sp>
      <p:pic>
        <p:nvPicPr>
          <p:cNvPr id="13317" name="Picture 16" descr="图形4"/>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71500" y="4929188"/>
            <a:ext cx="1500188" cy="1317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18" name="Rectangle 5"/>
          <p:cNvSpPr>
            <a:spLocks noChangeArrowheads="1"/>
          </p:cNvSpPr>
          <p:nvPr/>
        </p:nvSpPr>
        <p:spPr bwMode="auto">
          <a:xfrm>
            <a:off x="1214438" y="4429125"/>
            <a:ext cx="7358062" cy="887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lang="zh-CN" altLang="en-US" sz="4800" b="1">
                <a:solidFill>
                  <a:srgbClr val="0000FF"/>
                </a:solidFill>
                <a:latin typeface="微软雅黑" pitchFamily="34" charset="-122"/>
                <a:ea typeface="微软雅黑" pitchFamily="34" charset="-122"/>
              </a:rPr>
              <a:t>第</a:t>
            </a:r>
            <a:r>
              <a:rPr lang="en-US" altLang="zh-CN" sz="4800" b="1">
                <a:solidFill>
                  <a:srgbClr val="0000FF"/>
                </a:solidFill>
                <a:latin typeface="微软雅黑" pitchFamily="34" charset="-122"/>
                <a:ea typeface="微软雅黑" pitchFamily="34" charset="-122"/>
              </a:rPr>
              <a:t>8</a:t>
            </a:r>
            <a:r>
              <a:rPr lang="zh-CN" altLang="en-US" sz="4800" b="1">
                <a:solidFill>
                  <a:srgbClr val="0000FF"/>
                </a:solidFill>
                <a:latin typeface="微软雅黑" pitchFamily="34" charset="-122"/>
                <a:ea typeface="微软雅黑" pitchFamily="34" charset="-122"/>
              </a:rPr>
              <a:t>章  善于利用指针</a:t>
            </a:r>
          </a:p>
        </p:txBody>
      </p:sp>
    </p:spTree>
    <p:extLst>
      <p:ext uri="{BB962C8B-B14F-4D97-AF65-F5344CB8AC3E}">
        <p14:creationId xmlns:p14="http://schemas.microsoft.com/office/powerpoint/2010/main" val="168391064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338" name="Rectangle 5"/>
          <p:cNvSpPr>
            <a:spLocks noChangeArrowheads="1"/>
          </p:cNvSpPr>
          <p:nvPr/>
        </p:nvSpPr>
        <p:spPr bwMode="auto">
          <a:xfrm>
            <a:off x="1428750" y="285750"/>
            <a:ext cx="5595938" cy="887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lang="zh-CN" altLang="en-US" sz="4800" b="1" dirty="0">
                <a:solidFill>
                  <a:srgbClr val="0000FF"/>
                </a:solidFill>
                <a:latin typeface="微软雅黑" pitchFamily="34" charset="-122"/>
                <a:ea typeface="微软雅黑" pitchFamily="34" charset="-122"/>
              </a:rPr>
              <a:t>授课内容</a:t>
            </a:r>
          </a:p>
        </p:txBody>
      </p:sp>
      <p:sp>
        <p:nvSpPr>
          <p:cNvPr id="14339" name="Rectangle 3"/>
          <p:cNvSpPr txBox="1">
            <a:spLocks noChangeArrowheads="1"/>
          </p:cNvSpPr>
          <p:nvPr/>
        </p:nvSpPr>
        <p:spPr bwMode="auto">
          <a:xfrm>
            <a:off x="1000125" y="1214438"/>
            <a:ext cx="7643813" cy="535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kumimoji="1" sz="2400">
                <a:solidFill>
                  <a:schemeClr val="tx1"/>
                </a:solidFill>
                <a:latin typeface="Times New Roman" pitchFamily="18" charset="0"/>
                <a:ea typeface="宋体" pitchFamily="2" charset="-122"/>
              </a:defRPr>
            </a:lvl1pPr>
            <a:lvl2pPr marL="742950" indent="-285750">
              <a:defRPr kumimoji="1" sz="2400">
                <a:solidFill>
                  <a:schemeClr val="tx1"/>
                </a:solidFill>
                <a:latin typeface="Times New Roman" pitchFamily="18" charset="0"/>
                <a:ea typeface="宋体" pitchFamily="2" charset="-122"/>
              </a:defRPr>
            </a:lvl2pPr>
            <a:lvl3pPr marL="1143000" indent="-228600">
              <a:defRPr kumimoji="1" sz="2400">
                <a:solidFill>
                  <a:schemeClr val="tx1"/>
                </a:solidFill>
                <a:latin typeface="Times New Roman" pitchFamily="18" charset="0"/>
                <a:ea typeface="宋体" pitchFamily="2" charset="-122"/>
              </a:defRPr>
            </a:lvl3pPr>
            <a:lvl4pPr marL="1600200" indent="-228600">
              <a:defRPr kumimoji="1" sz="2400">
                <a:solidFill>
                  <a:schemeClr val="tx1"/>
                </a:solidFill>
                <a:latin typeface="Times New Roman" pitchFamily="18" charset="0"/>
                <a:ea typeface="宋体" pitchFamily="2" charset="-122"/>
              </a:defRPr>
            </a:lvl4pPr>
            <a:lvl5pPr marL="2057400" indent="-22860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lnSpc>
                <a:spcPts val="2900"/>
              </a:lnSpc>
              <a:spcBef>
                <a:spcPct val="50000"/>
              </a:spcBef>
              <a:buClr>
                <a:schemeClr val="accent1"/>
              </a:buClr>
              <a:buSzPct val="50000"/>
              <a:buFont typeface="Wingdings" pitchFamily="2" charset="2"/>
              <a:buNone/>
            </a:pPr>
            <a:r>
              <a:rPr lang="en-US" altLang="zh-CN" sz="3200" b="1" dirty="0">
                <a:latin typeface="黑体" pitchFamily="2" charset="-122"/>
                <a:ea typeface="黑体" pitchFamily="2" charset="-122"/>
                <a:hlinkClick r:id="rId2" action="ppaction://hlinksldjump"/>
              </a:rPr>
              <a:t>8.1 </a:t>
            </a:r>
            <a:r>
              <a:rPr lang="zh-CN" altLang="zh-CN" sz="3200" b="1" dirty="0">
                <a:latin typeface="黑体" pitchFamily="2" charset="-122"/>
                <a:ea typeface="黑体" pitchFamily="2" charset="-122"/>
                <a:hlinkClick r:id="rId2" action="ppaction://hlinksldjump"/>
              </a:rPr>
              <a:t>指</a:t>
            </a:r>
            <a:r>
              <a:rPr lang="zh-CN" altLang="en-US" sz="3200" b="1" dirty="0">
                <a:latin typeface="黑体" pitchFamily="2" charset="-122"/>
                <a:ea typeface="黑体" pitchFamily="2" charset="-122"/>
                <a:hlinkClick r:id="rId2" action="ppaction://hlinksldjump"/>
              </a:rPr>
              <a:t>针</a:t>
            </a:r>
            <a:r>
              <a:rPr lang="zh-CN" altLang="zh-CN" sz="3200" b="1" dirty="0">
                <a:latin typeface="黑体" pitchFamily="2" charset="-122"/>
                <a:ea typeface="黑体" pitchFamily="2" charset="-122"/>
                <a:hlinkClick r:id="rId2" action="ppaction://hlinksldjump"/>
              </a:rPr>
              <a:t>是什么</a:t>
            </a:r>
            <a:endParaRPr lang="en-US" altLang="zh-CN" sz="3200" b="1" dirty="0">
              <a:latin typeface="黑体" pitchFamily="2" charset="-122"/>
              <a:ea typeface="黑体" pitchFamily="2" charset="-122"/>
            </a:endParaRPr>
          </a:p>
          <a:p>
            <a:pPr eaLnBrk="1" hangingPunct="1">
              <a:lnSpc>
                <a:spcPts val="2900"/>
              </a:lnSpc>
              <a:spcBef>
                <a:spcPct val="50000"/>
              </a:spcBef>
              <a:buClr>
                <a:schemeClr val="accent1"/>
              </a:buClr>
              <a:buSzPct val="50000"/>
              <a:buFont typeface="Wingdings" pitchFamily="2" charset="2"/>
              <a:buNone/>
            </a:pPr>
            <a:r>
              <a:rPr lang="en-US" altLang="zh-CN" sz="3200" b="1" dirty="0">
                <a:latin typeface="黑体" pitchFamily="2" charset="-122"/>
                <a:ea typeface="黑体" pitchFamily="2" charset="-122"/>
                <a:hlinkClick r:id="rId3" action="ppaction://hlinksldjump"/>
              </a:rPr>
              <a:t>8.2 </a:t>
            </a:r>
            <a:r>
              <a:rPr lang="zh-CN" altLang="zh-CN" sz="3200" b="1" dirty="0">
                <a:latin typeface="黑体" pitchFamily="2" charset="-122"/>
                <a:ea typeface="黑体" pitchFamily="2" charset="-122"/>
                <a:hlinkClick r:id="rId3" action="ppaction://hlinksldjump"/>
              </a:rPr>
              <a:t>指针变量</a:t>
            </a:r>
            <a:endParaRPr lang="en-US" altLang="zh-CN" sz="3200" b="1" dirty="0">
              <a:latin typeface="黑体" pitchFamily="2" charset="-122"/>
              <a:ea typeface="黑体" pitchFamily="2" charset="-122"/>
            </a:endParaRPr>
          </a:p>
          <a:p>
            <a:pPr eaLnBrk="1" hangingPunct="1">
              <a:lnSpc>
                <a:spcPts val="2900"/>
              </a:lnSpc>
              <a:spcBef>
                <a:spcPct val="50000"/>
              </a:spcBef>
              <a:buClr>
                <a:schemeClr val="accent1"/>
              </a:buClr>
              <a:buSzPct val="50000"/>
              <a:buFont typeface="Wingdings" pitchFamily="2" charset="2"/>
              <a:buNone/>
            </a:pPr>
            <a:r>
              <a:rPr lang="en-US" altLang="zh-CN" sz="3200" b="1" dirty="0">
                <a:latin typeface="黑体" pitchFamily="2" charset="-122"/>
                <a:ea typeface="黑体" pitchFamily="2" charset="-122"/>
                <a:hlinkClick r:id="rId4" action="ppaction://hlinksldjump"/>
              </a:rPr>
              <a:t>8.3 </a:t>
            </a:r>
            <a:r>
              <a:rPr lang="zh-CN" altLang="zh-CN" sz="3200" b="1" dirty="0">
                <a:latin typeface="黑体" pitchFamily="2" charset="-122"/>
                <a:ea typeface="黑体" pitchFamily="2" charset="-122"/>
                <a:hlinkClick r:id="rId4" action="ppaction://hlinksldjump"/>
              </a:rPr>
              <a:t>通过指针引用数组</a:t>
            </a:r>
            <a:endParaRPr lang="en-US" altLang="zh-CN" sz="3200" b="1" dirty="0">
              <a:latin typeface="黑体" pitchFamily="2" charset="-122"/>
              <a:ea typeface="黑体" pitchFamily="2" charset="-122"/>
            </a:endParaRPr>
          </a:p>
          <a:p>
            <a:pPr eaLnBrk="1" hangingPunct="1">
              <a:lnSpc>
                <a:spcPts val="2900"/>
              </a:lnSpc>
              <a:spcBef>
                <a:spcPct val="50000"/>
              </a:spcBef>
              <a:buClr>
                <a:schemeClr val="accent1"/>
              </a:buClr>
              <a:buSzPct val="50000"/>
              <a:buFont typeface="Wingdings" pitchFamily="2" charset="2"/>
              <a:buNone/>
            </a:pPr>
            <a:r>
              <a:rPr lang="en-US" altLang="zh-CN" sz="3200" b="1" dirty="0">
                <a:latin typeface="黑体" pitchFamily="2" charset="-122"/>
                <a:ea typeface="黑体" pitchFamily="2" charset="-122"/>
                <a:hlinkClick r:id="rId5" action="ppaction://hlinksldjump"/>
              </a:rPr>
              <a:t>8.4 </a:t>
            </a:r>
            <a:r>
              <a:rPr lang="zh-CN" altLang="zh-CN" sz="3200" b="1" dirty="0">
                <a:latin typeface="黑体" pitchFamily="2" charset="-122"/>
                <a:ea typeface="黑体" pitchFamily="2" charset="-122"/>
                <a:hlinkClick r:id="rId5" action="ppaction://hlinksldjump"/>
              </a:rPr>
              <a:t>通过指针引用字符串</a:t>
            </a:r>
            <a:endParaRPr lang="en-US" altLang="zh-CN" sz="3200" b="1" dirty="0">
              <a:latin typeface="黑体" pitchFamily="2" charset="-122"/>
              <a:ea typeface="黑体" pitchFamily="2" charset="-122"/>
            </a:endParaRPr>
          </a:p>
          <a:p>
            <a:pPr eaLnBrk="1" hangingPunct="1">
              <a:lnSpc>
                <a:spcPts val="2900"/>
              </a:lnSpc>
              <a:spcBef>
                <a:spcPct val="50000"/>
              </a:spcBef>
              <a:buClr>
                <a:schemeClr val="accent1"/>
              </a:buClr>
              <a:buSzPct val="50000"/>
              <a:buFont typeface="Wingdings" pitchFamily="2" charset="2"/>
              <a:buNone/>
            </a:pPr>
            <a:r>
              <a:rPr lang="en-US" altLang="zh-CN" sz="3200" b="1" dirty="0">
                <a:latin typeface="黑体" pitchFamily="2" charset="-122"/>
                <a:ea typeface="黑体" pitchFamily="2" charset="-122"/>
                <a:hlinkClick r:id="" action="ppaction://noaction"/>
              </a:rPr>
              <a:t>8.5</a:t>
            </a:r>
            <a:r>
              <a:rPr lang="zh-CN" altLang="zh-CN" sz="3200" b="1" dirty="0">
                <a:latin typeface="黑体" pitchFamily="2" charset="-122"/>
                <a:ea typeface="黑体" pitchFamily="2" charset="-122"/>
                <a:hlinkClick r:id="" action="ppaction://noaction"/>
              </a:rPr>
              <a:t> 指向函数的指针</a:t>
            </a:r>
            <a:endParaRPr lang="en-US" altLang="zh-CN" sz="3200" b="1" dirty="0">
              <a:latin typeface="黑体" pitchFamily="2" charset="-122"/>
              <a:ea typeface="黑体" pitchFamily="2" charset="-122"/>
            </a:endParaRPr>
          </a:p>
          <a:p>
            <a:pPr eaLnBrk="1" hangingPunct="1">
              <a:lnSpc>
                <a:spcPts val="2900"/>
              </a:lnSpc>
              <a:spcBef>
                <a:spcPct val="50000"/>
              </a:spcBef>
              <a:buClr>
                <a:schemeClr val="accent1"/>
              </a:buClr>
              <a:buSzPct val="50000"/>
              <a:buFont typeface="Wingdings" pitchFamily="2" charset="2"/>
              <a:buNone/>
            </a:pPr>
            <a:r>
              <a:rPr lang="en-US" altLang="zh-CN" sz="3200" b="1" dirty="0">
                <a:latin typeface="黑体" pitchFamily="2" charset="-122"/>
                <a:ea typeface="黑体" pitchFamily="2" charset="-122"/>
                <a:hlinkClick r:id="rId6" action="ppaction://hlinksldjump"/>
              </a:rPr>
              <a:t>8.6 </a:t>
            </a:r>
            <a:r>
              <a:rPr lang="zh-CN" altLang="zh-CN" sz="3200" b="1" dirty="0">
                <a:latin typeface="黑体" pitchFamily="2" charset="-122"/>
                <a:ea typeface="黑体" pitchFamily="2" charset="-122"/>
                <a:hlinkClick r:id="rId6" action="ppaction://hlinksldjump"/>
              </a:rPr>
              <a:t>返回指针值的函数</a:t>
            </a:r>
            <a:endParaRPr lang="en-US" altLang="zh-CN" sz="3200" b="1" dirty="0">
              <a:latin typeface="黑体" pitchFamily="2" charset="-122"/>
              <a:ea typeface="黑体" pitchFamily="2" charset="-122"/>
            </a:endParaRPr>
          </a:p>
          <a:p>
            <a:pPr eaLnBrk="1" hangingPunct="1">
              <a:lnSpc>
                <a:spcPts val="2900"/>
              </a:lnSpc>
              <a:spcBef>
                <a:spcPct val="50000"/>
              </a:spcBef>
              <a:buClr>
                <a:schemeClr val="accent1"/>
              </a:buClr>
              <a:buSzPct val="50000"/>
              <a:buFont typeface="Wingdings" pitchFamily="2" charset="2"/>
              <a:buNone/>
            </a:pPr>
            <a:r>
              <a:rPr lang="en-US" altLang="zh-CN" sz="3200" b="1" dirty="0">
                <a:latin typeface="黑体" pitchFamily="2" charset="-122"/>
                <a:ea typeface="黑体" pitchFamily="2" charset="-122"/>
                <a:hlinkClick r:id="rId7" action="ppaction://hlinksldjump"/>
              </a:rPr>
              <a:t>8.7 </a:t>
            </a:r>
            <a:r>
              <a:rPr lang="zh-CN" altLang="zh-CN" sz="3200" b="1" dirty="0">
                <a:latin typeface="黑体" pitchFamily="2" charset="-122"/>
                <a:ea typeface="黑体" pitchFamily="2" charset="-122"/>
                <a:hlinkClick r:id="rId7" action="ppaction://hlinksldjump"/>
              </a:rPr>
              <a:t>指针数组和多重指针</a:t>
            </a:r>
            <a:endParaRPr lang="en-US" altLang="zh-CN" sz="3200" b="1" dirty="0">
              <a:latin typeface="黑体" pitchFamily="2" charset="-122"/>
              <a:ea typeface="黑体" pitchFamily="2" charset="-122"/>
            </a:endParaRPr>
          </a:p>
          <a:p>
            <a:pPr eaLnBrk="1" hangingPunct="1">
              <a:lnSpc>
                <a:spcPts val="2900"/>
              </a:lnSpc>
              <a:spcBef>
                <a:spcPct val="50000"/>
              </a:spcBef>
              <a:buClr>
                <a:schemeClr val="accent1"/>
              </a:buClr>
              <a:buSzPct val="50000"/>
              <a:buFont typeface="Wingdings" pitchFamily="2" charset="2"/>
              <a:buNone/>
            </a:pPr>
            <a:r>
              <a:rPr lang="en-US" altLang="zh-CN" sz="3200" b="1" dirty="0">
                <a:latin typeface="黑体" pitchFamily="2" charset="-122"/>
                <a:ea typeface="黑体" pitchFamily="2" charset="-122"/>
                <a:hlinkClick r:id="" action="ppaction://noaction"/>
              </a:rPr>
              <a:t>8.8 </a:t>
            </a:r>
            <a:r>
              <a:rPr lang="zh-CN" altLang="zh-CN" sz="3200" b="1" dirty="0">
                <a:latin typeface="黑体" pitchFamily="2" charset="-122"/>
                <a:ea typeface="黑体" pitchFamily="2" charset="-122"/>
                <a:hlinkClick r:id="" action="ppaction://noaction"/>
              </a:rPr>
              <a:t>动态内存分配与指向它的指针变量</a:t>
            </a:r>
            <a:endParaRPr lang="en-US" altLang="zh-CN" sz="3200" b="1" dirty="0">
              <a:latin typeface="黑体" pitchFamily="2" charset="-122"/>
              <a:ea typeface="黑体" pitchFamily="2" charset="-122"/>
            </a:endParaRPr>
          </a:p>
          <a:p>
            <a:pPr eaLnBrk="1" hangingPunct="1">
              <a:lnSpc>
                <a:spcPts val="2900"/>
              </a:lnSpc>
              <a:spcBef>
                <a:spcPct val="50000"/>
              </a:spcBef>
              <a:buClr>
                <a:schemeClr val="accent1"/>
              </a:buClr>
              <a:buSzPct val="50000"/>
              <a:buFont typeface="Wingdings" pitchFamily="2" charset="2"/>
              <a:buNone/>
            </a:pPr>
            <a:r>
              <a:rPr lang="en-US" altLang="zh-CN" sz="3200" b="1" dirty="0">
                <a:latin typeface="黑体" pitchFamily="2" charset="-122"/>
                <a:ea typeface="黑体" pitchFamily="2" charset="-122"/>
                <a:hlinkClick r:id="" action="ppaction://noaction"/>
              </a:rPr>
              <a:t>8.9 </a:t>
            </a:r>
            <a:r>
              <a:rPr lang="zh-CN" altLang="zh-CN" sz="3200" b="1" dirty="0">
                <a:latin typeface="黑体" pitchFamily="2" charset="-122"/>
                <a:ea typeface="黑体" pitchFamily="2" charset="-122"/>
                <a:hlinkClick r:id="" action="ppaction://noaction"/>
              </a:rPr>
              <a:t>有关指针的小结</a:t>
            </a:r>
            <a:endParaRPr lang="en-US" altLang="zh-CN" sz="3200" b="1" dirty="0">
              <a:latin typeface="黑体" pitchFamily="2" charset="-122"/>
              <a:ea typeface="黑体" pitchFamily="2" charset="-122"/>
            </a:endParaRPr>
          </a:p>
        </p:txBody>
      </p:sp>
      <p:pic>
        <p:nvPicPr>
          <p:cNvPr id="4" name="Picture 6" descr="pic1副本"/>
          <p:cNvPicPr>
            <a:picLocks noChangeAspect="1" noChangeArrowheads="1"/>
          </p:cNvPicPr>
          <p:nvPr/>
        </p:nvPicPr>
        <p:blipFill>
          <a:blip r:embed="rId8"/>
          <a:srcRect/>
          <a:stretch>
            <a:fillRect/>
          </a:stretch>
        </p:blipFill>
        <p:spPr bwMode="auto">
          <a:xfrm>
            <a:off x="7308304" y="3645024"/>
            <a:ext cx="1571625" cy="1709737"/>
          </a:xfrm>
          <a:prstGeom prst="rect">
            <a:avLst/>
          </a:prstGeom>
          <a:noFill/>
          <a:ln w="9525">
            <a:noFill/>
            <a:miter lim="800000"/>
            <a:headEnd/>
            <a:tailEnd/>
          </a:ln>
        </p:spPr>
      </p:pic>
    </p:spTree>
    <p:extLst>
      <p:ext uri="{BB962C8B-B14F-4D97-AF65-F5344CB8AC3E}">
        <p14:creationId xmlns:p14="http://schemas.microsoft.com/office/powerpoint/2010/main" val="1180365672"/>
      </p:ext>
    </p:extLst>
  </p:cSld>
  <p:clrMapOvr>
    <a:masterClrMapping/>
  </p:clrMapOvr>
  <p:transition spd="med">
    <p:blinds/>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nchor="t"/>
          <a:lstStyle/>
          <a:p>
            <a:r>
              <a:rPr lang="en-US" altLang="zh-CN" sz="4000" b="1" smtClean="0">
                <a:latin typeface="黑体" pitchFamily="2" charset="-122"/>
                <a:ea typeface="黑体" pitchFamily="2" charset="-122"/>
              </a:rPr>
              <a:t>C</a:t>
            </a:r>
            <a:r>
              <a:rPr lang="zh-CN" altLang="en-US" sz="4000" b="1" smtClean="0">
                <a:latin typeface="黑体" pitchFamily="2" charset="-122"/>
                <a:ea typeface="黑体" pitchFamily="2" charset="-122"/>
              </a:rPr>
              <a:t>程序设计中使用指针可以</a:t>
            </a:r>
            <a:r>
              <a:rPr lang="en-US" altLang="zh-CN" sz="4000" b="1" smtClean="0">
                <a:latin typeface="黑体" pitchFamily="2" charset="-122"/>
                <a:ea typeface="黑体" pitchFamily="2" charset="-122"/>
              </a:rPr>
              <a:t>:</a:t>
            </a:r>
            <a:r>
              <a:rPr lang="en-US" altLang="zh-CN" sz="4000" smtClean="0">
                <a:latin typeface="黑体" pitchFamily="2" charset="-122"/>
                <a:ea typeface="黑体" pitchFamily="2" charset="-122"/>
              </a:rPr>
              <a:t>	</a:t>
            </a:r>
            <a:endParaRPr lang="zh-CN" altLang="en-US" sz="4000" smtClean="0">
              <a:latin typeface="黑体" pitchFamily="2" charset="-122"/>
              <a:ea typeface="黑体" pitchFamily="2" charset="-122"/>
            </a:endParaRPr>
          </a:p>
        </p:txBody>
      </p:sp>
      <p:graphicFrame>
        <p:nvGraphicFramePr>
          <p:cNvPr id="4" name="图示 3"/>
          <p:cNvGraphicFramePr/>
          <p:nvPr/>
        </p:nvGraphicFramePr>
        <p:xfrm>
          <a:off x="1524000" y="1325880"/>
          <a:ext cx="6156960"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01367484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AsOne/>
      </p:bldGraphic>
    </p:bldLst>
  </p:timing>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266904" y="476672"/>
            <a:ext cx="8858250" cy="769937"/>
          </a:xfrm>
        </p:spPr>
        <p:txBody>
          <a:bodyPr/>
          <a:lstStyle/>
          <a:p>
            <a:pPr eaLnBrk="1" hangingPunct="1"/>
            <a:r>
              <a:rPr lang="en-US" altLang="zh-CN" sz="4000" b="1" dirty="0">
                <a:solidFill>
                  <a:schemeClr val="accent2"/>
                </a:solidFill>
                <a:latin typeface="黑体" panose="02010609060101010101" pitchFamily="49" charset="-122"/>
                <a:ea typeface="黑体" panose="02010609060101010101" pitchFamily="49" charset="-122"/>
              </a:rPr>
              <a:t>8.1 </a:t>
            </a:r>
            <a:r>
              <a:rPr lang="zh-CN" altLang="zh-CN" sz="4000" b="1" dirty="0">
                <a:solidFill>
                  <a:schemeClr val="accent2"/>
                </a:solidFill>
                <a:latin typeface="黑体" panose="02010609060101010101" pitchFamily="49" charset="-122"/>
                <a:ea typeface="黑体" panose="02010609060101010101" pitchFamily="49" charset="-122"/>
              </a:rPr>
              <a:t>指</a:t>
            </a:r>
            <a:r>
              <a:rPr lang="zh-CN" altLang="en-US" sz="4000" b="1" dirty="0">
                <a:solidFill>
                  <a:schemeClr val="accent2"/>
                </a:solidFill>
                <a:latin typeface="黑体" panose="02010609060101010101" pitchFamily="49" charset="-122"/>
                <a:ea typeface="黑体" panose="02010609060101010101" pitchFamily="49" charset="-122"/>
              </a:rPr>
              <a:t>针</a:t>
            </a:r>
            <a:r>
              <a:rPr lang="zh-CN" altLang="zh-CN" sz="4000" b="1" dirty="0">
                <a:solidFill>
                  <a:schemeClr val="accent2"/>
                </a:solidFill>
                <a:latin typeface="黑体" panose="02010609060101010101" pitchFamily="49" charset="-122"/>
                <a:ea typeface="黑体" panose="02010609060101010101" pitchFamily="49" charset="-122"/>
              </a:rPr>
              <a:t>是什么</a:t>
            </a:r>
            <a:endParaRPr lang="zh-CN" altLang="en-US" sz="4000" b="1" dirty="0">
              <a:solidFill>
                <a:schemeClr val="accent2"/>
              </a:solidFill>
              <a:latin typeface="黑体" panose="02010609060101010101" pitchFamily="49" charset="-122"/>
              <a:ea typeface="黑体" panose="02010609060101010101" pitchFamily="49" charset="-122"/>
            </a:endParaRPr>
          </a:p>
        </p:txBody>
      </p:sp>
      <p:sp>
        <p:nvSpPr>
          <p:cNvPr id="4099" name="Rectangle 3"/>
          <p:cNvSpPr>
            <a:spLocks noGrp="1" noChangeArrowheads="1"/>
          </p:cNvSpPr>
          <p:nvPr>
            <p:ph type="body" idx="1"/>
          </p:nvPr>
        </p:nvSpPr>
        <p:spPr>
          <a:xfrm>
            <a:off x="203949" y="1484784"/>
            <a:ext cx="8964488" cy="4714875"/>
          </a:xfrm>
        </p:spPr>
        <p:txBody>
          <a:bodyPr/>
          <a:lstStyle/>
          <a:p>
            <a:pPr marL="457200" indent="-457200" eaLnBrk="1" hangingPunct="1">
              <a:lnSpc>
                <a:spcPct val="150000"/>
              </a:lnSpc>
              <a:spcBef>
                <a:spcPts val="0"/>
              </a:spcBef>
              <a:buFont typeface="Wingdings" pitchFamily="2" charset="2"/>
              <a:buChar char="u"/>
            </a:pPr>
            <a:r>
              <a:rPr lang="zh-CN" altLang="zh-CN" sz="2800" dirty="0" smtClean="0">
                <a:latin typeface="黑体" pitchFamily="49" charset="-122"/>
                <a:ea typeface="黑体" pitchFamily="49" charset="-122"/>
              </a:rPr>
              <a:t>如果在程序中定义了一个变量，在对程序进行编译时，系统就会给</a:t>
            </a:r>
            <a:r>
              <a:rPr lang="zh-CN" altLang="en-US" sz="2800" dirty="0" smtClean="0">
                <a:latin typeface="黑体" pitchFamily="49" charset="-122"/>
                <a:ea typeface="黑体" pitchFamily="49" charset="-122"/>
              </a:rPr>
              <a:t>该</a:t>
            </a:r>
            <a:r>
              <a:rPr lang="zh-CN" altLang="zh-CN" sz="2800" dirty="0" smtClean="0">
                <a:latin typeface="黑体" pitchFamily="49" charset="-122"/>
                <a:ea typeface="黑体" pitchFamily="49" charset="-122"/>
              </a:rPr>
              <a:t>变量分配内存单元</a:t>
            </a:r>
            <a:r>
              <a:rPr lang="zh-CN" altLang="en-US" sz="2800" dirty="0">
                <a:latin typeface="黑体" pitchFamily="49" charset="-122"/>
                <a:ea typeface="黑体" pitchFamily="49" charset="-122"/>
              </a:rPr>
              <a:t>。</a:t>
            </a:r>
            <a:endParaRPr lang="en-US" altLang="zh-CN" sz="2800" dirty="0" smtClean="0">
              <a:latin typeface="黑体" pitchFamily="49" charset="-122"/>
              <a:ea typeface="黑体" pitchFamily="49" charset="-122"/>
            </a:endParaRPr>
          </a:p>
          <a:p>
            <a:pPr marL="457200" indent="-457200" eaLnBrk="1" hangingPunct="1">
              <a:lnSpc>
                <a:spcPct val="150000"/>
              </a:lnSpc>
              <a:spcBef>
                <a:spcPts val="0"/>
              </a:spcBef>
              <a:buFont typeface="Wingdings" pitchFamily="2" charset="2"/>
              <a:buChar char="u"/>
            </a:pPr>
            <a:r>
              <a:rPr lang="zh-CN" altLang="zh-CN" sz="2800" dirty="0" smtClean="0">
                <a:latin typeface="黑体" pitchFamily="49" charset="-122"/>
                <a:ea typeface="黑体" pitchFamily="49" charset="-122"/>
              </a:rPr>
              <a:t>编译系统根据程序中定义的</a:t>
            </a:r>
            <a:r>
              <a:rPr lang="zh-CN" altLang="zh-CN" sz="2800" dirty="0" smtClean="0">
                <a:solidFill>
                  <a:srgbClr val="0000FF"/>
                </a:solidFill>
                <a:latin typeface="黑体" pitchFamily="49" charset="-122"/>
                <a:ea typeface="黑体" pitchFamily="49" charset="-122"/>
              </a:rPr>
              <a:t>变量类型</a:t>
            </a:r>
            <a:r>
              <a:rPr lang="zh-CN" altLang="zh-CN" sz="2800" dirty="0" smtClean="0">
                <a:latin typeface="黑体" pitchFamily="49" charset="-122"/>
                <a:ea typeface="黑体" pitchFamily="49" charset="-122"/>
              </a:rPr>
              <a:t>，分配一定</a:t>
            </a:r>
            <a:r>
              <a:rPr lang="zh-CN" altLang="zh-CN" sz="2800" dirty="0" smtClean="0">
                <a:solidFill>
                  <a:srgbClr val="0000FF"/>
                </a:solidFill>
                <a:latin typeface="黑体" pitchFamily="49" charset="-122"/>
                <a:ea typeface="黑体" pitchFamily="49" charset="-122"/>
              </a:rPr>
              <a:t>长度</a:t>
            </a:r>
            <a:r>
              <a:rPr lang="zh-CN" altLang="zh-CN" sz="2800" dirty="0" smtClean="0">
                <a:latin typeface="黑体" pitchFamily="49" charset="-122"/>
                <a:ea typeface="黑体" pitchFamily="49" charset="-122"/>
              </a:rPr>
              <a:t>的空间</a:t>
            </a:r>
            <a:r>
              <a:rPr lang="zh-CN" altLang="en-US" sz="2800" dirty="0" smtClean="0">
                <a:latin typeface="黑体" pitchFamily="49" charset="-122"/>
                <a:ea typeface="黑体" pitchFamily="49" charset="-122"/>
              </a:rPr>
              <a:t>。</a:t>
            </a:r>
            <a:endParaRPr lang="en-US" altLang="zh-CN" sz="2800" dirty="0" smtClean="0">
              <a:latin typeface="黑体" pitchFamily="49" charset="-122"/>
              <a:ea typeface="黑体" pitchFamily="49" charset="-122"/>
            </a:endParaRPr>
          </a:p>
          <a:p>
            <a:pPr marL="457200" indent="-457200" eaLnBrk="1" hangingPunct="1">
              <a:lnSpc>
                <a:spcPct val="150000"/>
              </a:lnSpc>
              <a:spcBef>
                <a:spcPts val="0"/>
              </a:spcBef>
              <a:buFont typeface="Wingdings" pitchFamily="2" charset="2"/>
              <a:buChar char="u"/>
            </a:pPr>
            <a:r>
              <a:rPr lang="zh-CN" altLang="zh-CN" dirty="0" smtClean="0">
                <a:latin typeface="黑体" pitchFamily="49" charset="-122"/>
                <a:ea typeface="黑体" pitchFamily="49" charset="-122"/>
              </a:rPr>
              <a:t>例如，</a:t>
            </a:r>
            <a:r>
              <a:rPr lang="en-US" altLang="zh-CN" dirty="0" smtClean="0">
                <a:latin typeface="黑体" pitchFamily="49" charset="-122"/>
                <a:ea typeface="黑体" pitchFamily="49" charset="-122"/>
              </a:rPr>
              <a:t>VC++</a:t>
            </a:r>
            <a:r>
              <a:rPr lang="zh-CN" altLang="zh-CN" dirty="0" smtClean="0">
                <a:latin typeface="黑体" pitchFamily="49" charset="-122"/>
                <a:ea typeface="黑体" pitchFamily="49" charset="-122"/>
              </a:rPr>
              <a:t>为整型变量分配</a:t>
            </a:r>
            <a:r>
              <a:rPr lang="en-US" altLang="zh-CN" dirty="0" smtClean="0">
                <a:latin typeface="黑体" pitchFamily="49" charset="-122"/>
                <a:ea typeface="黑体" pitchFamily="49" charset="-122"/>
              </a:rPr>
              <a:t>4</a:t>
            </a:r>
            <a:r>
              <a:rPr lang="zh-CN" altLang="zh-CN" dirty="0" smtClean="0">
                <a:latin typeface="黑体" pitchFamily="49" charset="-122"/>
                <a:ea typeface="黑体" pitchFamily="49" charset="-122"/>
              </a:rPr>
              <a:t>个字节，对单精度浮点型变量分配４个字节，对字符型变量分配１个字节</a:t>
            </a:r>
            <a:r>
              <a:rPr lang="zh-CN" altLang="en-US" dirty="0" smtClean="0">
                <a:latin typeface="黑体" pitchFamily="49" charset="-122"/>
                <a:ea typeface="黑体" pitchFamily="49" charset="-122"/>
              </a:rPr>
              <a:t>。</a:t>
            </a:r>
            <a:endParaRPr lang="en-US" altLang="zh-CN" dirty="0" smtClean="0">
              <a:latin typeface="黑体" pitchFamily="49" charset="-122"/>
              <a:ea typeface="黑体" pitchFamily="49" charset="-122"/>
            </a:endParaRPr>
          </a:p>
        </p:txBody>
      </p:sp>
    </p:spTree>
    <p:extLst>
      <p:ext uri="{BB962C8B-B14F-4D97-AF65-F5344CB8AC3E}">
        <p14:creationId xmlns:p14="http://schemas.microsoft.com/office/powerpoint/2010/main" val="94785386"/>
      </p:ext>
    </p:extLst>
  </p:cSld>
  <p:clrMapOvr>
    <a:masterClrMapping/>
  </p:clrMapOvr>
  <p:transition spd="med">
    <p:blinds/>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4099">
                                            <p:txEl>
                                              <p:pRg st="0" end="0"/>
                                            </p:txEl>
                                          </p:spTgt>
                                        </p:tgtEl>
                                        <p:attrNameLst>
                                          <p:attrName>style.visibility</p:attrName>
                                        </p:attrNameLst>
                                      </p:cBhvr>
                                      <p:to>
                                        <p:strVal val="visible"/>
                                      </p:to>
                                    </p:set>
                                    <p:animEffect transition="in" filter="blinds(horizontal)">
                                      <p:cBhvr>
                                        <p:cTn id="7" dur="500"/>
                                        <p:tgtEl>
                                          <p:spTgt spid="409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4099">
                                            <p:txEl>
                                              <p:pRg st="1" end="1"/>
                                            </p:txEl>
                                          </p:spTgt>
                                        </p:tgtEl>
                                        <p:attrNameLst>
                                          <p:attrName>style.visibility</p:attrName>
                                        </p:attrNameLst>
                                      </p:cBhvr>
                                      <p:to>
                                        <p:strVal val="visible"/>
                                      </p:to>
                                    </p:set>
                                    <p:animEffect transition="in" filter="blinds(horizontal)">
                                      <p:cBhvr>
                                        <p:cTn id="12" dur="500"/>
                                        <p:tgtEl>
                                          <p:spTgt spid="409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4099">
                                            <p:txEl>
                                              <p:pRg st="2" end="2"/>
                                            </p:txEl>
                                          </p:spTgt>
                                        </p:tgtEl>
                                        <p:attrNameLst>
                                          <p:attrName>style.visibility</p:attrName>
                                        </p:attrNameLst>
                                      </p:cBhvr>
                                      <p:to>
                                        <p:strVal val="visible"/>
                                      </p:to>
                                    </p:set>
                                    <p:animEffect transition="in" filter="blinds(horizontal)">
                                      <p:cBhvr>
                                        <p:cTn id="17" dur="500"/>
                                        <p:tgtEl>
                                          <p:spTgt spid="409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42" name="Rectangle 2"/>
          <p:cNvSpPr>
            <a:spLocks noGrp="1" noChangeArrowheads="1"/>
          </p:cNvSpPr>
          <p:nvPr>
            <p:ph type="title"/>
          </p:nvPr>
        </p:nvSpPr>
        <p:spPr>
          <a:xfrm>
            <a:off x="142875" y="652463"/>
            <a:ext cx="8858250" cy="769937"/>
          </a:xfrm>
        </p:spPr>
        <p:txBody>
          <a:bodyPr/>
          <a:lstStyle/>
          <a:p>
            <a:pPr eaLnBrk="1" hangingPunct="1">
              <a:defRPr/>
            </a:pPr>
            <a:r>
              <a:rPr lang="en-US" altLang="zh-CN" sz="4000" b="1" dirty="0">
                <a:solidFill>
                  <a:schemeClr val="accent2"/>
                </a:solidFill>
                <a:latin typeface="黑体" panose="02010609060101010101" pitchFamily="49" charset="-122"/>
                <a:ea typeface="黑体" panose="02010609060101010101" pitchFamily="49" charset="-122"/>
              </a:rPr>
              <a:t>8.1 </a:t>
            </a:r>
            <a:r>
              <a:rPr lang="zh-CN" altLang="en-US" sz="4000" b="1" dirty="0">
                <a:solidFill>
                  <a:schemeClr val="accent2"/>
                </a:solidFill>
                <a:latin typeface="黑体" panose="02010609060101010101" pitchFamily="49" charset="-122"/>
                <a:ea typeface="黑体" panose="02010609060101010101" pitchFamily="49" charset="-122"/>
              </a:rPr>
              <a:t>指针</a:t>
            </a:r>
            <a:r>
              <a:rPr lang="zh-CN" altLang="zh-CN" sz="4000" b="1" dirty="0">
                <a:solidFill>
                  <a:schemeClr val="accent2"/>
                </a:solidFill>
                <a:latin typeface="黑体" panose="02010609060101010101" pitchFamily="49" charset="-122"/>
                <a:ea typeface="黑体" panose="02010609060101010101" pitchFamily="49" charset="-122"/>
              </a:rPr>
              <a:t>是什么</a:t>
            </a:r>
            <a:endParaRPr lang="zh-CN" altLang="en-US" sz="4000" b="1" dirty="0">
              <a:solidFill>
                <a:schemeClr val="accent2"/>
              </a:solidFill>
              <a:latin typeface="黑体" panose="02010609060101010101" pitchFamily="49" charset="-122"/>
              <a:ea typeface="黑体" panose="02010609060101010101" pitchFamily="49" charset="-122"/>
            </a:endParaRPr>
          </a:p>
        </p:txBody>
      </p:sp>
      <p:sp>
        <p:nvSpPr>
          <p:cNvPr id="5123" name="Rectangle 3"/>
          <p:cNvSpPr>
            <a:spLocks noGrp="1" noChangeArrowheads="1"/>
          </p:cNvSpPr>
          <p:nvPr>
            <p:ph type="body" idx="1"/>
          </p:nvPr>
        </p:nvSpPr>
        <p:spPr>
          <a:xfrm>
            <a:off x="323528" y="1508125"/>
            <a:ext cx="8501063" cy="4429125"/>
          </a:xfrm>
        </p:spPr>
        <p:txBody>
          <a:bodyPr/>
          <a:lstStyle/>
          <a:p>
            <a:pPr marL="457200" indent="-457200" eaLnBrk="1" hangingPunct="1">
              <a:lnSpc>
                <a:spcPct val="150000"/>
              </a:lnSpc>
              <a:spcBef>
                <a:spcPct val="0"/>
              </a:spcBef>
              <a:buFont typeface="Wingdings" pitchFamily="2" charset="2"/>
              <a:buChar char="u"/>
            </a:pPr>
            <a:r>
              <a:rPr lang="zh-CN" altLang="zh-CN" sz="2800" dirty="0">
                <a:latin typeface="黑体" pitchFamily="49" charset="-122"/>
                <a:ea typeface="黑体" pitchFamily="49" charset="-122"/>
              </a:rPr>
              <a:t>内存区的每一个字节有一个编号，这就是“</a:t>
            </a:r>
            <a:r>
              <a:rPr lang="zh-CN" altLang="zh-CN" sz="2800" dirty="0">
                <a:solidFill>
                  <a:srgbClr val="00B050"/>
                </a:solidFill>
                <a:latin typeface="黑体" pitchFamily="49" charset="-122"/>
                <a:ea typeface="黑体" pitchFamily="49" charset="-122"/>
              </a:rPr>
              <a:t>地址</a:t>
            </a:r>
            <a:r>
              <a:rPr lang="zh-CN" altLang="zh-CN" sz="2800" dirty="0">
                <a:latin typeface="黑体" pitchFamily="49" charset="-122"/>
                <a:ea typeface="黑体" pitchFamily="49" charset="-122"/>
              </a:rPr>
              <a:t>”，它相当于旅馆中的房间号。</a:t>
            </a:r>
            <a:endParaRPr lang="en-US" altLang="zh-CN" sz="2800" dirty="0">
              <a:latin typeface="黑体" pitchFamily="49" charset="-122"/>
              <a:ea typeface="黑体" pitchFamily="49" charset="-122"/>
            </a:endParaRPr>
          </a:p>
          <a:p>
            <a:pPr marL="457200" indent="-457200" eaLnBrk="1" hangingPunct="1">
              <a:lnSpc>
                <a:spcPct val="150000"/>
              </a:lnSpc>
              <a:spcBef>
                <a:spcPct val="0"/>
              </a:spcBef>
              <a:buFont typeface="Wingdings" pitchFamily="2" charset="2"/>
              <a:buChar char="u"/>
            </a:pPr>
            <a:r>
              <a:rPr lang="zh-CN" altLang="zh-CN" sz="2800" dirty="0">
                <a:latin typeface="黑体" pitchFamily="49" charset="-122"/>
                <a:ea typeface="黑体" pitchFamily="49" charset="-122"/>
              </a:rPr>
              <a:t>在地址所标</a:t>
            </a:r>
            <a:r>
              <a:rPr lang="zh-CN" altLang="en-US" sz="2800" dirty="0">
                <a:latin typeface="黑体" pitchFamily="49" charset="-122"/>
                <a:ea typeface="黑体" pitchFamily="49" charset="-122"/>
              </a:rPr>
              <a:t>识</a:t>
            </a:r>
            <a:r>
              <a:rPr lang="zh-CN" altLang="zh-CN" sz="2800" dirty="0">
                <a:latin typeface="黑体" pitchFamily="49" charset="-122"/>
                <a:ea typeface="黑体" pitchFamily="49" charset="-122"/>
              </a:rPr>
              <a:t>的内存单元中存放数据，这相当于旅馆房间中居住的旅客一样。</a:t>
            </a:r>
            <a:endParaRPr lang="en-US" altLang="zh-CN" sz="2800" dirty="0">
              <a:latin typeface="黑体" pitchFamily="49" charset="-122"/>
              <a:ea typeface="黑体" pitchFamily="49" charset="-122"/>
            </a:endParaRPr>
          </a:p>
          <a:p>
            <a:pPr marL="457200" indent="-457200" eaLnBrk="1" hangingPunct="1">
              <a:lnSpc>
                <a:spcPct val="150000"/>
              </a:lnSpc>
              <a:spcBef>
                <a:spcPct val="0"/>
              </a:spcBef>
              <a:buFont typeface="Wingdings" pitchFamily="2" charset="2"/>
              <a:buChar char="u"/>
            </a:pPr>
            <a:r>
              <a:rPr lang="zh-CN" altLang="zh-CN" sz="2800" dirty="0">
                <a:latin typeface="黑体" pitchFamily="49" charset="-122"/>
                <a:ea typeface="黑体" pitchFamily="49" charset="-122"/>
              </a:rPr>
              <a:t>由于通过地址能找到所需的变量单元，我们可以说，</a:t>
            </a:r>
            <a:r>
              <a:rPr lang="zh-CN" altLang="zh-CN" sz="2800" dirty="0">
                <a:solidFill>
                  <a:srgbClr val="0000FF"/>
                </a:solidFill>
                <a:latin typeface="黑体" pitchFamily="49" charset="-122"/>
                <a:ea typeface="黑体" pitchFamily="49" charset="-122"/>
              </a:rPr>
              <a:t>地址指向该变量单元</a:t>
            </a:r>
            <a:r>
              <a:rPr lang="zh-CN" altLang="zh-CN" sz="2800" dirty="0">
                <a:latin typeface="黑体" pitchFamily="49" charset="-122"/>
                <a:ea typeface="黑体" pitchFamily="49" charset="-122"/>
              </a:rPr>
              <a:t>。</a:t>
            </a:r>
            <a:endParaRPr lang="en-US" altLang="zh-CN" sz="2800" dirty="0">
              <a:latin typeface="黑体" pitchFamily="49" charset="-122"/>
              <a:ea typeface="黑体" pitchFamily="49" charset="-122"/>
            </a:endParaRPr>
          </a:p>
          <a:p>
            <a:pPr marL="457200" indent="-457200" eaLnBrk="1" hangingPunct="1">
              <a:lnSpc>
                <a:spcPct val="150000"/>
              </a:lnSpc>
              <a:spcBef>
                <a:spcPct val="0"/>
              </a:spcBef>
              <a:buFont typeface="Wingdings" pitchFamily="2" charset="2"/>
              <a:buChar char="u"/>
            </a:pPr>
            <a:r>
              <a:rPr lang="zh-CN" altLang="zh-CN" sz="2800" dirty="0">
                <a:latin typeface="黑体" pitchFamily="49" charset="-122"/>
                <a:ea typeface="黑体" pitchFamily="49" charset="-122"/>
              </a:rPr>
              <a:t>将</a:t>
            </a:r>
            <a:r>
              <a:rPr lang="zh-CN" altLang="zh-CN" sz="2800" dirty="0">
                <a:solidFill>
                  <a:srgbClr val="0000FF"/>
                </a:solidFill>
                <a:latin typeface="黑体" pitchFamily="49" charset="-122"/>
                <a:ea typeface="黑体" pitchFamily="49" charset="-122"/>
              </a:rPr>
              <a:t>地址</a:t>
            </a:r>
            <a:r>
              <a:rPr lang="zh-CN" altLang="zh-CN" sz="2800" dirty="0">
                <a:latin typeface="黑体" pitchFamily="49" charset="-122"/>
                <a:ea typeface="黑体" pitchFamily="49" charset="-122"/>
              </a:rPr>
              <a:t>形象化地称为</a:t>
            </a:r>
            <a:r>
              <a:rPr lang="zh-CN" altLang="zh-CN" sz="2800" dirty="0" smtClean="0">
                <a:latin typeface="黑体" pitchFamily="49" charset="-122"/>
                <a:ea typeface="黑体" pitchFamily="49" charset="-122"/>
              </a:rPr>
              <a:t>“</a:t>
            </a:r>
            <a:r>
              <a:rPr lang="zh-CN" altLang="zh-CN" sz="2800" dirty="0" smtClean="0">
                <a:solidFill>
                  <a:srgbClr val="C00000"/>
                </a:solidFill>
                <a:latin typeface="黑体" pitchFamily="49" charset="-122"/>
                <a:ea typeface="黑体" pitchFamily="49" charset="-122"/>
              </a:rPr>
              <a:t>指针</a:t>
            </a:r>
            <a:r>
              <a:rPr lang="zh-CN" altLang="zh-CN" sz="2800" dirty="0" smtClean="0">
                <a:latin typeface="黑体" pitchFamily="49" charset="-122"/>
                <a:ea typeface="黑体" pitchFamily="49" charset="-122"/>
              </a:rPr>
              <a:t>”</a:t>
            </a:r>
            <a:r>
              <a:rPr lang="zh-CN" altLang="en-US" sz="2800" dirty="0" smtClean="0">
                <a:latin typeface="黑体" pitchFamily="49" charset="-122"/>
                <a:ea typeface="黑体" pitchFamily="49" charset="-122"/>
              </a:rPr>
              <a:t>。</a:t>
            </a:r>
            <a:endParaRPr lang="en-US" altLang="zh-CN" sz="2800" dirty="0">
              <a:latin typeface="黑体" pitchFamily="49" charset="-122"/>
              <a:ea typeface="黑体" pitchFamily="49" charset="-122"/>
            </a:endParaRPr>
          </a:p>
        </p:txBody>
      </p:sp>
    </p:spTree>
    <p:extLst>
      <p:ext uri="{BB962C8B-B14F-4D97-AF65-F5344CB8AC3E}">
        <p14:creationId xmlns:p14="http://schemas.microsoft.com/office/powerpoint/2010/main" val="146222707"/>
      </p:ext>
    </p:extLst>
  </p:cSld>
  <p:clrMapOvr>
    <a:masterClrMapping/>
  </p:clrMapOvr>
  <p:transition spd="med">
    <p:blinds/>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5123">
                                            <p:txEl>
                                              <p:pRg st="1" end="1"/>
                                            </p:txEl>
                                          </p:spTgt>
                                        </p:tgtEl>
                                        <p:attrNameLst>
                                          <p:attrName>style.visibility</p:attrName>
                                        </p:attrNameLst>
                                      </p:cBhvr>
                                      <p:to>
                                        <p:strVal val="visible"/>
                                      </p:to>
                                    </p:set>
                                    <p:animEffect transition="in" filter="blinds(horizontal)">
                                      <p:cBhvr>
                                        <p:cTn id="7" dur="500"/>
                                        <p:tgtEl>
                                          <p:spTgt spid="5123">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5123">
                                            <p:txEl>
                                              <p:pRg st="2" end="2"/>
                                            </p:txEl>
                                          </p:spTgt>
                                        </p:tgtEl>
                                        <p:attrNameLst>
                                          <p:attrName>style.visibility</p:attrName>
                                        </p:attrNameLst>
                                      </p:cBhvr>
                                      <p:to>
                                        <p:strVal val="visible"/>
                                      </p:to>
                                    </p:set>
                                    <p:animEffect transition="in" filter="blinds(horizontal)">
                                      <p:cBhvr>
                                        <p:cTn id="12" dur="500"/>
                                        <p:tgtEl>
                                          <p:spTgt spid="5123">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5123">
                                            <p:txEl>
                                              <p:pRg st="3" end="3"/>
                                            </p:txEl>
                                          </p:spTgt>
                                        </p:tgtEl>
                                        <p:attrNameLst>
                                          <p:attrName>style.visibility</p:attrName>
                                        </p:attrNameLst>
                                      </p:cBhvr>
                                      <p:to>
                                        <p:strVal val="visible"/>
                                      </p:to>
                                    </p:set>
                                    <p:animEffect transition="in" filter="blinds(horizontal)">
                                      <p:cBhvr>
                                        <p:cTn id="17" dur="500"/>
                                        <p:tgtEl>
                                          <p:spTgt spid="512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434" name="Rectangle 3"/>
          <p:cNvSpPr>
            <a:spLocks noGrp="1" noChangeArrowheads="1"/>
          </p:cNvSpPr>
          <p:nvPr>
            <p:ph type="body" idx="1"/>
          </p:nvPr>
        </p:nvSpPr>
        <p:spPr>
          <a:xfrm>
            <a:off x="683568" y="980728"/>
            <a:ext cx="7920880" cy="2500312"/>
          </a:xfrm>
        </p:spPr>
        <p:txBody>
          <a:bodyPr/>
          <a:lstStyle/>
          <a:p>
            <a:pPr marL="457200" indent="-457200" eaLnBrk="1" hangingPunct="1">
              <a:lnSpc>
                <a:spcPct val="150000"/>
              </a:lnSpc>
              <a:spcBef>
                <a:spcPct val="0"/>
              </a:spcBef>
              <a:buFont typeface="Wingdings" pitchFamily="2" charset="2"/>
              <a:buChar char="u"/>
            </a:pPr>
            <a:r>
              <a:rPr lang="zh-CN" altLang="zh-CN" sz="2800" dirty="0" smtClean="0">
                <a:latin typeface="黑体" pitchFamily="49" charset="-122"/>
                <a:ea typeface="黑体" pitchFamily="49" charset="-122"/>
              </a:rPr>
              <a:t>务必弄清楚存储单元的</a:t>
            </a:r>
            <a:r>
              <a:rPr lang="zh-CN" altLang="zh-CN" sz="2800" dirty="0" smtClean="0">
                <a:solidFill>
                  <a:srgbClr val="9D138D"/>
                </a:solidFill>
                <a:latin typeface="黑体" pitchFamily="49" charset="-122"/>
                <a:ea typeface="黑体" pitchFamily="49" charset="-122"/>
              </a:rPr>
              <a:t>地址</a:t>
            </a:r>
            <a:r>
              <a:rPr lang="zh-CN" altLang="zh-CN" sz="2800" dirty="0" smtClean="0">
                <a:latin typeface="黑体" pitchFamily="49" charset="-122"/>
                <a:ea typeface="黑体" pitchFamily="49" charset="-122"/>
              </a:rPr>
              <a:t>和存储单元的</a:t>
            </a:r>
            <a:r>
              <a:rPr lang="zh-CN" altLang="zh-CN" sz="2800" dirty="0" smtClean="0">
                <a:solidFill>
                  <a:srgbClr val="9D138D"/>
                </a:solidFill>
                <a:latin typeface="黑体" pitchFamily="49" charset="-122"/>
                <a:ea typeface="黑体" pitchFamily="49" charset="-122"/>
              </a:rPr>
              <a:t>内容</a:t>
            </a:r>
            <a:r>
              <a:rPr lang="zh-CN" altLang="zh-CN" sz="2800" dirty="0" smtClean="0">
                <a:latin typeface="黑体" pitchFamily="49" charset="-122"/>
                <a:ea typeface="黑体" pitchFamily="49" charset="-122"/>
              </a:rPr>
              <a:t>这两个概念的区别</a:t>
            </a:r>
            <a:r>
              <a:rPr lang="zh-CN" altLang="en-US" sz="2800" dirty="0">
                <a:latin typeface="黑体" pitchFamily="49" charset="-122"/>
                <a:ea typeface="黑体" pitchFamily="49" charset="-122"/>
              </a:rPr>
              <a:t>。</a:t>
            </a:r>
            <a:endParaRPr lang="en-US" altLang="zh-CN" sz="2800" dirty="0" smtClean="0">
              <a:latin typeface="黑体" pitchFamily="49" charset="-122"/>
              <a:ea typeface="黑体" pitchFamily="49" charset="-122"/>
            </a:endParaRPr>
          </a:p>
          <a:p>
            <a:pPr marL="0" indent="0" eaLnBrk="1" hangingPunct="1">
              <a:lnSpc>
                <a:spcPct val="150000"/>
              </a:lnSpc>
              <a:spcBef>
                <a:spcPct val="0"/>
              </a:spcBef>
            </a:pPr>
            <a:r>
              <a:rPr lang="zh-CN" altLang="en-US" sz="2800" dirty="0" smtClean="0">
                <a:solidFill>
                  <a:srgbClr val="C00000"/>
                </a:solidFill>
                <a:latin typeface="黑体" pitchFamily="49" charset="-122"/>
                <a:ea typeface="黑体" pitchFamily="49" charset="-122"/>
              </a:rPr>
              <a:t>例如：</a:t>
            </a:r>
            <a:endParaRPr lang="en-US" altLang="zh-CN" sz="2800" dirty="0" smtClean="0">
              <a:solidFill>
                <a:srgbClr val="C00000"/>
              </a:solidFill>
              <a:latin typeface="黑体" pitchFamily="49" charset="-122"/>
              <a:ea typeface="黑体" pitchFamily="49" charset="-122"/>
            </a:endParaRPr>
          </a:p>
        </p:txBody>
      </p:sp>
    </p:spTree>
    <p:extLst>
      <p:ext uri="{BB962C8B-B14F-4D97-AF65-F5344CB8AC3E}">
        <p14:creationId xmlns:p14="http://schemas.microsoft.com/office/powerpoint/2010/main" val="3311441335"/>
      </p:ext>
    </p:extLst>
  </p:cSld>
  <p:clrMapOvr>
    <a:masterClrMapping/>
  </p:clrMapOvr>
  <p:transition spd="med">
    <p:blinds/>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 name="Rectangle 3"/>
          <p:cNvSpPr txBox="1">
            <a:spLocks noChangeArrowheads="1"/>
          </p:cNvSpPr>
          <p:nvPr/>
        </p:nvSpPr>
        <p:spPr bwMode="auto">
          <a:xfrm>
            <a:off x="214313" y="642938"/>
            <a:ext cx="3571875" cy="785812"/>
          </a:xfrm>
          <a:prstGeom prst="rect">
            <a:avLst/>
          </a:prstGeom>
          <a:noFill/>
          <a:ln w="9525">
            <a:noFill/>
            <a:miter lim="800000"/>
            <a:headEnd/>
            <a:tailEnd/>
          </a:ln>
        </p:spPr>
        <p:txBody>
          <a:bodyPr/>
          <a:lstStyle/>
          <a:p>
            <a:pPr marL="342900" indent="-342900">
              <a:lnSpc>
                <a:spcPct val="120000"/>
              </a:lnSpc>
              <a:spcBef>
                <a:spcPts val="0"/>
              </a:spcBef>
              <a:defRPr/>
            </a:pPr>
            <a:r>
              <a:rPr lang="en-US" altLang="zh-CN" sz="2800" b="1" kern="0" dirty="0" err="1">
                <a:solidFill>
                  <a:srgbClr val="00B050"/>
                </a:solidFill>
                <a:latin typeface="+mn-lt"/>
                <a:ea typeface="+mn-ea"/>
              </a:rPr>
              <a:t>int</a:t>
            </a:r>
            <a:r>
              <a:rPr lang="en-US" altLang="zh-CN" sz="2800" b="1" kern="0" dirty="0">
                <a:solidFill>
                  <a:srgbClr val="00B050"/>
                </a:solidFill>
                <a:latin typeface="+mn-lt"/>
                <a:ea typeface="+mn-ea"/>
              </a:rPr>
              <a:t> </a:t>
            </a:r>
            <a:r>
              <a:rPr lang="en-US" altLang="zh-CN" sz="2800" b="1" kern="0" dirty="0" err="1">
                <a:solidFill>
                  <a:srgbClr val="00B050"/>
                </a:solidFill>
                <a:latin typeface="+mn-lt"/>
                <a:ea typeface="+mn-ea"/>
              </a:rPr>
              <a:t>i</a:t>
            </a:r>
            <a:r>
              <a:rPr lang="en-US" altLang="zh-CN" sz="2800" b="1" kern="0" dirty="0">
                <a:solidFill>
                  <a:srgbClr val="00B050"/>
                </a:solidFill>
                <a:latin typeface="+mn-lt"/>
                <a:ea typeface="+mn-ea"/>
              </a:rPr>
              <a:t>=3,j=6,k;</a:t>
            </a:r>
          </a:p>
        </p:txBody>
      </p:sp>
      <p:sp>
        <p:nvSpPr>
          <p:cNvPr id="7" name="Rectangle 3"/>
          <p:cNvSpPr txBox="1">
            <a:spLocks noChangeArrowheads="1"/>
          </p:cNvSpPr>
          <p:nvPr/>
        </p:nvSpPr>
        <p:spPr bwMode="auto">
          <a:xfrm>
            <a:off x="214313" y="1428750"/>
            <a:ext cx="3214687" cy="785813"/>
          </a:xfrm>
          <a:prstGeom prst="rect">
            <a:avLst/>
          </a:prstGeom>
          <a:noFill/>
          <a:ln w="9525">
            <a:noFill/>
            <a:miter lim="800000"/>
            <a:headEnd/>
            <a:tailEnd/>
          </a:ln>
        </p:spPr>
        <p:txBody>
          <a:bodyPr/>
          <a:lstStyle/>
          <a:p>
            <a:pPr marL="342900" indent="-342900">
              <a:lnSpc>
                <a:spcPct val="120000"/>
              </a:lnSpc>
              <a:spcBef>
                <a:spcPts val="0"/>
              </a:spcBef>
              <a:defRPr/>
            </a:pPr>
            <a:r>
              <a:rPr lang="en-US" altLang="zh-CN" sz="2800" b="1" kern="0" dirty="0" err="1">
                <a:solidFill>
                  <a:srgbClr val="00B050"/>
                </a:solidFill>
                <a:latin typeface="+mn-lt"/>
                <a:ea typeface="+mn-ea"/>
              </a:rPr>
              <a:t>printf</a:t>
            </a:r>
            <a:r>
              <a:rPr lang="en-US" altLang="zh-CN" sz="2800" b="1" kern="0" dirty="0">
                <a:solidFill>
                  <a:srgbClr val="00B050"/>
                </a:solidFill>
                <a:latin typeface="+mn-lt"/>
                <a:ea typeface="+mn-ea"/>
              </a:rPr>
              <a:t>(“%</a:t>
            </a:r>
            <a:r>
              <a:rPr lang="en-US" altLang="zh-CN" sz="2800" b="1" kern="0" dirty="0" err="1">
                <a:solidFill>
                  <a:srgbClr val="00B050"/>
                </a:solidFill>
                <a:latin typeface="+mn-lt"/>
                <a:ea typeface="+mn-ea"/>
              </a:rPr>
              <a:t>d”,i</a:t>
            </a:r>
            <a:r>
              <a:rPr lang="en-US" altLang="zh-CN" sz="2800" b="1" kern="0" dirty="0">
                <a:solidFill>
                  <a:srgbClr val="00B050"/>
                </a:solidFill>
                <a:latin typeface="+mn-lt"/>
                <a:ea typeface="+mn-ea"/>
              </a:rPr>
              <a:t>);</a:t>
            </a:r>
          </a:p>
        </p:txBody>
      </p:sp>
      <p:sp>
        <p:nvSpPr>
          <p:cNvPr id="8" name="圆角矩形标注 7"/>
          <p:cNvSpPr>
            <a:spLocks noChangeArrowheads="1"/>
          </p:cNvSpPr>
          <p:nvPr/>
        </p:nvSpPr>
        <p:spPr bwMode="auto">
          <a:xfrm>
            <a:off x="285750" y="2428875"/>
            <a:ext cx="2357438" cy="642938"/>
          </a:xfrm>
          <a:prstGeom prst="wedgeRoundRectCallout">
            <a:avLst>
              <a:gd name="adj1" fmla="val 60991"/>
              <a:gd name="adj2" fmla="val -125898"/>
              <a:gd name="adj3" fmla="val 16667"/>
            </a:avLst>
          </a:prstGeom>
          <a:solidFill>
            <a:srgbClr val="FFFFCC"/>
          </a:solidFill>
          <a:ln w="9525" algn="ctr">
            <a:solidFill>
              <a:schemeClr val="tx1"/>
            </a:solidFill>
            <a:miter lim="800000"/>
            <a:headEnd/>
            <a:tailEnd/>
          </a:ln>
        </p:spPr>
        <p:txBody>
          <a:bodyPr/>
          <a:lstStyle/>
          <a:p>
            <a:pPr algn="ctr"/>
            <a:r>
              <a:rPr lang="zh-CN" altLang="zh-CN" sz="2800" b="1" dirty="0">
                <a:latin typeface="黑体" pitchFamily="49" charset="-122"/>
                <a:ea typeface="黑体" pitchFamily="49" charset="-122"/>
              </a:rPr>
              <a:t>通过变量名</a:t>
            </a:r>
            <a:r>
              <a:rPr lang="en-US" altLang="zh-CN" sz="2800" b="1" dirty="0">
                <a:solidFill>
                  <a:srgbClr val="FF0000"/>
                </a:solidFill>
              </a:rPr>
              <a:t>i</a:t>
            </a:r>
            <a:endParaRPr lang="zh-CN" altLang="en-US" sz="2800" b="1" dirty="0">
              <a:solidFill>
                <a:srgbClr val="FF0000"/>
              </a:solidFill>
            </a:endParaRPr>
          </a:p>
        </p:txBody>
      </p:sp>
      <p:sp>
        <p:nvSpPr>
          <p:cNvPr id="9" name="圆角矩形标注 8"/>
          <p:cNvSpPr>
            <a:spLocks noChangeArrowheads="1"/>
          </p:cNvSpPr>
          <p:nvPr/>
        </p:nvSpPr>
        <p:spPr bwMode="auto">
          <a:xfrm>
            <a:off x="285750" y="3500438"/>
            <a:ext cx="3000375" cy="1643062"/>
          </a:xfrm>
          <a:prstGeom prst="wedgeRoundRectCallout">
            <a:avLst>
              <a:gd name="adj1" fmla="val 53130"/>
              <a:gd name="adj2" fmla="val -100222"/>
              <a:gd name="adj3" fmla="val 16667"/>
            </a:avLst>
          </a:prstGeom>
          <a:solidFill>
            <a:srgbClr val="FFFFCC"/>
          </a:solidFill>
          <a:ln w="9525" algn="ctr">
            <a:solidFill>
              <a:schemeClr val="tx1"/>
            </a:solidFill>
            <a:miter lim="800000"/>
            <a:headEnd/>
            <a:tailEnd/>
          </a:ln>
        </p:spPr>
        <p:txBody>
          <a:bodyPr/>
          <a:lstStyle/>
          <a:p>
            <a:r>
              <a:rPr lang="zh-CN" altLang="zh-CN" sz="2800" b="1" dirty="0">
                <a:latin typeface="黑体" pitchFamily="49" charset="-122"/>
                <a:ea typeface="黑体" pitchFamily="49" charset="-122"/>
              </a:rPr>
              <a:t>找到</a:t>
            </a:r>
            <a:r>
              <a:rPr lang="en-US" altLang="zh-CN" sz="2800" b="1" dirty="0">
                <a:solidFill>
                  <a:srgbClr val="FF0000"/>
                </a:solidFill>
                <a:latin typeface="黑体" pitchFamily="49" charset="-122"/>
                <a:ea typeface="黑体" pitchFamily="49" charset="-122"/>
              </a:rPr>
              <a:t>i</a:t>
            </a:r>
            <a:r>
              <a:rPr lang="zh-CN" altLang="zh-CN" sz="2800" b="1" dirty="0">
                <a:latin typeface="黑体" pitchFamily="49" charset="-122"/>
                <a:ea typeface="黑体" pitchFamily="49" charset="-122"/>
              </a:rPr>
              <a:t>的地址</a:t>
            </a:r>
            <a:r>
              <a:rPr lang="en-US" altLang="zh-CN" sz="2800" b="1" dirty="0">
                <a:latin typeface="黑体" pitchFamily="49" charset="-122"/>
                <a:ea typeface="黑体" pitchFamily="49" charset="-122"/>
              </a:rPr>
              <a:t>2000</a:t>
            </a:r>
            <a:r>
              <a:rPr lang="zh-CN" altLang="zh-CN" sz="2800" b="1" dirty="0">
                <a:latin typeface="黑体" pitchFamily="49" charset="-122"/>
                <a:ea typeface="黑体" pitchFamily="49" charset="-122"/>
              </a:rPr>
              <a:t>，从而</a:t>
            </a:r>
            <a:r>
              <a:rPr lang="zh-CN" altLang="en-US" sz="2800" b="1" dirty="0">
                <a:latin typeface="黑体" pitchFamily="49" charset="-122"/>
                <a:ea typeface="黑体" pitchFamily="49" charset="-122"/>
              </a:rPr>
              <a:t>从</a:t>
            </a:r>
            <a:r>
              <a:rPr lang="zh-CN" altLang="zh-CN" sz="2800" b="1" dirty="0">
                <a:latin typeface="黑体" pitchFamily="49" charset="-122"/>
                <a:ea typeface="黑体" pitchFamily="49" charset="-122"/>
              </a:rPr>
              <a:t>存储单元</a:t>
            </a:r>
            <a:r>
              <a:rPr lang="zh-CN" altLang="en-US" sz="2800" b="1" dirty="0">
                <a:latin typeface="黑体" pitchFamily="49" charset="-122"/>
                <a:ea typeface="黑体" pitchFamily="49" charset="-122"/>
              </a:rPr>
              <a:t>读</a:t>
            </a:r>
            <a:r>
              <a:rPr lang="zh-CN" altLang="zh-CN" sz="2800" b="1" dirty="0">
                <a:latin typeface="黑体" pitchFamily="49" charset="-122"/>
                <a:ea typeface="黑体" pitchFamily="49" charset="-122"/>
              </a:rPr>
              <a:t>取</a:t>
            </a:r>
            <a:r>
              <a:rPr lang="en-US" altLang="zh-CN" sz="2800" b="1" dirty="0">
                <a:latin typeface="黑体" pitchFamily="49" charset="-122"/>
                <a:ea typeface="黑体" pitchFamily="49" charset="-122"/>
              </a:rPr>
              <a:t>3</a:t>
            </a:r>
            <a:endParaRPr lang="zh-CN" altLang="en-US" sz="2800" b="1" dirty="0">
              <a:latin typeface="黑体" pitchFamily="49" charset="-122"/>
              <a:ea typeface="黑体" pitchFamily="49" charset="-122"/>
            </a:endParaRPr>
          </a:p>
        </p:txBody>
      </p:sp>
      <p:pic>
        <p:nvPicPr>
          <p:cNvPr id="235523" name="Picture 3"/>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357563" y="26988"/>
            <a:ext cx="5786437" cy="661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463"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71938" y="2286000"/>
            <a:ext cx="582612" cy="2989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14476124"/>
      </p:ext>
    </p:extLst>
  </p:cSld>
  <p:clrMapOvr>
    <a:masterClrMapping/>
  </p:clrMapOvr>
  <p:transition spd="med">
    <p:blinds/>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235523"/>
                                        </p:tgtEl>
                                        <p:attrNameLst>
                                          <p:attrName>style.visibility</p:attrName>
                                        </p:attrNameLst>
                                      </p:cBhvr>
                                      <p:to>
                                        <p:strVal val="visible"/>
                                      </p:to>
                                    </p:set>
                                    <p:animEffect transition="in" filter="blinds(horizontal)">
                                      <p:cBhvr>
                                        <p:cTn id="12" dur="500"/>
                                        <p:tgtEl>
                                          <p:spTgt spid="23552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blinds(horizontal)">
                                      <p:cBhvr>
                                        <p:cTn id="17" dur="500"/>
                                        <p:tgtEl>
                                          <p:spTgt spid="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blinds(horizontal)">
                                      <p:cBhvr>
                                        <p:cTn id="22" dur="500"/>
                                        <p:tgtEl>
                                          <p:spTgt spid="8"/>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blinds(horizontal)">
                                      <p:cBhvr>
                                        <p:cTn id="2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animBg="1"/>
      <p:bldP spid="9" grpId="0" animBg="1"/>
    </p:bldLst>
  </p:timing>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 name="Rectangle 3"/>
          <p:cNvSpPr txBox="1">
            <a:spLocks noChangeArrowheads="1"/>
          </p:cNvSpPr>
          <p:nvPr/>
        </p:nvSpPr>
        <p:spPr bwMode="auto">
          <a:xfrm>
            <a:off x="214313" y="642938"/>
            <a:ext cx="3571875" cy="785812"/>
          </a:xfrm>
          <a:prstGeom prst="rect">
            <a:avLst/>
          </a:prstGeom>
          <a:noFill/>
          <a:ln w="9525">
            <a:noFill/>
            <a:miter lim="800000"/>
            <a:headEnd/>
            <a:tailEnd/>
          </a:ln>
        </p:spPr>
        <p:txBody>
          <a:bodyPr/>
          <a:lstStyle/>
          <a:p>
            <a:pPr marL="342900" indent="-342900">
              <a:lnSpc>
                <a:spcPct val="120000"/>
              </a:lnSpc>
              <a:spcBef>
                <a:spcPts val="0"/>
              </a:spcBef>
              <a:defRPr/>
            </a:pPr>
            <a:r>
              <a:rPr lang="en-US" altLang="zh-CN" sz="2800" b="1" kern="0" dirty="0" err="1">
                <a:solidFill>
                  <a:srgbClr val="00B050"/>
                </a:solidFill>
                <a:latin typeface="+mn-lt"/>
                <a:ea typeface="+mn-ea"/>
              </a:rPr>
              <a:t>int</a:t>
            </a:r>
            <a:r>
              <a:rPr lang="en-US" altLang="zh-CN" sz="2800" b="1" kern="0" dirty="0">
                <a:solidFill>
                  <a:srgbClr val="00B050"/>
                </a:solidFill>
                <a:latin typeface="+mn-lt"/>
                <a:ea typeface="+mn-ea"/>
              </a:rPr>
              <a:t> </a:t>
            </a:r>
            <a:r>
              <a:rPr lang="en-US" altLang="zh-CN" sz="2800" b="1" kern="0" dirty="0" err="1">
                <a:solidFill>
                  <a:srgbClr val="00B050"/>
                </a:solidFill>
                <a:latin typeface="+mn-lt"/>
                <a:ea typeface="+mn-ea"/>
              </a:rPr>
              <a:t>i</a:t>
            </a:r>
            <a:r>
              <a:rPr lang="en-US" altLang="zh-CN" sz="2800" b="1" kern="0" dirty="0">
                <a:solidFill>
                  <a:srgbClr val="00B050"/>
                </a:solidFill>
                <a:latin typeface="+mn-lt"/>
                <a:ea typeface="+mn-ea"/>
              </a:rPr>
              <a:t>=3,j=6,k;</a:t>
            </a:r>
          </a:p>
        </p:txBody>
      </p:sp>
      <p:sp>
        <p:nvSpPr>
          <p:cNvPr id="7" name="Rectangle 3"/>
          <p:cNvSpPr txBox="1">
            <a:spLocks noChangeArrowheads="1"/>
          </p:cNvSpPr>
          <p:nvPr/>
        </p:nvSpPr>
        <p:spPr bwMode="auto">
          <a:xfrm>
            <a:off x="214313" y="1357313"/>
            <a:ext cx="1857375" cy="785812"/>
          </a:xfrm>
          <a:prstGeom prst="rect">
            <a:avLst/>
          </a:prstGeom>
          <a:noFill/>
          <a:ln w="9525">
            <a:noFill/>
            <a:miter lim="800000"/>
            <a:headEnd/>
            <a:tailEnd/>
          </a:ln>
        </p:spPr>
        <p:txBody>
          <a:bodyPr/>
          <a:lstStyle/>
          <a:p>
            <a:pPr marL="342900" indent="-342900">
              <a:lnSpc>
                <a:spcPct val="120000"/>
              </a:lnSpc>
              <a:spcBef>
                <a:spcPts val="0"/>
              </a:spcBef>
              <a:defRPr/>
            </a:pPr>
            <a:r>
              <a:rPr lang="en-US" altLang="zh-CN" sz="2800" b="1" kern="0" dirty="0">
                <a:solidFill>
                  <a:srgbClr val="00B050"/>
                </a:solidFill>
                <a:latin typeface="+mn-lt"/>
                <a:ea typeface="+mn-ea"/>
              </a:rPr>
              <a:t>k=</a:t>
            </a:r>
            <a:r>
              <a:rPr lang="en-US" altLang="zh-CN" sz="2800" b="1" kern="0" dirty="0" err="1">
                <a:solidFill>
                  <a:srgbClr val="00B050"/>
                </a:solidFill>
                <a:latin typeface="+mn-lt"/>
                <a:ea typeface="+mn-ea"/>
              </a:rPr>
              <a:t>i+j</a:t>
            </a:r>
            <a:r>
              <a:rPr lang="en-US" altLang="zh-CN" sz="2800" b="1" kern="0" dirty="0">
                <a:solidFill>
                  <a:srgbClr val="00B050"/>
                </a:solidFill>
                <a:latin typeface="+mn-lt"/>
                <a:ea typeface="+mn-ea"/>
              </a:rPr>
              <a:t>;</a:t>
            </a:r>
          </a:p>
        </p:txBody>
      </p:sp>
      <p:sp>
        <p:nvSpPr>
          <p:cNvPr id="8" name="圆角矩形标注 7"/>
          <p:cNvSpPr>
            <a:spLocks noChangeArrowheads="1"/>
          </p:cNvSpPr>
          <p:nvPr/>
        </p:nvSpPr>
        <p:spPr bwMode="auto">
          <a:xfrm>
            <a:off x="684213" y="2143125"/>
            <a:ext cx="1958975" cy="642938"/>
          </a:xfrm>
          <a:prstGeom prst="wedgeRoundRectCallout">
            <a:avLst>
              <a:gd name="adj1" fmla="val 71315"/>
              <a:gd name="adj2" fmla="val 16421"/>
              <a:gd name="adj3" fmla="val 16667"/>
            </a:avLst>
          </a:prstGeom>
          <a:solidFill>
            <a:srgbClr val="FFFFCC"/>
          </a:solidFill>
          <a:ln w="9525" algn="ctr">
            <a:solidFill>
              <a:schemeClr val="tx1"/>
            </a:solidFill>
            <a:miter lim="800000"/>
            <a:headEnd/>
            <a:tailEnd/>
          </a:ln>
        </p:spPr>
        <p:txBody>
          <a:bodyPr/>
          <a:lstStyle/>
          <a:p>
            <a:pPr algn="ctr"/>
            <a:r>
              <a:rPr lang="zh-CN" altLang="en-US" sz="2800" b="1" dirty="0">
                <a:latin typeface="黑体" pitchFamily="49" charset="-122"/>
                <a:ea typeface="黑体" pitchFamily="49" charset="-122"/>
              </a:rPr>
              <a:t>从这里取</a:t>
            </a:r>
            <a:r>
              <a:rPr lang="en-US" altLang="zh-CN" sz="2800" b="1" dirty="0"/>
              <a:t>3</a:t>
            </a:r>
            <a:endParaRPr lang="zh-CN" altLang="en-US" sz="2800" b="1" dirty="0">
              <a:solidFill>
                <a:srgbClr val="FF0000"/>
              </a:solidFill>
            </a:endParaRPr>
          </a:p>
        </p:txBody>
      </p:sp>
      <p:sp>
        <p:nvSpPr>
          <p:cNvPr id="9" name="圆角矩形标注 8"/>
          <p:cNvSpPr>
            <a:spLocks noChangeArrowheads="1"/>
          </p:cNvSpPr>
          <p:nvPr/>
        </p:nvSpPr>
        <p:spPr bwMode="auto">
          <a:xfrm>
            <a:off x="428625" y="4214813"/>
            <a:ext cx="2357438" cy="571500"/>
          </a:xfrm>
          <a:prstGeom prst="wedgeRoundRectCallout">
            <a:avLst>
              <a:gd name="adj1" fmla="val 68060"/>
              <a:gd name="adj2" fmla="val -163056"/>
              <a:gd name="adj3" fmla="val 16667"/>
            </a:avLst>
          </a:prstGeom>
          <a:solidFill>
            <a:srgbClr val="FFFFCC"/>
          </a:solidFill>
          <a:ln w="9525" algn="ctr">
            <a:solidFill>
              <a:schemeClr val="tx1"/>
            </a:solidFill>
            <a:miter lim="800000"/>
            <a:headEnd/>
            <a:tailEnd/>
          </a:ln>
        </p:spPr>
        <p:txBody>
          <a:bodyPr/>
          <a:lstStyle/>
          <a:p>
            <a:r>
              <a:rPr lang="zh-CN" altLang="en-US" sz="2800" b="1" dirty="0">
                <a:latin typeface="黑体" pitchFamily="49" charset="-122"/>
                <a:ea typeface="黑体" pitchFamily="49" charset="-122"/>
              </a:rPr>
              <a:t>将</a:t>
            </a:r>
            <a:r>
              <a:rPr lang="en-US" altLang="zh-CN" sz="2800" b="1" dirty="0">
                <a:latin typeface="黑体" pitchFamily="49" charset="-122"/>
                <a:ea typeface="黑体" pitchFamily="49" charset="-122"/>
              </a:rPr>
              <a:t>9</a:t>
            </a:r>
            <a:r>
              <a:rPr lang="zh-CN" altLang="en-US" sz="2800" b="1" dirty="0">
                <a:latin typeface="黑体" pitchFamily="49" charset="-122"/>
                <a:ea typeface="黑体" pitchFamily="49" charset="-122"/>
              </a:rPr>
              <a:t>送到这里</a:t>
            </a:r>
          </a:p>
        </p:txBody>
      </p:sp>
      <p:sp>
        <p:nvSpPr>
          <p:cNvPr id="10" name="圆角矩形标注 9"/>
          <p:cNvSpPr>
            <a:spLocks noChangeArrowheads="1"/>
          </p:cNvSpPr>
          <p:nvPr/>
        </p:nvSpPr>
        <p:spPr bwMode="auto">
          <a:xfrm>
            <a:off x="714375" y="2928938"/>
            <a:ext cx="2000250" cy="642937"/>
          </a:xfrm>
          <a:prstGeom prst="wedgeRoundRectCallout">
            <a:avLst>
              <a:gd name="adj1" fmla="val 71088"/>
              <a:gd name="adj2" fmla="val -36282"/>
              <a:gd name="adj3" fmla="val 16667"/>
            </a:avLst>
          </a:prstGeom>
          <a:solidFill>
            <a:srgbClr val="FFFFCC"/>
          </a:solidFill>
          <a:ln w="9525" algn="ctr">
            <a:solidFill>
              <a:schemeClr val="tx1"/>
            </a:solidFill>
            <a:miter lim="800000"/>
            <a:headEnd/>
            <a:tailEnd/>
          </a:ln>
        </p:spPr>
        <p:txBody>
          <a:bodyPr/>
          <a:lstStyle/>
          <a:p>
            <a:pPr algn="ctr"/>
            <a:r>
              <a:rPr lang="zh-CN" altLang="en-US" sz="2800" b="1" dirty="0">
                <a:latin typeface="黑体" pitchFamily="49" charset="-122"/>
                <a:ea typeface="黑体" pitchFamily="49" charset="-122"/>
              </a:rPr>
              <a:t>从这里取</a:t>
            </a:r>
            <a:r>
              <a:rPr lang="en-US" altLang="zh-CN" sz="2800" b="1" dirty="0"/>
              <a:t>6</a:t>
            </a:r>
            <a:endParaRPr lang="zh-CN" altLang="en-US" sz="2800" b="1" dirty="0">
              <a:solidFill>
                <a:srgbClr val="FF0000"/>
              </a:solidFill>
            </a:endParaRPr>
          </a:p>
        </p:txBody>
      </p:sp>
      <p:sp>
        <p:nvSpPr>
          <p:cNvPr id="11" name="横卷形 10"/>
          <p:cNvSpPr>
            <a:spLocks noChangeArrowheads="1"/>
          </p:cNvSpPr>
          <p:nvPr/>
        </p:nvSpPr>
        <p:spPr bwMode="auto">
          <a:xfrm>
            <a:off x="428625" y="5357813"/>
            <a:ext cx="2357438" cy="785812"/>
          </a:xfrm>
          <a:prstGeom prst="horizontalScroll">
            <a:avLst>
              <a:gd name="adj" fmla="val 12500"/>
            </a:avLst>
          </a:prstGeom>
          <a:solidFill>
            <a:srgbClr val="E1FFE1"/>
          </a:solidFill>
          <a:ln w="9525" algn="ctr">
            <a:solidFill>
              <a:schemeClr val="tx1"/>
            </a:solidFill>
            <a:miter lim="800000"/>
            <a:headEnd/>
            <a:tailEnd/>
          </a:ln>
        </p:spPr>
        <p:txBody>
          <a:bodyPr wrap="none"/>
          <a:lstStyle/>
          <a:p>
            <a:pPr algn="ctr"/>
            <a:r>
              <a:rPr lang="zh-CN" altLang="en-US" sz="3200" b="1" dirty="0">
                <a:solidFill>
                  <a:srgbClr val="FF0000"/>
                </a:solidFill>
                <a:latin typeface="黑体" pitchFamily="49" charset="-122"/>
                <a:ea typeface="黑体" pitchFamily="49" charset="-122"/>
              </a:rPr>
              <a:t>直接存取</a:t>
            </a:r>
          </a:p>
        </p:txBody>
      </p:sp>
      <p:pic>
        <p:nvPicPr>
          <p:cNvPr id="20488" name="Picture 3"/>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357563" y="26988"/>
            <a:ext cx="5786437" cy="661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72125" y="3286125"/>
            <a:ext cx="590550" cy="357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490"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71938" y="2286000"/>
            <a:ext cx="582612" cy="2989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58673636"/>
      </p:ext>
    </p:extLst>
  </p:cSld>
  <p:clrMapOvr>
    <a:masterClrMapping/>
  </p:clrMapOvr>
  <p:transition spd="med">
    <p:blinds/>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blinds(horizontal)">
                                      <p:cBhvr>
                                        <p:cTn id="12" dur="500"/>
                                        <p:tgtEl>
                                          <p:spTgt spid="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blinds(horizontal)">
                                      <p:cBhvr>
                                        <p:cTn id="17" dur="500"/>
                                        <p:tgtEl>
                                          <p:spTgt spid="1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blinds(horizontal)">
                                      <p:cBhvr>
                                        <p:cTn id="22" dur="500"/>
                                        <p:tgtEl>
                                          <p:spTgt spid="9"/>
                                        </p:tgtEl>
                                      </p:cBhvr>
                                    </p:animEffect>
                                  </p:childTnLst>
                                </p:cTn>
                              </p:par>
                            </p:childTnLst>
                          </p:cTn>
                        </p:par>
                        <p:par>
                          <p:cTn id="23" fill="hold" nodeType="afterGroup">
                            <p:stCondLst>
                              <p:cond delay="500"/>
                            </p:stCondLst>
                            <p:childTnLst>
                              <p:par>
                                <p:cTn id="24" presetID="15" presetClass="entr" presetSubtype="0" fill="hold" nodeType="afterEffect">
                                  <p:stCondLst>
                                    <p:cond delay="0"/>
                                  </p:stCondLst>
                                  <p:childTnLst>
                                    <p:set>
                                      <p:cBhvr>
                                        <p:cTn id="25" dur="1" fill="hold">
                                          <p:stCondLst>
                                            <p:cond delay="0"/>
                                          </p:stCondLst>
                                        </p:cTn>
                                        <p:tgtEl>
                                          <p:spTgt spid="13"/>
                                        </p:tgtEl>
                                        <p:attrNameLst>
                                          <p:attrName>style.visibility</p:attrName>
                                        </p:attrNameLst>
                                      </p:cBhvr>
                                      <p:to>
                                        <p:strVal val="visible"/>
                                      </p:to>
                                    </p:set>
                                    <p:anim calcmode="lin" valueType="num">
                                      <p:cBhvr>
                                        <p:cTn id="26" dur="3000" fill="hold"/>
                                        <p:tgtEl>
                                          <p:spTgt spid="13"/>
                                        </p:tgtEl>
                                        <p:attrNameLst>
                                          <p:attrName>ppt_w</p:attrName>
                                        </p:attrNameLst>
                                      </p:cBhvr>
                                      <p:tavLst>
                                        <p:tav tm="0">
                                          <p:val>
                                            <p:fltVal val="0"/>
                                          </p:val>
                                        </p:tav>
                                        <p:tav tm="100000">
                                          <p:val>
                                            <p:strVal val="#ppt_w"/>
                                          </p:val>
                                        </p:tav>
                                      </p:tavLst>
                                    </p:anim>
                                    <p:anim calcmode="lin" valueType="num">
                                      <p:cBhvr>
                                        <p:cTn id="27" dur="3000" fill="hold"/>
                                        <p:tgtEl>
                                          <p:spTgt spid="13"/>
                                        </p:tgtEl>
                                        <p:attrNameLst>
                                          <p:attrName>ppt_h</p:attrName>
                                        </p:attrNameLst>
                                      </p:cBhvr>
                                      <p:tavLst>
                                        <p:tav tm="0">
                                          <p:val>
                                            <p:fltVal val="0"/>
                                          </p:val>
                                        </p:tav>
                                        <p:tav tm="100000">
                                          <p:val>
                                            <p:strVal val="#ppt_h"/>
                                          </p:val>
                                        </p:tav>
                                      </p:tavLst>
                                    </p:anim>
                                    <p:anim calcmode="lin" valueType="num">
                                      <p:cBhvr>
                                        <p:cTn id="28" dur="3000" fill="hold"/>
                                        <p:tgtEl>
                                          <p:spTgt spid="13"/>
                                        </p:tgtEl>
                                        <p:attrNameLst>
                                          <p:attrName>ppt_x</p:attrName>
                                        </p:attrNameLst>
                                      </p:cBhvr>
                                      <p:tavLst>
                                        <p:tav tm="0" fmla="#ppt_x+(cos(-2*pi*(1-$))*-#ppt_x-sin(-2*pi*(1-$))*(1-#ppt_y))*(1-$)">
                                          <p:val>
                                            <p:fltVal val="0"/>
                                          </p:val>
                                        </p:tav>
                                        <p:tav tm="100000">
                                          <p:val>
                                            <p:fltVal val="1"/>
                                          </p:val>
                                        </p:tav>
                                      </p:tavLst>
                                    </p:anim>
                                    <p:anim calcmode="lin" valueType="num">
                                      <p:cBhvr>
                                        <p:cTn id="29" dur="3000" fill="hold"/>
                                        <p:tgtEl>
                                          <p:spTgt spid="13"/>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30" fill="hold" nodeType="clickPar">
                      <p:stCondLst>
                        <p:cond delay="indefinite"/>
                      </p:stCondLst>
                      <p:childTnLst>
                        <p:par>
                          <p:cTn id="31" fill="hold" nodeType="withGroup">
                            <p:stCondLst>
                              <p:cond delay="0"/>
                            </p:stCondLst>
                            <p:childTnLst>
                              <p:par>
                                <p:cTn id="32" presetID="49" presetClass="entr" presetSubtype="0" decel="100000" fill="hold" grpId="0" nodeType="clickEffect">
                                  <p:stCondLst>
                                    <p:cond delay="0"/>
                                  </p:stCondLst>
                                  <p:childTnLst>
                                    <p:set>
                                      <p:cBhvr>
                                        <p:cTn id="33" dur="1" fill="hold">
                                          <p:stCondLst>
                                            <p:cond delay="0"/>
                                          </p:stCondLst>
                                        </p:cTn>
                                        <p:tgtEl>
                                          <p:spTgt spid="11"/>
                                        </p:tgtEl>
                                        <p:attrNameLst>
                                          <p:attrName>style.visibility</p:attrName>
                                        </p:attrNameLst>
                                      </p:cBhvr>
                                      <p:to>
                                        <p:strVal val="visible"/>
                                      </p:to>
                                    </p:set>
                                    <p:anim calcmode="lin" valueType="num">
                                      <p:cBhvr>
                                        <p:cTn id="34" dur="500" fill="hold"/>
                                        <p:tgtEl>
                                          <p:spTgt spid="11"/>
                                        </p:tgtEl>
                                        <p:attrNameLst>
                                          <p:attrName>ppt_w</p:attrName>
                                        </p:attrNameLst>
                                      </p:cBhvr>
                                      <p:tavLst>
                                        <p:tav tm="0">
                                          <p:val>
                                            <p:fltVal val="0"/>
                                          </p:val>
                                        </p:tav>
                                        <p:tav tm="100000">
                                          <p:val>
                                            <p:strVal val="#ppt_w"/>
                                          </p:val>
                                        </p:tav>
                                      </p:tavLst>
                                    </p:anim>
                                    <p:anim calcmode="lin" valueType="num">
                                      <p:cBhvr>
                                        <p:cTn id="35" dur="500" fill="hold"/>
                                        <p:tgtEl>
                                          <p:spTgt spid="11"/>
                                        </p:tgtEl>
                                        <p:attrNameLst>
                                          <p:attrName>ppt_h</p:attrName>
                                        </p:attrNameLst>
                                      </p:cBhvr>
                                      <p:tavLst>
                                        <p:tav tm="0">
                                          <p:val>
                                            <p:fltVal val="0"/>
                                          </p:val>
                                        </p:tav>
                                        <p:tav tm="100000">
                                          <p:val>
                                            <p:strVal val="#ppt_h"/>
                                          </p:val>
                                        </p:tav>
                                      </p:tavLst>
                                    </p:anim>
                                    <p:anim calcmode="lin" valueType="num">
                                      <p:cBhvr>
                                        <p:cTn id="36" dur="500" fill="hold"/>
                                        <p:tgtEl>
                                          <p:spTgt spid="11"/>
                                        </p:tgtEl>
                                        <p:attrNameLst>
                                          <p:attrName>style.rotation</p:attrName>
                                        </p:attrNameLst>
                                      </p:cBhvr>
                                      <p:tavLst>
                                        <p:tav tm="0">
                                          <p:val>
                                            <p:fltVal val="360"/>
                                          </p:val>
                                        </p:tav>
                                        <p:tav tm="100000">
                                          <p:val>
                                            <p:fltVal val="0"/>
                                          </p:val>
                                        </p:tav>
                                      </p:tavLst>
                                    </p:anim>
                                    <p:animEffect transition="in" filter="fade">
                                      <p:cBhvr>
                                        <p:cTn id="3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animBg="1"/>
      <p:bldP spid="9" grpId="0" animBg="1"/>
      <p:bldP spid="10" grpId="0" animBg="1"/>
      <p:bldP spid="11" grpId="0" animBg="1"/>
    </p:bldLst>
  </p:timing>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21506" name="Picture 3"/>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357563" y="26988"/>
            <a:ext cx="5786437" cy="661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3"/>
          <p:cNvSpPr txBox="1">
            <a:spLocks noChangeArrowheads="1"/>
          </p:cNvSpPr>
          <p:nvPr/>
        </p:nvSpPr>
        <p:spPr bwMode="auto">
          <a:xfrm>
            <a:off x="214313" y="642938"/>
            <a:ext cx="3571875" cy="785812"/>
          </a:xfrm>
          <a:prstGeom prst="rect">
            <a:avLst/>
          </a:prstGeom>
          <a:noFill/>
          <a:ln w="9525">
            <a:noFill/>
            <a:miter lim="800000"/>
            <a:headEnd/>
            <a:tailEnd/>
          </a:ln>
        </p:spPr>
        <p:txBody>
          <a:bodyPr/>
          <a:lstStyle/>
          <a:p>
            <a:pPr marL="342900" indent="-342900">
              <a:lnSpc>
                <a:spcPct val="120000"/>
              </a:lnSpc>
              <a:spcBef>
                <a:spcPts val="0"/>
              </a:spcBef>
              <a:defRPr/>
            </a:pPr>
            <a:r>
              <a:rPr lang="en-US" altLang="zh-CN" sz="2800" b="1" kern="0" dirty="0" err="1">
                <a:solidFill>
                  <a:srgbClr val="00B050"/>
                </a:solidFill>
                <a:latin typeface="+mn-lt"/>
                <a:ea typeface="+mn-ea"/>
              </a:rPr>
              <a:t>int</a:t>
            </a:r>
            <a:r>
              <a:rPr lang="en-US" altLang="zh-CN" sz="2800" b="1" kern="0" dirty="0">
                <a:solidFill>
                  <a:srgbClr val="00B050"/>
                </a:solidFill>
                <a:latin typeface="+mn-lt"/>
                <a:ea typeface="+mn-ea"/>
              </a:rPr>
              <a:t> </a:t>
            </a:r>
            <a:r>
              <a:rPr lang="en-US" altLang="zh-CN" sz="2800" b="1" kern="0" dirty="0" err="1">
                <a:solidFill>
                  <a:srgbClr val="00B050"/>
                </a:solidFill>
                <a:latin typeface="+mn-lt"/>
                <a:ea typeface="+mn-ea"/>
              </a:rPr>
              <a:t>i</a:t>
            </a:r>
            <a:r>
              <a:rPr lang="en-US" altLang="zh-CN" sz="2800" b="1" kern="0" dirty="0">
                <a:solidFill>
                  <a:srgbClr val="00B050"/>
                </a:solidFill>
                <a:latin typeface="+mn-lt"/>
                <a:ea typeface="+mn-ea"/>
              </a:rPr>
              <a:t>=3,j=6,k;</a:t>
            </a:r>
          </a:p>
        </p:txBody>
      </p:sp>
      <p:sp>
        <p:nvSpPr>
          <p:cNvPr id="7" name="Rectangle 3"/>
          <p:cNvSpPr txBox="1">
            <a:spLocks noChangeArrowheads="1"/>
          </p:cNvSpPr>
          <p:nvPr/>
        </p:nvSpPr>
        <p:spPr bwMode="auto">
          <a:xfrm>
            <a:off x="71438" y="1285875"/>
            <a:ext cx="4357687" cy="642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kumimoji="1" sz="2400">
                <a:solidFill>
                  <a:schemeClr val="tx1"/>
                </a:solidFill>
                <a:latin typeface="Times New Roman" pitchFamily="18" charset="0"/>
                <a:ea typeface="宋体" pitchFamily="2" charset="-122"/>
              </a:defRPr>
            </a:lvl1pPr>
            <a:lvl2pPr marL="742950" indent="-285750">
              <a:defRPr kumimoji="1" sz="2400">
                <a:solidFill>
                  <a:schemeClr val="tx1"/>
                </a:solidFill>
                <a:latin typeface="Times New Roman" pitchFamily="18" charset="0"/>
                <a:ea typeface="宋体" pitchFamily="2" charset="-122"/>
              </a:defRPr>
            </a:lvl2pPr>
            <a:lvl3pPr marL="1143000" indent="-228600">
              <a:defRPr kumimoji="1" sz="2400">
                <a:solidFill>
                  <a:schemeClr val="tx1"/>
                </a:solidFill>
                <a:latin typeface="Times New Roman" pitchFamily="18" charset="0"/>
                <a:ea typeface="宋体" pitchFamily="2" charset="-122"/>
              </a:defRPr>
            </a:lvl3pPr>
            <a:lvl4pPr marL="1600200" indent="-228600">
              <a:defRPr kumimoji="1" sz="2400">
                <a:solidFill>
                  <a:schemeClr val="tx1"/>
                </a:solidFill>
                <a:latin typeface="Times New Roman" pitchFamily="18" charset="0"/>
                <a:ea typeface="宋体" pitchFamily="2" charset="-122"/>
              </a:defRPr>
            </a:lvl4pPr>
            <a:lvl5pPr marL="2057400" indent="-22860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lnSpc>
                <a:spcPct val="120000"/>
              </a:lnSpc>
            </a:pPr>
            <a:r>
              <a:rPr lang="zh-CN" altLang="en-US" sz="2800" b="1" dirty="0">
                <a:solidFill>
                  <a:srgbClr val="00B050"/>
                </a:solidFill>
                <a:latin typeface="黑体" pitchFamily="49" charset="-122"/>
                <a:ea typeface="黑体" pitchFamily="49" charset="-122"/>
              </a:rPr>
              <a:t>定义特殊变量</a:t>
            </a:r>
            <a:r>
              <a:rPr lang="en-US" altLang="zh-CN" sz="2800" b="1" dirty="0" err="1">
                <a:solidFill>
                  <a:srgbClr val="00B050"/>
                </a:solidFill>
                <a:latin typeface="Verdana" pitchFamily="34" charset="0"/>
              </a:rPr>
              <a:t>i_pointer</a:t>
            </a:r>
            <a:endParaRPr lang="en-US" altLang="zh-CN" sz="2800" b="1" dirty="0">
              <a:solidFill>
                <a:srgbClr val="00B050"/>
              </a:solidFill>
              <a:latin typeface="Verdana" pitchFamily="34" charset="0"/>
            </a:endParaRPr>
          </a:p>
        </p:txBody>
      </p:sp>
      <p:sp>
        <p:nvSpPr>
          <p:cNvPr id="9" name="圆角矩形标注 8"/>
          <p:cNvSpPr>
            <a:spLocks noChangeArrowheads="1"/>
          </p:cNvSpPr>
          <p:nvPr/>
        </p:nvSpPr>
        <p:spPr bwMode="auto">
          <a:xfrm>
            <a:off x="785813" y="3643313"/>
            <a:ext cx="2000250" cy="1000125"/>
          </a:xfrm>
          <a:prstGeom prst="wedgeRoundRectCallout">
            <a:avLst>
              <a:gd name="adj1" fmla="val 71250"/>
              <a:gd name="adj2" fmla="val 89000"/>
              <a:gd name="adj3" fmla="val 16667"/>
            </a:avLst>
          </a:prstGeom>
          <a:solidFill>
            <a:srgbClr val="FFFFCC"/>
          </a:solidFill>
          <a:ln w="9525" algn="ctr">
            <a:solidFill>
              <a:schemeClr val="tx1"/>
            </a:solidFill>
            <a:miter lim="800000"/>
            <a:headEnd/>
            <a:tailEnd/>
          </a:ln>
        </p:spPr>
        <p:txBody>
          <a:bodyPr/>
          <a:lstStyle/>
          <a:p>
            <a:r>
              <a:rPr lang="zh-CN" altLang="en-US" sz="2800" b="1" dirty="0">
                <a:latin typeface="黑体" pitchFamily="49" charset="-122"/>
                <a:ea typeface="黑体" pitchFamily="49" charset="-122"/>
              </a:rPr>
              <a:t>将</a:t>
            </a:r>
            <a:r>
              <a:rPr lang="en-US" altLang="zh-CN" sz="2800" b="1" dirty="0">
                <a:latin typeface="黑体" pitchFamily="49" charset="-122"/>
                <a:ea typeface="黑体" pitchFamily="49" charset="-122"/>
              </a:rPr>
              <a:t>i</a:t>
            </a:r>
            <a:r>
              <a:rPr lang="zh-CN" altLang="en-US" sz="2800" b="1" dirty="0">
                <a:latin typeface="黑体" pitchFamily="49" charset="-122"/>
                <a:ea typeface="黑体" pitchFamily="49" charset="-122"/>
              </a:rPr>
              <a:t>的地址存到这里</a:t>
            </a:r>
          </a:p>
        </p:txBody>
      </p:sp>
      <p:sp>
        <p:nvSpPr>
          <p:cNvPr id="11" name="横卷形 10"/>
          <p:cNvSpPr>
            <a:spLocks noChangeArrowheads="1"/>
          </p:cNvSpPr>
          <p:nvPr/>
        </p:nvSpPr>
        <p:spPr bwMode="auto">
          <a:xfrm>
            <a:off x="428625" y="5357813"/>
            <a:ext cx="2357438" cy="785812"/>
          </a:xfrm>
          <a:prstGeom prst="horizontalScroll">
            <a:avLst>
              <a:gd name="adj" fmla="val 12500"/>
            </a:avLst>
          </a:prstGeom>
          <a:solidFill>
            <a:srgbClr val="E1FFE1"/>
          </a:solidFill>
          <a:ln w="9525" algn="ctr">
            <a:solidFill>
              <a:schemeClr val="tx1"/>
            </a:solidFill>
            <a:miter lim="800000"/>
            <a:headEnd/>
            <a:tailEnd/>
          </a:ln>
        </p:spPr>
        <p:txBody>
          <a:bodyPr wrap="none"/>
          <a:lstStyle/>
          <a:p>
            <a:pPr algn="ctr"/>
            <a:r>
              <a:rPr lang="zh-CN" altLang="en-US" sz="3200" b="1" dirty="0">
                <a:solidFill>
                  <a:srgbClr val="FF0000"/>
                </a:solidFill>
                <a:latin typeface="黑体" pitchFamily="49" charset="-122"/>
                <a:ea typeface="黑体" pitchFamily="49" charset="-122"/>
              </a:rPr>
              <a:t>间接存取</a:t>
            </a:r>
          </a:p>
        </p:txBody>
      </p:sp>
      <p:sp>
        <p:nvSpPr>
          <p:cNvPr id="12" name="Rectangle 3"/>
          <p:cNvSpPr txBox="1">
            <a:spLocks noChangeArrowheads="1"/>
          </p:cNvSpPr>
          <p:nvPr/>
        </p:nvSpPr>
        <p:spPr bwMode="auto">
          <a:xfrm>
            <a:off x="142875" y="2000250"/>
            <a:ext cx="3071813" cy="642938"/>
          </a:xfrm>
          <a:prstGeom prst="rect">
            <a:avLst/>
          </a:prstGeom>
          <a:noFill/>
          <a:ln w="9525">
            <a:noFill/>
            <a:miter lim="800000"/>
            <a:headEnd/>
            <a:tailEnd/>
          </a:ln>
        </p:spPr>
        <p:txBody>
          <a:bodyPr/>
          <a:lstStyle/>
          <a:p>
            <a:pPr marL="342900" indent="-342900">
              <a:lnSpc>
                <a:spcPct val="120000"/>
              </a:lnSpc>
              <a:spcBef>
                <a:spcPts val="0"/>
              </a:spcBef>
              <a:defRPr/>
            </a:pPr>
            <a:r>
              <a:rPr lang="en-US" altLang="zh-CN" sz="2800" b="1" kern="0" dirty="0" err="1">
                <a:solidFill>
                  <a:srgbClr val="00B050"/>
                </a:solidFill>
                <a:latin typeface="+mn-lt"/>
                <a:ea typeface="+mn-ea"/>
              </a:rPr>
              <a:t>i_pointer</a:t>
            </a:r>
            <a:r>
              <a:rPr lang="en-US" altLang="zh-CN" sz="2800" b="1" kern="0" dirty="0">
                <a:solidFill>
                  <a:srgbClr val="00B050"/>
                </a:solidFill>
                <a:latin typeface="+mn-lt"/>
                <a:ea typeface="+mn-ea"/>
              </a:rPr>
              <a:t>=&amp;</a:t>
            </a:r>
            <a:r>
              <a:rPr lang="en-US" altLang="zh-CN" sz="2800" b="1" kern="0" dirty="0" err="1">
                <a:solidFill>
                  <a:srgbClr val="00B050"/>
                </a:solidFill>
                <a:latin typeface="+mn-lt"/>
                <a:ea typeface="+mn-ea"/>
              </a:rPr>
              <a:t>i</a:t>
            </a:r>
            <a:r>
              <a:rPr lang="en-US" altLang="zh-CN" sz="2800" b="1" kern="0" dirty="0">
                <a:solidFill>
                  <a:srgbClr val="00B050"/>
                </a:solidFill>
                <a:latin typeface="+mn-lt"/>
                <a:ea typeface="+mn-ea"/>
              </a:rPr>
              <a:t>;</a:t>
            </a:r>
          </a:p>
        </p:txBody>
      </p:sp>
      <p:pic>
        <p:nvPicPr>
          <p:cNvPr id="14"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29250" y="4921250"/>
            <a:ext cx="8572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513"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72125" y="3286125"/>
            <a:ext cx="590550" cy="357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514"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071938" y="2286000"/>
            <a:ext cx="582612" cy="2989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8" name="直接连接符 17"/>
          <p:cNvCxnSpPr>
            <a:cxnSpLocks noChangeShapeType="1"/>
          </p:cNvCxnSpPr>
          <p:nvPr/>
        </p:nvCxnSpPr>
        <p:spPr bwMode="auto">
          <a:xfrm rot="10800000">
            <a:off x="4214813" y="5072063"/>
            <a:ext cx="428625" cy="0"/>
          </a:xfrm>
          <a:prstGeom prst="line">
            <a:avLst/>
          </a:prstGeom>
          <a:noFill/>
          <a:ln w="38100" algn="ctr">
            <a:solidFill>
              <a:srgbClr val="FF0000"/>
            </a:solidFill>
            <a:miter lim="800000"/>
            <a:headEnd/>
            <a:tailEnd/>
          </a:ln>
          <a:extLst>
            <a:ext uri="{909E8E84-426E-40DD-AFC4-6F175D3DCCD1}">
              <a14:hiddenFill xmlns:a14="http://schemas.microsoft.com/office/drawing/2010/main">
                <a:noFill/>
              </a14:hiddenFill>
            </a:ext>
          </a:extLst>
        </p:spPr>
      </p:cxnSp>
      <p:cxnSp>
        <p:nvCxnSpPr>
          <p:cNvPr id="20" name="直接连接符 19"/>
          <p:cNvCxnSpPr>
            <a:cxnSpLocks noChangeShapeType="1"/>
          </p:cNvCxnSpPr>
          <p:nvPr/>
        </p:nvCxnSpPr>
        <p:spPr bwMode="auto">
          <a:xfrm rot="5400000" flipH="1" flipV="1">
            <a:off x="2893219" y="3750469"/>
            <a:ext cx="2643188" cy="0"/>
          </a:xfrm>
          <a:prstGeom prst="line">
            <a:avLst/>
          </a:prstGeom>
          <a:noFill/>
          <a:ln w="38100" algn="ctr">
            <a:solidFill>
              <a:srgbClr val="FF0000"/>
            </a:solidFill>
            <a:miter lim="800000"/>
            <a:headEnd/>
            <a:tailEnd/>
          </a:ln>
          <a:extLst>
            <a:ext uri="{909E8E84-426E-40DD-AFC4-6F175D3DCCD1}">
              <a14:hiddenFill xmlns:a14="http://schemas.microsoft.com/office/drawing/2010/main">
                <a:noFill/>
              </a14:hiddenFill>
            </a:ext>
          </a:extLst>
        </p:spPr>
      </p:cxnSp>
      <p:cxnSp>
        <p:nvCxnSpPr>
          <p:cNvPr id="22" name="直接箭头连接符 21"/>
          <p:cNvCxnSpPr>
            <a:cxnSpLocks noChangeShapeType="1"/>
          </p:cNvCxnSpPr>
          <p:nvPr/>
        </p:nvCxnSpPr>
        <p:spPr bwMode="auto">
          <a:xfrm>
            <a:off x="4214813" y="2428875"/>
            <a:ext cx="428625" cy="1588"/>
          </a:xfrm>
          <a:prstGeom prst="straightConnector1">
            <a:avLst/>
          </a:prstGeom>
          <a:noFill/>
          <a:ln w="38100" algn="ctr">
            <a:solidFill>
              <a:srgbClr val="FF0000"/>
            </a:solidFill>
            <a:miter lim="800000"/>
            <a:headEnd/>
            <a:tailEnd type="arrow" w="med" len="med"/>
          </a:ln>
          <a:extLst>
            <a:ext uri="{909E8E84-426E-40DD-AFC4-6F175D3DCCD1}">
              <a14:hiddenFill xmlns:a14="http://schemas.microsoft.com/office/drawing/2010/main">
                <a:noFill/>
              </a14:hiddenFill>
            </a:ext>
          </a:extLst>
        </p:spPr>
      </p:cxnSp>
      <p:sp>
        <p:nvSpPr>
          <p:cNvPr id="25" name="Rectangle 3"/>
          <p:cNvSpPr txBox="1">
            <a:spLocks noChangeArrowheads="1"/>
          </p:cNvSpPr>
          <p:nvPr/>
        </p:nvSpPr>
        <p:spPr bwMode="auto">
          <a:xfrm>
            <a:off x="71438" y="2714625"/>
            <a:ext cx="3071812" cy="642938"/>
          </a:xfrm>
          <a:prstGeom prst="rect">
            <a:avLst/>
          </a:prstGeom>
          <a:noFill/>
          <a:ln w="9525">
            <a:noFill/>
            <a:miter lim="800000"/>
            <a:headEnd/>
            <a:tailEnd/>
          </a:ln>
        </p:spPr>
        <p:txBody>
          <a:bodyPr/>
          <a:lstStyle/>
          <a:p>
            <a:pPr marL="342900" indent="-342900">
              <a:lnSpc>
                <a:spcPct val="120000"/>
              </a:lnSpc>
              <a:spcBef>
                <a:spcPts val="0"/>
              </a:spcBef>
              <a:defRPr/>
            </a:pPr>
            <a:r>
              <a:rPr lang="en-US" altLang="zh-CN" sz="2800" b="1" kern="0" dirty="0">
                <a:solidFill>
                  <a:srgbClr val="9D138D"/>
                </a:solidFill>
                <a:latin typeface="+mn-lt"/>
                <a:ea typeface="+mn-ea"/>
              </a:rPr>
              <a:t>*</a:t>
            </a:r>
            <a:r>
              <a:rPr lang="en-US" altLang="zh-CN" sz="2800" b="1" kern="0" dirty="0" err="1">
                <a:solidFill>
                  <a:srgbClr val="9D138D"/>
                </a:solidFill>
                <a:latin typeface="+mn-lt"/>
                <a:ea typeface="+mn-ea"/>
              </a:rPr>
              <a:t>i_pointer</a:t>
            </a:r>
            <a:r>
              <a:rPr lang="en-US" altLang="zh-CN" sz="2800" b="1" kern="0" dirty="0">
                <a:solidFill>
                  <a:srgbClr val="9D138D"/>
                </a:solidFill>
                <a:latin typeface="+mn-lt"/>
                <a:ea typeface="+mn-ea"/>
              </a:rPr>
              <a:t>=</a:t>
            </a:r>
            <a:r>
              <a:rPr lang="en-US" altLang="zh-CN" sz="2800" b="1" kern="0" dirty="0">
                <a:solidFill>
                  <a:srgbClr val="FF0000"/>
                </a:solidFill>
                <a:latin typeface="+mn-lt"/>
                <a:ea typeface="+mn-ea"/>
              </a:rPr>
              <a:t>50</a:t>
            </a:r>
            <a:r>
              <a:rPr lang="en-US" altLang="zh-CN" sz="2800" b="1" kern="0" dirty="0">
                <a:solidFill>
                  <a:srgbClr val="9D138D"/>
                </a:solidFill>
                <a:latin typeface="+mn-lt"/>
                <a:ea typeface="+mn-ea"/>
              </a:rPr>
              <a:t>;</a:t>
            </a:r>
          </a:p>
        </p:txBody>
      </p:sp>
      <p:sp>
        <p:nvSpPr>
          <p:cNvPr id="26" name="TextBox 25"/>
          <p:cNvSpPr txBox="1">
            <a:spLocks noChangeArrowheads="1"/>
          </p:cNvSpPr>
          <p:nvPr/>
        </p:nvSpPr>
        <p:spPr bwMode="auto">
          <a:xfrm>
            <a:off x="5592763" y="2200275"/>
            <a:ext cx="622300" cy="430213"/>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tIns="0" bIns="0">
            <a:spAutoFit/>
          </a:bodyPr>
          <a:lstStyle>
            <a:lvl1pPr>
              <a:defRPr kumimoji="1" sz="2400">
                <a:solidFill>
                  <a:schemeClr val="tx1"/>
                </a:solidFill>
                <a:latin typeface="Times New Roman" pitchFamily="18" charset="0"/>
                <a:ea typeface="宋体" pitchFamily="2" charset="-122"/>
              </a:defRPr>
            </a:lvl1pPr>
            <a:lvl2pPr marL="742950" indent="-285750">
              <a:defRPr kumimoji="1" sz="2400">
                <a:solidFill>
                  <a:schemeClr val="tx1"/>
                </a:solidFill>
                <a:latin typeface="Times New Roman" pitchFamily="18" charset="0"/>
                <a:ea typeface="宋体" pitchFamily="2" charset="-122"/>
              </a:defRPr>
            </a:lvl2pPr>
            <a:lvl3pPr marL="1143000" indent="-228600">
              <a:defRPr kumimoji="1" sz="2400">
                <a:solidFill>
                  <a:schemeClr val="tx1"/>
                </a:solidFill>
                <a:latin typeface="Times New Roman" pitchFamily="18" charset="0"/>
                <a:ea typeface="宋体" pitchFamily="2" charset="-122"/>
              </a:defRPr>
            </a:lvl3pPr>
            <a:lvl4pPr marL="1600200" indent="-228600">
              <a:defRPr kumimoji="1" sz="2400">
                <a:solidFill>
                  <a:schemeClr val="tx1"/>
                </a:solidFill>
                <a:latin typeface="Times New Roman" pitchFamily="18" charset="0"/>
                <a:ea typeface="宋体" pitchFamily="2" charset="-122"/>
              </a:defRPr>
            </a:lvl4pPr>
            <a:lvl5pPr marL="2057400" indent="-22860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r>
              <a:rPr lang="en-US" altLang="zh-CN" sz="2800" b="1">
                <a:solidFill>
                  <a:srgbClr val="FF0000"/>
                </a:solidFill>
                <a:latin typeface="宋体" pitchFamily="2" charset="-122"/>
              </a:rPr>
              <a:t>50</a:t>
            </a:r>
            <a:endParaRPr lang="zh-CN" altLang="en-US" sz="2800" b="1">
              <a:solidFill>
                <a:srgbClr val="FF0000"/>
              </a:solidFill>
              <a:latin typeface="宋体" pitchFamily="2" charset="-122"/>
            </a:endParaRPr>
          </a:p>
        </p:txBody>
      </p:sp>
    </p:spTree>
    <p:extLst>
      <p:ext uri="{BB962C8B-B14F-4D97-AF65-F5344CB8AC3E}">
        <p14:creationId xmlns:p14="http://schemas.microsoft.com/office/powerpoint/2010/main" val="2229063983"/>
      </p:ext>
    </p:extLst>
  </p:cSld>
  <p:clrMapOvr>
    <a:masterClrMapping/>
  </p:clrMapOvr>
  <p:transition spd="med">
    <p:blinds/>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blinds(horizontal)">
                                      <p:cBhvr>
                                        <p:cTn id="12" dur="500"/>
                                        <p:tgtEl>
                                          <p:spTgt spid="1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blinds(horizontal)">
                                      <p:cBhvr>
                                        <p:cTn id="17" dur="500"/>
                                        <p:tgtEl>
                                          <p:spTgt spid="9"/>
                                        </p:tgtEl>
                                      </p:cBhvr>
                                    </p:animEffect>
                                  </p:childTnLst>
                                </p:cTn>
                              </p:par>
                            </p:childTnLst>
                          </p:cTn>
                        </p:par>
                        <p:par>
                          <p:cTn id="18" fill="hold" nodeType="afterGroup">
                            <p:stCondLst>
                              <p:cond delay="500"/>
                            </p:stCondLst>
                            <p:childTnLst>
                              <p:par>
                                <p:cTn id="19" presetID="15" presetClass="entr" presetSubtype="0" fill="hold" nodeType="afterEffect">
                                  <p:stCondLst>
                                    <p:cond delay="0"/>
                                  </p:stCondLst>
                                  <p:childTnLst>
                                    <p:set>
                                      <p:cBhvr>
                                        <p:cTn id="20" dur="1" fill="hold">
                                          <p:stCondLst>
                                            <p:cond delay="0"/>
                                          </p:stCondLst>
                                        </p:cTn>
                                        <p:tgtEl>
                                          <p:spTgt spid="14"/>
                                        </p:tgtEl>
                                        <p:attrNameLst>
                                          <p:attrName>style.visibility</p:attrName>
                                        </p:attrNameLst>
                                      </p:cBhvr>
                                      <p:to>
                                        <p:strVal val="visible"/>
                                      </p:to>
                                    </p:set>
                                    <p:anim calcmode="lin" valueType="num">
                                      <p:cBhvr>
                                        <p:cTn id="21" dur="3000" fill="hold"/>
                                        <p:tgtEl>
                                          <p:spTgt spid="14"/>
                                        </p:tgtEl>
                                        <p:attrNameLst>
                                          <p:attrName>ppt_w</p:attrName>
                                        </p:attrNameLst>
                                      </p:cBhvr>
                                      <p:tavLst>
                                        <p:tav tm="0">
                                          <p:val>
                                            <p:fltVal val="0"/>
                                          </p:val>
                                        </p:tav>
                                        <p:tav tm="100000">
                                          <p:val>
                                            <p:strVal val="#ppt_w"/>
                                          </p:val>
                                        </p:tav>
                                      </p:tavLst>
                                    </p:anim>
                                    <p:anim calcmode="lin" valueType="num">
                                      <p:cBhvr>
                                        <p:cTn id="22" dur="3000" fill="hold"/>
                                        <p:tgtEl>
                                          <p:spTgt spid="14"/>
                                        </p:tgtEl>
                                        <p:attrNameLst>
                                          <p:attrName>ppt_h</p:attrName>
                                        </p:attrNameLst>
                                      </p:cBhvr>
                                      <p:tavLst>
                                        <p:tav tm="0">
                                          <p:val>
                                            <p:fltVal val="0"/>
                                          </p:val>
                                        </p:tav>
                                        <p:tav tm="100000">
                                          <p:val>
                                            <p:strVal val="#ppt_h"/>
                                          </p:val>
                                        </p:tav>
                                      </p:tavLst>
                                    </p:anim>
                                    <p:anim calcmode="lin" valueType="num">
                                      <p:cBhvr>
                                        <p:cTn id="23" dur="3000" fill="hold"/>
                                        <p:tgtEl>
                                          <p:spTgt spid="14"/>
                                        </p:tgtEl>
                                        <p:attrNameLst>
                                          <p:attrName>ppt_x</p:attrName>
                                        </p:attrNameLst>
                                      </p:cBhvr>
                                      <p:tavLst>
                                        <p:tav tm="0" fmla="#ppt_x+(cos(-2*pi*(1-$))*-#ppt_x-sin(-2*pi*(1-$))*(1-#ppt_y))*(1-$)">
                                          <p:val>
                                            <p:fltVal val="0"/>
                                          </p:val>
                                        </p:tav>
                                        <p:tav tm="100000">
                                          <p:val>
                                            <p:fltVal val="1"/>
                                          </p:val>
                                        </p:tav>
                                      </p:tavLst>
                                    </p:anim>
                                    <p:anim calcmode="lin" valueType="num">
                                      <p:cBhvr>
                                        <p:cTn id="24" dur="3000" fill="hold"/>
                                        <p:tgtEl>
                                          <p:spTgt spid="14"/>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25" fill="hold" nodeType="clickPar">
                      <p:stCondLst>
                        <p:cond delay="indefinite"/>
                      </p:stCondLst>
                      <p:childTnLst>
                        <p:par>
                          <p:cTn id="26" fill="hold" nodeType="withGroup">
                            <p:stCondLst>
                              <p:cond delay="0"/>
                            </p:stCondLst>
                            <p:childTnLst>
                              <p:par>
                                <p:cTn id="27" presetID="12" presetClass="entr" presetSubtype="2" fill="hold" nodeType="clickEffect">
                                  <p:stCondLst>
                                    <p:cond delay="0"/>
                                  </p:stCondLst>
                                  <p:childTnLst>
                                    <p:set>
                                      <p:cBhvr>
                                        <p:cTn id="28" dur="1" fill="hold">
                                          <p:stCondLst>
                                            <p:cond delay="0"/>
                                          </p:stCondLst>
                                        </p:cTn>
                                        <p:tgtEl>
                                          <p:spTgt spid="18"/>
                                        </p:tgtEl>
                                        <p:attrNameLst>
                                          <p:attrName>style.visibility</p:attrName>
                                        </p:attrNameLst>
                                      </p:cBhvr>
                                      <p:to>
                                        <p:strVal val="visible"/>
                                      </p:to>
                                    </p:set>
                                    <p:animEffect transition="in" filter="slide(fromRight)">
                                      <p:cBhvr>
                                        <p:cTn id="29" dur="500"/>
                                        <p:tgtEl>
                                          <p:spTgt spid="18"/>
                                        </p:tgtEl>
                                      </p:cBhvr>
                                    </p:animEffect>
                                  </p:childTnLst>
                                </p:cTn>
                              </p:par>
                            </p:childTnLst>
                          </p:cTn>
                        </p:par>
                        <p:par>
                          <p:cTn id="30" fill="hold" nodeType="afterGroup">
                            <p:stCondLst>
                              <p:cond delay="500"/>
                            </p:stCondLst>
                            <p:childTnLst>
                              <p:par>
                                <p:cTn id="31" presetID="12" presetClass="entr" presetSubtype="4" fill="hold" nodeType="afterEffect">
                                  <p:stCondLst>
                                    <p:cond delay="0"/>
                                  </p:stCondLst>
                                  <p:childTnLst>
                                    <p:set>
                                      <p:cBhvr>
                                        <p:cTn id="32" dur="1" fill="hold">
                                          <p:stCondLst>
                                            <p:cond delay="0"/>
                                          </p:stCondLst>
                                        </p:cTn>
                                        <p:tgtEl>
                                          <p:spTgt spid="20"/>
                                        </p:tgtEl>
                                        <p:attrNameLst>
                                          <p:attrName>style.visibility</p:attrName>
                                        </p:attrNameLst>
                                      </p:cBhvr>
                                      <p:to>
                                        <p:strVal val="visible"/>
                                      </p:to>
                                    </p:set>
                                    <p:animEffect transition="in" filter="slide(fromBottom)">
                                      <p:cBhvr>
                                        <p:cTn id="33" dur="500"/>
                                        <p:tgtEl>
                                          <p:spTgt spid="20"/>
                                        </p:tgtEl>
                                      </p:cBhvr>
                                    </p:animEffect>
                                  </p:childTnLst>
                                </p:cTn>
                              </p:par>
                            </p:childTnLst>
                          </p:cTn>
                        </p:par>
                        <p:par>
                          <p:cTn id="34" fill="hold" nodeType="afterGroup">
                            <p:stCondLst>
                              <p:cond delay="1000"/>
                            </p:stCondLst>
                            <p:childTnLst>
                              <p:par>
                                <p:cTn id="35" presetID="12" presetClass="entr" presetSubtype="8" fill="hold" nodeType="afterEffect">
                                  <p:stCondLst>
                                    <p:cond delay="0"/>
                                  </p:stCondLst>
                                  <p:childTnLst>
                                    <p:set>
                                      <p:cBhvr>
                                        <p:cTn id="36" dur="1" fill="hold">
                                          <p:stCondLst>
                                            <p:cond delay="0"/>
                                          </p:stCondLst>
                                        </p:cTn>
                                        <p:tgtEl>
                                          <p:spTgt spid="22"/>
                                        </p:tgtEl>
                                        <p:attrNameLst>
                                          <p:attrName>style.visibility</p:attrName>
                                        </p:attrNameLst>
                                      </p:cBhvr>
                                      <p:to>
                                        <p:strVal val="visible"/>
                                      </p:to>
                                    </p:set>
                                    <p:animEffect transition="in" filter="slide(fromLeft)">
                                      <p:cBhvr>
                                        <p:cTn id="37" dur="500"/>
                                        <p:tgtEl>
                                          <p:spTgt spid="22"/>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25"/>
                                        </p:tgtEl>
                                        <p:attrNameLst>
                                          <p:attrName>style.visibility</p:attrName>
                                        </p:attrNameLst>
                                      </p:cBhvr>
                                      <p:to>
                                        <p:strVal val="visible"/>
                                      </p:to>
                                    </p:set>
                                    <p:animEffect transition="in" filter="blinds(horizontal)">
                                      <p:cBhvr>
                                        <p:cTn id="42" dur="500"/>
                                        <p:tgtEl>
                                          <p:spTgt spid="25"/>
                                        </p:tgtEl>
                                      </p:cBhvr>
                                    </p:animEffect>
                                  </p:childTnLst>
                                </p:cTn>
                              </p:par>
                            </p:childTnLst>
                          </p:cTn>
                        </p:par>
                        <p:par>
                          <p:cTn id="43" fill="hold" nodeType="afterGroup">
                            <p:stCondLst>
                              <p:cond delay="500"/>
                            </p:stCondLst>
                            <p:childTnLst>
                              <p:par>
                                <p:cTn id="44" presetID="15" presetClass="entr" presetSubtype="0" fill="hold" grpId="0" nodeType="afterEffect">
                                  <p:stCondLst>
                                    <p:cond delay="0"/>
                                  </p:stCondLst>
                                  <p:childTnLst>
                                    <p:set>
                                      <p:cBhvr>
                                        <p:cTn id="45" dur="1" fill="hold">
                                          <p:stCondLst>
                                            <p:cond delay="0"/>
                                          </p:stCondLst>
                                        </p:cTn>
                                        <p:tgtEl>
                                          <p:spTgt spid="26"/>
                                        </p:tgtEl>
                                        <p:attrNameLst>
                                          <p:attrName>style.visibility</p:attrName>
                                        </p:attrNameLst>
                                      </p:cBhvr>
                                      <p:to>
                                        <p:strVal val="visible"/>
                                      </p:to>
                                    </p:set>
                                    <p:anim calcmode="lin" valueType="num">
                                      <p:cBhvr>
                                        <p:cTn id="46" dur="3000" fill="hold"/>
                                        <p:tgtEl>
                                          <p:spTgt spid="26"/>
                                        </p:tgtEl>
                                        <p:attrNameLst>
                                          <p:attrName>ppt_w</p:attrName>
                                        </p:attrNameLst>
                                      </p:cBhvr>
                                      <p:tavLst>
                                        <p:tav tm="0">
                                          <p:val>
                                            <p:fltVal val="0"/>
                                          </p:val>
                                        </p:tav>
                                        <p:tav tm="100000">
                                          <p:val>
                                            <p:strVal val="#ppt_w"/>
                                          </p:val>
                                        </p:tav>
                                      </p:tavLst>
                                    </p:anim>
                                    <p:anim calcmode="lin" valueType="num">
                                      <p:cBhvr>
                                        <p:cTn id="47" dur="3000" fill="hold"/>
                                        <p:tgtEl>
                                          <p:spTgt spid="26"/>
                                        </p:tgtEl>
                                        <p:attrNameLst>
                                          <p:attrName>ppt_h</p:attrName>
                                        </p:attrNameLst>
                                      </p:cBhvr>
                                      <p:tavLst>
                                        <p:tav tm="0">
                                          <p:val>
                                            <p:fltVal val="0"/>
                                          </p:val>
                                        </p:tav>
                                        <p:tav tm="100000">
                                          <p:val>
                                            <p:strVal val="#ppt_h"/>
                                          </p:val>
                                        </p:tav>
                                      </p:tavLst>
                                    </p:anim>
                                    <p:anim calcmode="lin" valueType="num">
                                      <p:cBhvr>
                                        <p:cTn id="48" dur="3000" fill="hold"/>
                                        <p:tgtEl>
                                          <p:spTgt spid="26"/>
                                        </p:tgtEl>
                                        <p:attrNameLst>
                                          <p:attrName>ppt_x</p:attrName>
                                        </p:attrNameLst>
                                      </p:cBhvr>
                                      <p:tavLst>
                                        <p:tav tm="0" fmla="#ppt_x+(cos(-2*pi*(1-$))*-#ppt_x-sin(-2*pi*(1-$))*(1-#ppt_y))*(1-$)">
                                          <p:val>
                                            <p:fltVal val="0"/>
                                          </p:val>
                                        </p:tav>
                                        <p:tav tm="100000">
                                          <p:val>
                                            <p:fltVal val="1"/>
                                          </p:val>
                                        </p:tav>
                                      </p:tavLst>
                                    </p:anim>
                                    <p:anim calcmode="lin" valueType="num">
                                      <p:cBhvr>
                                        <p:cTn id="49" dur="3000" fill="hold"/>
                                        <p:tgtEl>
                                          <p:spTgt spid="26"/>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50" fill="hold" nodeType="clickPar">
                      <p:stCondLst>
                        <p:cond delay="indefinite"/>
                      </p:stCondLst>
                      <p:childTnLst>
                        <p:par>
                          <p:cTn id="51" fill="hold" nodeType="withGroup">
                            <p:stCondLst>
                              <p:cond delay="0"/>
                            </p:stCondLst>
                            <p:childTnLst>
                              <p:par>
                                <p:cTn id="52" presetID="49" presetClass="entr" presetSubtype="0" decel="100000" fill="hold" grpId="0" nodeType="clickEffect">
                                  <p:stCondLst>
                                    <p:cond delay="0"/>
                                  </p:stCondLst>
                                  <p:childTnLst>
                                    <p:set>
                                      <p:cBhvr>
                                        <p:cTn id="53" dur="1" fill="hold">
                                          <p:stCondLst>
                                            <p:cond delay="0"/>
                                          </p:stCondLst>
                                        </p:cTn>
                                        <p:tgtEl>
                                          <p:spTgt spid="11"/>
                                        </p:tgtEl>
                                        <p:attrNameLst>
                                          <p:attrName>style.visibility</p:attrName>
                                        </p:attrNameLst>
                                      </p:cBhvr>
                                      <p:to>
                                        <p:strVal val="visible"/>
                                      </p:to>
                                    </p:set>
                                    <p:anim calcmode="lin" valueType="num">
                                      <p:cBhvr>
                                        <p:cTn id="54" dur="500" fill="hold"/>
                                        <p:tgtEl>
                                          <p:spTgt spid="11"/>
                                        </p:tgtEl>
                                        <p:attrNameLst>
                                          <p:attrName>ppt_w</p:attrName>
                                        </p:attrNameLst>
                                      </p:cBhvr>
                                      <p:tavLst>
                                        <p:tav tm="0">
                                          <p:val>
                                            <p:fltVal val="0"/>
                                          </p:val>
                                        </p:tav>
                                        <p:tav tm="100000">
                                          <p:val>
                                            <p:strVal val="#ppt_w"/>
                                          </p:val>
                                        </p:tav>
                                      </p:tavLst>
                                    </p:anim>
                                    <p:anim calcmode="lin" valueType="num">
                                      <p:cBhvr>
                                        <p:cTn id="55" dur="500" fill="hold"/>
                                        <p:tgtEl>
                                          <p:spTgt spid="11"/>
                                        </p:tgtEl>
                                        <p:attrNameLst>
                                          <p:attrName>ppt_h</p:attrName>
                                        </p:attrNameLst>
                                      </p:cBhvr>
                                      <p:tavLst>
                                        <p:tav tm="0">
                                          <p:val>
                                            <p:fltVal val="0"/>
                                          </p:val>
                                        </p:tav>
                                        <p:tav tm="100000">
                                          <p:val>
                                            <p:strVal val="#ppt_h"/>
                                          </p:val>
                                        </p:tav>
                                      </p:tavLst>
                                    </p:anim>
                                    <p:anim calcmode="lin" valueType="num">
                                      <p:cBhvr>
                                        <p:cTn id="56" dur="500" fill="hold"/>
                                        <p:tgtEl>
                                          <p:spTgt spid="11"/>
                                        </p:tgtEl>
                                        <p:attrNameLst>
                                          <p:attrName>style.rotation</p:attrName>
                                        </p:attrNameLst>
                                      </p:cBhvr>
                                      <p:tavLst>
                                        <p:tav tm="0">
                                          <p:val>
                                            <p:fltVal val="360"/>
                                          </p:val>
                                        </p:tav>
                                        <p:tav tm="100000">
                                          <p:val>
                                            <p:fltVal val="0"/>
                                          </p:val>
                                        </p:tav>
                                      </p:tavLst>
                                    </p:anim>
                                    <p:animEffect transition="in" filter="fade">
                                      <p:cBhvr>
                                        <p:cTn id="5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animBg="1"/>
      <p:bldP spid="11" grpId="0" animBg="1"/>
      <p:bldP spid="12" grpId="0"/>
      <p:bldP spid="25" grpId="0"/>
      <p:bldP spid="26"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a:spLocks noChangeArrowheads="1"/>
          </p:cNvSpPr>
          <p:nvPr/>
        </p:nvSpPr>
        <p:spPr bwMode="auto">
          <a:xfrm>
            <a:off x="4500563" y="1571625"/>
            <a:ext cx="857250" cy="785813"/>
          </a:xfrm>
          <a:prstGeom prst="rect">
            <a:avLst/>
          </a:prstGeom>
          <a:solidFill>
            <a:schemeClr val="accent1"/>
          </a:solidFill>
          <a:ln w="38100" algn="ctr">
            <a:solidFill>
              <a:schemeClr val="tx1"/>
            </a:solidFill>
            <a:miter lim="800000"/>
            <a:headEnd/>
            <a:tailEnd/>
          </a:ln>
        </p:spPr>
        <p:txBody>
          <a:bodyPr wrap="none"/>
          <a:lstStyle/>
          <a:p>
            <a:endParaRPr lang="zh-CN" altLang="en-US"/>
          </a:p>
        </p:txBody>
      </p:sp>
      <p:sp>
        <p:nvSpPr>
          <p:cNvPr id="7" name="TextBox 6"/>
          <p:cNvSpPr txBox="1">
            <a:spLocks noChangeArrowheads="1"/>
          </p:cNvSpPr>
          <p:nvPr/>
        </p:nvSpPr>
        <p:spPr bwMode="auto">
          <a:xfrm>
            <a:off x="4786313" y="1000125"/>
            <a:ext cx="500062"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itchFamily="18" charset="0"/>
                <a:ea typeface="宋体" pitchFamily="2" charset="-122"/>
              </a:defRPr>
            </a:lvl1pPr>
            <a:lvl2pPr marL="742950" indent="-285750">
              <a:defRPr kumimoji="1" sz="2400">
                <a:solidFill>
                  <a:schemeClr val="tx1"/>
                </a:solidFill>
                <a:latin typeface="Times New Roman" pitchFamily="18" charset="0"/>
                <a:ea typeface="宋体" pitchFamily="2" charset="-122"/>
              </a:defRPr>
            </a:lvl2pPr>
            <a:lvl3pPr marL="1143000" indent="-228600">
              <a:defRPr kumimoji="1" sz="2400">
                <a:solidFill>
                  <a:schemeClr val="tx1"/>
                </a:solidFill>
                <a:latin typeface="Times New Roman" pitchFamily="18" charset="0"/>
                <a:ea typeface="宋体" pitchFamily="2" charset="-122"/>
              </a:defRPr>
            </a:lvl3pPr>
            <a:lvl4pPr marL="1600200" indent="-228600">
              <a:defRPr kumimoji="1" sz="2400">
                <a:solidFill>
                  <a:schemeClr val="tx1"/>
                </a:solidFill>
                <a:latin typeface="Times New Roman" pitchFamily="18" charset="0"/>
                <a:ea typeface="宋体" pitchFamily="2" charset="-122"/>
              </a:defRPr>
            </a:lvl4pPr>
            <a:lvl5pPr marL="2057400" indent="-22860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r>
              <a:rPr lang="en-US" altLang="zh-CN" sz="3200" b="1">
                <a:latin typeface="Arial" charset="0"/>
              </a:rPr>
              <a:t>i</a:t>
            </a:r>
            <a:endParaRPr lang="zh-CN" altLang="en-US" sz="3200" b="1">
              <a:latin typeface="Arial" charset="0"/>
            </a:endParaRPr>
          </a:p>
        </p:txBody>
      </p:sp>
      <p:sp>
        <p:nvSpPr>
          <p:cNvPr id="8" name="TextBox 7"/>
          <p:cNvSpPr txBox="1">
            <a:spLocks noChangeArrowheads="1"/>
          </p:cNvSpPr>
          <p:nvPr/>
        </p:nvSpPr>
        <p:spPr bwMode="auto">
          <a:xfrm>
            <a:off x="4357688" y="2428875"/>
            <a:ext cx="11430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itchFamily="18" charset="0"/>
                <a:ea typeface="宋体" pitchFamily="2" charset="-122"/>
              </a:defRPr>
            </a:lvl1pPr>
            <a:lvl2pPr marL="742950" indent="-285750">
              <a:defRPr kumimoji="1" sz="2400">
                <a:solidFill>
                  <a:schemeClr val="tx1"/>
                </a:solidFill>
                <a:latin typeface="Times New Roman" pitchFamily="18" charset="0"/>
                <a:ea typeface="宋体" pitchFamily="2" charset="-122"/>
              </a:defRPr>
            </a:lvl2pPr>
            <a:lvl3pPr marL="1143000" indent="-228600">
              <a:defRPr kumimoji="1" sz="2400">
                <a:solidFill>
                  <a:schemeClr val="tx1"/>
                </a:solidFill>
                <a:latin typeface="Times New Roman" pitchFamily="18" charset="0"/>
                <a:ea typeface="宋体" pitchFamily="2" charset="-122"/>
              </a:defRPr>
            </a:lvl3pPr>
            <a:lvl4pPr marL="1600200" indent="-228600">
              <a:defRPr kumimoji="1" sz="2400">
                <a:solidFill>
                  <a:schemeClr val="tx1"/>
                </a:solidFill>
                <a:latin typeface="Times New Roman" pitchFamily="18" charset="0"/>
                <a:ea typeface="宋体" pitchFamily="2" charset="-122"/>
              </a:defRPr>
            </a:lvl4pPr>
            <a:lvl5pPr marL="2057400" indent="-22860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r>
              <a:rPr lang="en-US" altLang="zh-CN" sz="3200" b="1">
                <a:latin typeface="Arial" charset="0"/>
              </a:rPr>
              <a:t>2000</a:t>
            </a:r>
            <a:endParaRPr lang="zh-CN" altLang="en-US" sz="3200" b="1">
              <a:latin typeface="Arial" charset="0"/>
            </a:endParaRPr>
          </a:p>
        </p:txBody>
      </p:sp>
      <p:sp>
        <p:nvSpPr>
          <p:cNvPr id="9" name="TextBox 8"/>
          <p:cNvSpPr txBox="1">
            <a:spLocks noChangeArrowheads="1"/>
          </p:cNvSpPr>
          <p:nvPr/>
        </p:nvSpPr>
        <p:spPr bwMode="auto">
          <a:xfrm>
            <a:off x="6500813" y="1701800"/>
            <a:ext cx="500062"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itchFamily="18" charset="0"/>
                <a:ea typeface="宋体" pitchFamily="2" charset="-122"/>
              </a:defRPr>
            </a:lvl1pPr>
            <a:lvl2pPr marL="742950" indent="-285750">
              <a:defRPr kumimoji="1" sz="2400">
                <a:solidFill>
                  <a:schemeClr val="tx1"/>
                </a:solidFill>
                <a:latin typeface="Times New Roman" pitchFamily="18" charset="0"/>
                <a:ea typeface="宋体" pitchFamily="2" charset="-122"/>
              </a:defRPr>
            </a:lvl2pPr>
            <a:lvl3pPr marL="1143000" indent="-228600">
              <a:defRPr kumimoji="1" sz="2400">
                <a:solidFill>
                  <a:schemeClr val="tx1"/>
                </a:solidFill>
                <a:latin typeface="Times New Roman" pitchFamily="18" charset="0"/>
                <a:ea typeface="宋体" pitchFamily="2" charset="-122"/>
              </a:defRPr>
            </a:lvl3pPr>
            <a:lvl4pPr marL="1600200" indent="-228600">
              <a:defRPr kumimoji="1" sz="2400">
                <a:solidFill>
                  <a:schemeClr val="tx1"/>
                </a:solidFill>
                <a:latin typeface="Times New Roman" pitchFamily="18" charset="0"/>
                <a:ea typeface="宋体" pitchFamily="2" charset="-122"/>
              </a:defRPr>
            </a:lvl4pPr>
            <a:lvl5pPr marL="2057400" indent="-22860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r>
              <a:rPr lang="en-US" altLang="zh-CN" sz="3200" b="1">
                <a:latin typeface="Arial" charset="0"/>
              </a:rPr>
              <a:t>3</a:t>
            </a:r>
            <a:endParaRPr lang="zh-CN" altLang="en-US" sz="3200" b="1">
              <a:latin typeface="Arial" charset="0"/>
            </a:endParaRPr>
          </a:p>
        </p:txBody>
      </p:sp>
      <p:sp>
        <p:nvSpPr>
          <p:cNvPr id="12" name="矩形 11"/>
          <p:cNvSpPr>
            <a:spLocks noChangeArrowheads="1"/>
          </p:cNvSpPr>
          <p:nvPr/>
        </p:nvSpPr>
        <p:spPr bwMode="auto">
          <a:xfrm>
            <a:off x="3643313" y="4286250"/>
            <a:ext cx="1000125" cy="785813"/>
          </a:xfrm>
          <a:prstGeom prst="rect">
            <a:avLst/>
          </a:prstGeom>
          <a:solidFill>
            <a:schemeClr val="accent1"/>
          </a:solidFill>
          <a:ln w="38100" algn="ctr">
            <a:solidFill>
              <a:schemeClr val="tx1"/>
            </a:solidFill>
            <a:miter lim="800000"/>
            <a:headEnd/>
            <a:tailEnd/>
          </a:ln>
        </p:spPr>
        <p:txBody>
          <a:bodyPr wrap="none" tIns="180000"/>
          <a:lstStyle/>
          <a:p>
            <a:pPr algn="ctr"/>
            <a:r>
              <a:rPr lang="en-US" altLang="zh-CN" sz="2800" b="1"/>
              <a:t>2000</a:t>
            </a:r>
            <a:endParaRPr lang="zh-CN" altLang="en-US" sz="2800" b="1"/>
          </a:p>
        </p:txBody>
      </p:sp>
      <p:sp>
        <p:nvSpPr>
          <p:cNvPr id="13" name="TextBox 12"/>
          <p:cNvSpPr txBox="1">
            <a:spLocks noChangeArrowheads="1"/>
          </p:cNvSpPr>
          <p:nvPr/>
        </p:nvSpPr>
        <p:spPr bwMode="auto">
          <a:xfrm>
            <a:off x="3143250" y="3714750"/>
            <a:ext cx="200025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itchFamily="18" charset="0"/>
                <a:ea typeface="宋体" pitchFamily="2" charset="-122"/>
              </a:defRPr>
            </a:lvl1pPr>
            <a:lvl2pPr marL="742950" indent="-285750">
              <a:defRPr kumimoji="1" sz="2400">
                <a:solidFill>
                  <a:schemeClr val="tx1"/>
                </a:solidFill>
                <a:latin typeface="Times New Roman" pitchFamily="18" charset="0"/>
                <a:ea typeface="宋体" pitchFamily="2" charset="-122"/>
              </a:defRPr>
            </a:lvl2pPr>
            <a:lvl3pPr marL="1143000" indent="-228600">
              <a:defRPr kumimoji="1" sz="2400">
                <a:solidFill>
                  <a:schemeClr val="tx1"/>
                </a:solidFill>
                <a:latin typeface="Times New Roman" pitchFamily="18" charset="0"/>
                <a:ea typeface="宋体" pitchFamily="2" charset="-122"/>
              </a:defRPr>
            </a:lvl3pPr>
            <a:lvl4pPr marL="1600200" indent="-228600">
              <a:defRPr kumimoji="1" sz="2400">
                <a:solidFill>
                  <a:schemeClr val="tx1"/>
                </a:solidFill>
                <a:latin typeface="Times New Roman" pitchFamily="18" charset="0"/>
                <a:ea typeface="宋体" pitchFamily="2" charset="-122"/>
              </a:defRPr>
            </a:lvl4pPr>
            <a:lvl5pPr marL="2057400" indent="-22860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r>
              <a:rPr lang="en-US" altLang="zh-CN" sz="3200" b="1">
                <a:latin typeface="Arial" charset="0"/>
              </a:rPr>
              <a:t>i_pointer</a:t>
            </a:r>
            <a:endParaRPr lang="zh-CN" altLang="en-US" sz="3200" b="1">
              <a:latin typeface="Arial" charset="0"/>
            </a:endParaRPr>
          </a:p>
        </p:txBody>
      </p:sp>
      <p:sp>
        <p:nvSpPr>
          <p:cNvPr id="17" name="矩形 16"/>
          <p:cNvSpPr>
            <a:spLocks noChangeArrowheads="1"/>
          </p:cNvSpPr>
          <p:nvPr/>
        </p:nvSpPr>
        <p:spPr bwMode="auto">
          <a:xfrm>
            <a:off x="5857875" y="4286250"/>
            <a:ext cx="857250" cy="785813"/>
          </a:xfrm>
          <a:prstGeom prst="rect">
            <a:avLst/>
          </a:prstGeom>
          <a:solidFill>
            <a:schemeClr val="accent1"/>
          </a:solidFill>
          <a:ln w="38100" algn="ctr">
            <a:solidFill>
              <a:schemeClr val="tx1"/>
            </a:solidFill>
            <a:miter lim="800000"/>
            <a:headEnd/>
            <a:tailEnd/>
          </a:ln>
        </p:spPr>
        <p:txBody>
          <a:bodyPr wrap="none"/>
          <a:lstStyle/>
          <a:p>
            <a:endParaRPr lang="zh-CN" altLang="en-US"/>
          </a:p>
        </p:txBody>
      </p:sp>
      <p:sp>
        <p:nvSpPr>
          <p:cNvPr id="18" name="TextBox 17"/>
          <p:cNvSpPr txBox="1">
            <a:spLocks noChangeArrowheads="1"/>
          </p:cNvSpPr>
          <p:nvPr/>
        </p:nvSpPr>
        <p:spPr bwMode="auto">
          <a:xfrm>
            <a:off x="5286375" y="3714750"/>
            <a:ext cx="2214563"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itchFamily="18" charset="0"/>
                <a:ea typeface="宋体" pitchFamily="2" charset="-122"/>
              </a:defRPr>
            </a:lvl1pPr>
            <a:lvl2pPr marL="742950" indent="-285750">
              <a:defRPr kumimoji="1" sz="2400">
                <a:solidFill>
                  <a:schemeClr val="tx1"/>
                </a:solidFill>
                <a:latin typeface="Times New Roman" pitchFamily="18" charset="0"/>
                <a:ea typeface="宋体" pitchFamily="2" charset="-122"/>
              </a:defRPr>
            </a:lvl2pPr>
            <a:lvl3pPr marL="1143000" indent="-228600">
              <a:defRPr kumimoji="1" sz="2400">
                <a:solidFill>
                  <a:schemeClr val="tx1"/>
                </a:solidFill>
                <a:latin typeface="Times New Roman" pitchFamily="18" charset="0"/>
                <a:ea typeface="宋体" pitchFamily="2" charset="-122"/>
              </a:defRPr>
            </a:lvl3pPr>
            <a:lvl4pPr marL="1600200" indent="-228600">
              <a:defRPr kumimoji="1" sz="2400">
                <a:solidFill>
                  <a:schemeClr val="tx1"/>
                </a:solidFill>
                <a:latin typeface="Times New Roman" pitchFamily="18" charset="0"/>
                <a:ea typeface="宋体" pitchFamily="2" charset="-122"/>
              </a:defRPr>
            </a:lvl4pPr>
            <a:lvl5pPr marL="2057400" indent="-22860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r>
              <a:rPr lang="en-US" altLang="zh-CN" sz="3200" b="1">
                <a:latin typeface="Arial" charset="0"/>
              </a:rPr>
              <a:t>*i_pointer</a:t>
            </a:r>
            <a:endParaRPr lang="zh-CN" altLang="en-US" sz="3200" b="1">
              <a:latin typeface="Arial" charset="0"/>
            </a:endParaRPr>
          </a:p>
        </p:txBody>
      </p:sp>
      <p:sp>
        <p:nvSpPr>
          <p:cNvPr id="19" name="TextBox 18"/>
          <p:cNvSpPr txBox="1">
            <a:spLocks noChangeArrowheads="1"/>
          </p:cNvSpPr>
          <p:nvPr/>
        </p:nvSpPr>
        <p:spPr bwMode="auto">
          <a:xfrm>
            <a:off x="5715000" y="5143500"/>
            <a:ext cx="11430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itchFamily="18" charset="0"/>
                <a:ea typeface="宋体" pitchFamily="2" charset="-122"/>
              </a:defRPr>
            </a:lvl1pPr>
            <a:lvl2pPr marL="742950" indent="-285750">
              <a:defRPr kumimoji="1" sz="2400">
                <a:solidFill>
                  <a:schemeClr val="tx1"/>
                </a:solidFill>
                <a:latin typeface="Times New Roman" pitchFamily="18" charset="0"/>
                <a:ea typeface="宋体" pitchFamily="2" charset="-122"/>
              </a:defRPr>
            </a:lvl2pPr>
            <a:lvl3pPr marL="1143000" indent="-228600">
              <a:defRPr kumimoji="1" sz="2400">
                <a:solidFill>
                  <a:schemeClr val="tx1"/>
                </a:solidFill>
                <a:latin typeface="Times New Roman" pitchFamily="18" charset="0"/>
                <a:ea typeface="宋体" pitchFamily="2" charset="-122"/>
              </a:defRPr>
            </a:lvl3pPr>
            <a:lvl4pPr marL="1600200" indent="-228600">
              <a:defRPr kumimoji="1" sz="2400">
                <a:solidFill>
                  <a:schemeClr val="tx1"/>
                </a:solidFill>
                <a:latin typeface="Times New Roman" pitchFamily="18" charset="0"/>
                <a:ea typeface="宋体" pitchFamily="2" charset="-122"/>
              </a:defRPr>
            </a:lvl4pPr>
            <a:lvl5pPr marL="2057400" indent="-22860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r>
              <a:rPr lang="en-US" altLang="zh-CN" sz="3200" b="1">
                <a:latin typeface="Arial" charset="0"/>
              </a:rPr>
              <a:t>2000</a:t>
            </a:r>
            <a:endParaRPr lang="zh-CN" altLang="en-US" sz="3200" b="1">
              <a:latin typeface="Arial" charset="0"/>
            </a:endParaRPr>
          </a:p>
        </p:txBody>
      </p:sp>
      <p:sp>
        <p:nvSpPr>
          <p:cNvPr id="20" name="TextBox 19"/>
          <p:cNvSpPr txBox="1">
            <a:spLocks noChangeArrowheads="1"/>
          </p:cNvSpPr>
          <p:nvPr/>
        </p:nvSpPr>
        <p:spPr bwMode="auto">
          <a:xfrm>
            <a:off x="7786688" y="4416425"/>
            <a:ext cx="500062"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itchFamily="18" charset="0"/>
                <a:ea typeface="宋体" pitchFamily="2" charset="-122"/>
              </a:defRPr>
            </a:lvl1pPr>
            <a:lvl2pPr marL="742950" indent="-285750">
              <a:defRPr kumimoji="1" sz="2400">
                <a:solidFill>
                  <a:schemeClr val="tx1"/>
                </a:solidFill>
                <a:latin typeface="Times New Roman" pitchFamily="18" charset="0"/>
                <a:ea typeface="宋体" pitchFamily="2" charset="-122"/>
              </a:defRPr>
            </a:lvl2pPr>
            <a:lvl3pPr marL="1143000" indent="-228600">
              <a:defRPr kumimoji="1" sz="2400">
                <a:solidFill>
                  <a:schemeClr val="tx1"/>
                </a:solidFill>
                <a:latin typeface="Times New Roman" pitchFamily="18" charset="0"/>
                <a:ea typeface="宋体" pitchFamily="2" charset="-122"/>
              </a:defRPr>
            </a:lvl3pPr>
            <a:lvl4pPr marL="1600200" indent="-228600">
              <a:defRPr kumimoji="1" sz="2400">
                <a:solidFill>
                  <a:schemeClr val="tx1"/>
                </a:solidFill>
                <a:latin typeface="Times New Roman" pitchFamily="18" charset="0"/>
                <a:ea typeface="宋体" pitchFamily="2" charset="-122"/>
              </a:defRPr>
            </a:lvl4pPr>
            <a:lvl5pPr marL="2057400" indent="-22860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r>
              <a:rPr lang="en-US" altLang="zh-CN" sz="3200" b="1">
                <a:latin typeface="Arial" charset="0"/>
              </a:rPr>
              <a:t>3</a:t>
            </a:r>
            <a:endParaRPr lang="zh-CN" altLang="en-US" sz="3200" b="1">
              <a:latin typeface="Arial" charset="0"/>
            </a:endParaRPr>
          </a:p>
        </p:txBody>
      </p:sp>
      <p:cxnSp>
        <p:nvCxnSpPr>
          <p:cNvPr id="23" name="直接箭头连接符 22"/>
          <p:cNvCxnSpPr>
            <a:cxnSpLocks noChangeShapeType="1"/>
            <a:stCxn id="12" idx="3"/>
            <a:endCxn id="17" idx="1"/>
          </p:cNvCxnSpPr>
          <p:nvPr/>
        </p:nvCxnSpPr>
        <p:spPr bwMode="auto">
          <a:xfrm>
            <a:off x="4643438" y="4679950"/>
            <a:ext cx="1214437" cy="1588"/>
          </a:xfrm>
          <a:prstGeom prst="straightConnector1">
            <a:avLst/>
          </a:prstGeom>
          <a:noFill/>
          <a:ln w="38100" algn="ctr">
            <a:solidFill>
              <a:schemeClr val="tx1"/>
            </a:solidFill>
            <a:miter lim="800000"/>
            <a:headEnd/>
            <a:tailEnd type="arrow" w="med" len="med"/>
          </a:ln>
          <a:extLst>
            <a:ext uri="{909E8E84-426E-40DD-AFC4-6F175D3DCCD1}">
              <a14:hiddenFill xmlns:a14="http://schemas.microsoft.com/office/drawing/2010/main">
                <a:noFill/>
              </a14:hiddenFill>
            </a:ext>
          </a:extLst>
        </p:spPr>
      </p:cxnSp>
      <p:pic>
        <p:nvPicPr>
          <p:cNvPr id="236549"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76875" y="1643063"/>
            <a:ext cx="952500" cy="676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86563" y="4357688"/>
            <a:ext cx="952500" cy="676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 name="横卷形 26"/>
          <p:cNvSpPr>
            <a:spLocks noChangeArrowheads="1"/>
          </p:cNvSpPr>
          <p:nvPr/>
        </p:nvSpPr>
        <p:spPr bwMode="auto">
          <a:xfrm>
            <a:off x="285750" y="1500188"/>
            <a:ext cx="2357438" cy="785812"/>
          </a:xfrm>
          <a:prstGeom prst="horizontalScroll">
            <a:avLst>
              <a:gd name="adj" fmla="val 12500"/>
            </a:avLst>
          </a:prstGeom>
          <a:solidFill>
            <a:srgbClr val="E1FFE1"/>
          </a:solidFill>
          <a:ln w="9525" algn="ctr">
            <a:solidFill>
              <a:schemeClr val="tx1"/>
            </a:solidFill>
            <a:miter lim="800000"/>
            <a:headEnd/>
            <a:tailEnd/>
          </a:ln>
        </p:spPr>
        <p:txBody>
          <a:bodyPr wrap="none"/>
          <a:lstStyle/>
          <a:p>
            <a:pPr algn="ctr"/>
            <a:r>
              <a:rPr lang="zh-CN" altLang="en-US" sz="3200" b="1" dirty="0">
                <a:solidFill>
                  <a:srgbClr val="FF0000"/>
                </a:solidFill>
                <a:latin typeface="黑体" pitchFamily="49" charset="-122"/>
                <a:ea typeface="黑体" pitchFamily="49" charset="-122"/>
              </a:rPr>
              <a:t>直接存取</a:t>
            </a:r>
          </a:p>
        </p:txBody>
      </p:sp>
      <p:sp>
        <p:nvSpPr>
          <p:cNvPr id="28" name="横卷形 27"/>
          <p:cNvSpPr>
            <a:spLocks noChangeArrowheads="1"/>
          </p:cNvSpPr>
          <p:nvPr/>
        </p:nvSpPr>
        <p:spPr bwMode="auto">
          <a:xfrm>
            <a:off x="285750" y="4000500"/>
            <a:ext cx="2357438" cy="785813"/>
          </a:xfrm>
          <a:prstGeom prst="horizontalScroll">
            <a:avLst>
              <a:gd name="adj" fmla="val 12500"/>
            </a:avLst>
          </a:prstGeom>
          <a:solidFill>
            <a:srgbClr val="E1FFE1"/>
          </a:solidFill>
          <a:ln w="9525" algn="ctr">
            <a:solidFill>
              <a:schemeClr val="tx1"/>
            </a:solidFill>
            <a:miter lim="800000"/>
            <a:headEnd/>
            <a:tailEnd/>
          </a:ln>
        </p:spPr>
        <p:txBody>
          <a:bodyPr wrap="none"/>
          <a:lstStyle/>
          <a:p>
            <a:pPr algn="ctr"/>
            <a:r>
              <a:rPr lang="zh-CN" altLang="en-US" sz="3200" b="1" dirty="0">
                <a:solidFill>
                  <a:srgbClr val="FF0000"/>
                </a:solidFill>
                <a:latin typeface="黑体" pitchFamily="49" charset="-122"/>
                <a:ea typeface="黑体" pitchFamily="49" charset="-122"/>
              </a:rPr>
              <a:t>间接存取</a:t>
            </a:r>
          </a:p>
        </p:txBody>
      </p:sp>
    </p:spTree>
    <p:extLst>
      <p:ext uri="{BB962C8B-B14F-4D97-AF65-F5344CB8AC3E}">
        <p14:creationId xmlns:p14="http://schemas.microsoft.com/office/powerpoint/2010/main" val="13438032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blinds(horizontal)">
                                      <p:cBhvr>
                                        <p:cTn id="7" dur="500"/>
                                        <p:tgtEl>
                                          <p:spTgt spid="2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blinds(horizontal)">
                                      <p:cBhvr>
                                        <p:cTn id="12" dur="500"/>
                                        <p:tgtEl>
                                          <p:spTgt spid="7"/>
                                        </p:tgtEl>
                                      </p:cBhvr>
                                    </p:animEffect>
                                  </p:childTnLst>
                                </p:cTn>
                              </p:par>
                            </p:childTnLst>
                          </p:cTn>
                        </p:par>
                        <p:par>
                          <p:cTn id="13" fill="hold" nodeType="afterGroup">
                            <p:stCondLst>
                              <p:cond delay="500"/>
                            </p:stCondLst>
                            <p:childTnLst>
                              <p:par>
                                <p:cTn id="14" presetID="3" presetClass="entr" presetSubtype="10" fill="hold" grpId="0" nodeType="after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blinds(horizontal)">
                                      <p:cBhvr>
                                        <p:cTn id="16" dur="500"/>
                                        <p:tgtEl>
                                          <p:spTgt spid="6"/>
                                        </p:tgtEl>
                                      </p:cBhvr>
                                    </p:animEffect>
                                  </p:childTnLst>
                                </p:cTn>
                              </p:par>
                            </p:childTnLst>
                          </p:cTn>
                        </p:par>
                        <p:par>
                          <p:cTn id="17" fill="hold" nodeType="afterGroup">
                            <p:stCondLst>
                              <p:cond delay="1000"/>
                            </p:stCondLst>
                            <p:childTnLst>
                              <p:par>
                                <p:cTn id="18" presetID="3" presetClass="entr" presetSubtype="10" fill="hold" grpId="0" nodeType="after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blinds(horizontal)">
                                      <p:cBhvr>
                                        <p:cTn id="20" dur="500"/>
                                        <p:tgtEl>
                                          <p:spTgt spid="8"/>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3" presetClass="entr" presetSubtype="1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blinds(horizontal)">
                                      <p:cBhvr>
                                        <p:cTn id="25" dur="500"/>
                                        <p:tgtEl>
                                          <p:spTgt spid="9"/>
                                        </p:tgtEl>
                                      </p:cBhvr>
                                    </p:animEffect>
                                  </p:childTnLst>
                                </p:cTn>
                              </p:par>
                            </p:childTnLst>
                          </p:cTn>
                        </p:par>
                        <p:par>
                          <p:cTn id="26" fill="hold" nodeType="afterGroup">
                            <p:stCondLst>
                              <p:cond delay="500"/>
                            </p:stCondLst>
                            <p:childTnLst>
                              <p:par>
                                <p:cTn id="27" presetID="12" presetClass="entr" presetSubtype="2" fill="hold" nodeType="afterEffect">
                                  <p:stCondLst>
                                    <p:cond delay="0"/>
                                  </p:stCondLst>
                                  <p:childTnLst>
                                    <p:set>
                                      <p:cBhvr>
                                        <p:cTn id="28" dur="1" fill="hold">
                                          <p:stCondLst>
                                            <p:cond delay="0"/>
                                          </p:stCondLst>
                                        </p:cTn>
                                        <p:tgtEl>
                                          <p:spTgt spid="236549"/>
                                        </p:tgtEl>
                                        <p:attrNameLst>
                                          <p:attrName>style.visibility</p:attrName>
                                        </p:attrNameLst>
                                      </p:cBhvr>
                                      <p:to>
                                        <p:strVal val="visible"/>
                                      </p:to>
                                    </p:set>
                                    <p:animEffect transition="in" filter="slide(fromRight)">
                                      <p:cBhvr>
                                        <p:cTn id="29" dur="500"/>
                                        <p:tgtEl>
                                          <p:spTgt spid="236549"/>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3" presetClass="entr" presetSubtype="10" fill="hold" grpId="0" nodeType="clickEffect">
                                  <p:stCondLst>
                                    <p:cond delay="0"/>
                                  </p:stCondLst>
                                  <p:childTnLst>
                                    <p:set>
                                      <p:cBhvr>
                                        <p:cTn id="33" dur="1" fill="hold">
                                          <p:stCondLst>
                                            <p:cond delay="0"/>
                                          </p:stCondLst>
                                        </p:cTn>
                                        <p:tgtEl>
                                          <p:spTgt spid="28"/>
                                        </p:tgtEl>
                                        <p:attrNameLst>
                                          <p:attrName>style.visibility</p:attrName>
                                        </p:attrNameLst>
                                      </p:cBhvr>
                                      <p:to>
                                        <p:strVal val="visible"/>
                                      </p:to>
                                    </p:set>
                                    <p:animEffect transition="in" filter="blinds(horizontal)">
                                      <p:cBhvr>
                                        <p:cTn id="34" dur="500"/>
                                        <p:tgtEl>
                                          <p:spTgt spid="28"/>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3" presetClass="entr" presetSubtype="10" fill="hold" grpId="0" nodeType="clickEffect">
                                  <p:stCondLst>
                                    <p:cond delay="0"/>
                                  </p:stCondLst>
                                  <p:childTnLst>
                                    <p:set>
                                      <p:cBhvr>
                                        <p:cTn id="38" dur="1" fill="hold">
                                          <p:stCondLst>
                                            <p:cond delay="0"/>
                                          </p:stCondLst>
                                        </p:cTn>
                                        <p:tgtEl>
                                          <p:spTgt spid="13"/>
                                        </p:tgtEl>
                                        <p:attrNameLst>
                                          <p:attrName>style.visibility</p:attrName>
                                        </p:attrNameLst>
                                      </p:cBhvr>
                                      <p:to>
                                        <p:strVal val="visible"/>
                                      </p:to>
                                    </p:set>
                                    <p:animEffect transition="in" filter="blinds(horizontal)">
                                      <p:cBhvr>
                                        <p:cTn id="39" dur="500"/>
                                        <p:tgtEl>
                                          <p:spTgt spid="13"/>
                                        </p:tgtEl>
                                      </p:cBhvr>
                                    </p:animEffect>
                                  </p:childTnLst>
                                </p:cTn>
                              </p:par>
                              <p:par>
                                <p:cTn id="40" presetID="3" presetClass="entr" presetSubtype="10" fill="hold" grpId="0" nodeType="withEffect">
                                  <p:stCondLst>
                                    <p:cond delay="0"/>
                                  </p:stCondLst>
                                  <p:childTnLst>
                                    <p:set>
                                      <p:cBhvr>
                                        <p:cTn id="41" dur="1" fill="hold">
                                          <p:stCondLst>
                                            <p:cond delay="0"/>
                                          </p:stCondLst>
                                        </p:cTn>
                                        <p:tgtEl>
                                          <p:spTgt spid="12"/>
                                        </p:tgtEl>
                                        <p:attrNameLst>
                                          <p:attrName>style.visibility</p:attrName>
                                        </p:attrNameLst>
                                      </p:cBhvr>
                                      <p:to>
                                        <p:strVal val="visible"/>
                                      </p:to>
                                    </p:set>
                                    <p:animEffect transition="in" filter="blinds(horizontal)">
                                      <p:cBhvr>
                                        <p:cTn id="42" dur="500"/>
                                        <p:tgtEl>
                                          <p:spTgt spid="12"/>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12" presetClass="entr" presetSubtype="8" fill="hold" nodeType="clickEffect">
                                  <p:stCondLst>
                                    <p:cond delay="0"/>
                                  </p:stCondLst>
                                  <p:childTnLst>
                                    <p:set>
                                      <p:cBhvr>
                                        <p:cTn id="46" dur="1" fill="hold">
                                          <p:stCondLst>
                                            <p:cond delay="0"/>
                                          </p:stCondLst>
                                        </p:cTn>
                                        <p:tgtEl>
                                          <p:spTgt spid="23"/>
                                        </p:tgtEl>
                                        <p:attrNameLst>
                                          <p:attrName>style.visibility</p:attrName>
                                        </p:attrNameLst>
                                      </p:cBhvr>
                                      <p:to>
                                        <p:strVal val="visible"/>
                                      </p:to>
                                    </p:set>
                                    <p:animEffect transition="in" filter="slide(fromLeft)">
                                      <p:cBhvr>
                                        <p:cTn id="47" dur="500"/>
                                        <p:tgtEl>
                                          <p:spTgt spid="23"/>
                                        </p:tgtEl>
                                      </p:cBhvr>
                                    </p:animEffect>
                                  </p:childTnLst>
                                </p:cTn>
                              </p:par>
                            </p:childTnLst>
                          </p:cTn>
                        </p:par>
                        <p:par>
                          <p:cTn id="48" fill="hold" nodeType="afterGroup">
                            <p:stCondLst>
                              <p:cond delay="500"/>
                            </p:stCondLst>
                            <p:childTnLst>
                              <p:par>
                                <p:cTn id="49" presetID="3" presetClass="entr" presetSubtype="10" fill="hold" grpId="0" nodeType="afterEffect">
                                  <p:stCondLst>
                                    <p:cond delay="0"/>
                                  </p:stCondLst>
                                  <p:childTnLst>
                                    <p:set>
                                      <p:cBhvr>
                                        <p:cTn id="50" dur="1" fill="hold">
                                          <p:stCondLst>
                                            <p:cond delay="0"/>
                                          </p:stCondLst>
                                        </p:cTn>
                                        <p:tgtEl>
                                          <p:spTgt spid="18"/>
                                        </p:tgtEl>
                                        <p:attrNameLst>
                                          <p:attrName>style.visibility</p:attrName>
                                        </p:attrNameLst>
                                      </p:cBhvr>
                                      <p:to>
                                        <p:strVal val="visible"/>
                                      </p:to>
                                    </p:set>
                                    <p:animEffect transition="in" filter="blinds(horizontal)">
                                      <p:cBhvr>
                                        <p:cTn id="51" dur="500"/>
                                        <p:tgtEl>
                                          <p:spTgt spid="18"/>
                                        </p:tgtEl>
                                      </p:cBhvr>
                                    </p:animEffect>
                                  </p:childTnLst>
                                </p:cTn>
                              </p:par>
                            </p:childTnLst>
                          </p:cTn>
                        </p:par>
                        <p:par>
                          <p:cTn id="52" fill="hold" nodeType="afterGroup">
                            <p:stCondLst>
                              <p:cond delay="1000"/>
                            </p:stCondLst>
                            <p:childTnLst>
                              <p:par>
                                <p:cTn id="53" presetID="3" presetClass="entr" presetSubtype="10" fill="hold" grpId="0" nodeType="afterEffect">
                                  <p:stCondLst>
                                    <p:cond delay="0"/>
                                  </p:stCondLst>
                                  <p:childTnLst>
                                    <p:set>
                                      <p:cBhvr>
                                        <p:cTn id="54" dur="1" fill="hold">
                                          <p:stCondLst>
                                            <p:cond delay="0"/>
                                          </p:stCondLst>
                                        </p:cTn>
                                        <p:tgtEl>
                                          <p:spTgt spid="17"/>
                                        </p:tgtEl>
                                        <p:attrNameLst>
                                          <p:attrName>style.visibility</p:attrName>
                                        </p:attrNameLst>
                                      </p:cBhvr>
                                      <p:to>
                                        <p:strVal val="visible"/>
                                      </p:to>
                                    </p:set>
                                    <p:animEffect transition="in" filter="blinds(horizontal)">
                                      <p:cBhvr>
                                        <p:cTn id="55" dur="500"/>
                                        <p:tgtEl>
                                          <p:spTgt spid="17"/>
                                        </p:tgtEl>
                                      </p:cBhvr>
                                    </p:animEffect>
                                  </p:childTnLst>
                                </p:cTn>
                              </p:par>
                            </p:childTnLst>
                          </p:cTn>
                        </p:par>
                        <p:par>
                          <p:cTn id="56" fill="hold" nodeType="afterGroup">
                            <p:stCondLst>
                              <p:cond delay="1500"/>
                            </p:stCondLst>
                            <p:childTnLst>
                              <p:par>
                                <p:cTn id="57" presetID="3" presetClass="entr" presetSubtype="10" fill="hold" grpId="0" nodeType="afterEffect">
                                  <p:stCondLst>
                                    <p:cond delay="0"/>
                                  </p:stCondLst>
                                  <p:childTnLst>
                                    <p:set>
                                      <p:cBhvr>
                                        <p:cTn id="58" dur="1" fill="hold">
                                          <p:stCondLst>
                                            <p:cond delay="0"/>
                                          </p:stCondLst>
                                        </p:cTn>
                                        <p:tgtEl>
                                          <p:spTgt spid="19"/>
                                        </p:tgtEl>
                                        <p:attrNameLst>
                                          <p:attrName>style.visibility</p:attrName>
                                        </p:attrNameLst>
                                      </p:cBhvr>
                                      <p:to>
                                        <p:strVal val="visible"/>
                                      </p:to>
                                    </p:set>
                                    <p:animEffect transition="in" filter="blinds(horizontal)">
                                      <p:cBhvr>
                                        <p:cTn id="59" dur="500"/>
                                        <p:tgtEl>
                                          <p:spTgt spid="19"/>
                                        </p:tgtEl>
                                      </p:cBhvr>
                                    </p:animEffect>
                                  </p:childTnLst>
                                </p:cTn>
                              </p:par>
                            </p:childTnLst>
                          </p:cTn>
                        </p:par>
                      </p:childTnLst>
                    </p:cTn>
                  </p:par>
                  <p:par>
                    <p:cTn id="60" fill="hold" nodeType="clickPar">
                      <p:stCondLst>
                        <p:cond delay="indefinite"/>
                      </p:stCondLst>
                      <p:childTnLst>
                        <p:par>
                          <p:cTn id="61" fill="hold" nodeType="withGroup">
                            <p:stCondLst>
                              <p:cond delay="0"/>
                            </p:stCondLst>
                            <p:childTnLst>
                              <p:par>
                                <p:cTn id="62" presetID="3" presetClass="entr" presetSubtype="10" fill="hold" grpId="0" nodeType="clickEffect">
                                  <p:stCondLst>
                                    <p:cond delay="0"/>
                                  </p:stCondLst>
                                  <p:childTnLst>
                                    <p:set>
                                      <p:cBhvr>
                                        <p:cTn id="63" dur="1" fill="hold">
                                          <p:stCondLst>
                                            <p:cond delay="0"/>
                                          </p:stCondLst>
                                        </p:cTn>
                                        <p:tgtEl>
                                          <p:spTgt spid="20"/>
                                        </p:tgtEl>
                                        <p:attrNameLst>
                                          <p:attrName>style.visibility</p:attrName>
                                        </p:attrNameLst>
                                      </p:cBhvr>
                                      <p:to>
                                        <p:strVal val="visible"/>
                                      </p:to>
                                    </p:set>
                                    <p:animEffect transition="in" filter="blinds(horizontal)">
                                      <p:cBhvr>
                                        <p:cTn id="64" dur="500"/>
                                        <p:tgtEl>
                                          <p:spTgt spid="20"/>
                                        </p:tgtEl>
                                      </p:cBhvr>
                                    </p:animEffect>
                                  </p:childTnLst>
                                </p:cTn>
                              </p:par>
                            </p:childTnLst>
                          </p:cTn>
                        </p:par>
                        <p:par>
                          <p:cTn id="65" fill="hold" nodeType="afterGroup">
                            <p:stCondLst>
                              <p:cond delay="500"/>
                            </p:stCondLst>
                            <p:childTnLst>
                              <p:par>
                                <p:cTn id="66" presetID="12" presetClass="entr" presetSubtype="2" fill="hold" nodeType="afterEffect">
                                  <p:stCondLst>
                                    <p:cond delay="0"/>
                                  </p:stCondLst>
                                  <p:childTnLst>
                                    <p:set>
                                      <p:cBhvr>
                                        <p:cTn id="67" dur="1" fill="hold">
                                          <p:stCondLst>
                                            <p:cond delay="0"/>
                                          </p:stCondLst>
                                        </p:cTn>
                                        <p:tgtEl>
                                          <p:spTgt spid="26"/>
                                        </p:tgtEl>
                                        <p:attrNameLst>
                                          <p:attrName>style.visibility</p:attrName>
                                        </p:attrNameLst>
                                      </p:cBhvr>
                                      <p:to>
                                        <p:strVal val="visible"/>
                                      </p:to>
                                    </p:set>
                                    <p:animEffect transition="in" filter="slide(fromRight)">
                                      <p:cBhvr>
                                        <p:cTn id="68"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P spid="8" grpId="0"/>
      <p:bldP spid="9" grpId="0"/>
      <p:bldP spid="12" grpId="0" animBg="1"/>
      <p:bldP spid="13" grpId="0"/>
      <p:bldP spid="17" grpId="0" animBg="1"/>
      <p:bldP spid="18" grpId="0"/>
      <p:bldP spid="19" grpId="0"/>
      <p:bldP spid="20" grpId="0"/>
      <p:bldP spid="27" grpId="0" animBg="1"/>
      <p:bldP spid="28"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内容占位符 2"/>
          <p:cNvSpPr>
            <a:spLocks noGrp="1"/>
          </p:cNvSpPr>
          <p:nvPr>
            <p:ph idx="1"/>
          </p:nvPr>
        </p:nvSpPr>
        <p:spPr>
          <a:xfrm>
            <a:off x="467544" y="692696"/>
            <a:ext cx="7992888" cy="5267325"/>
          </a:xfrm>
        </p:spPr>
        <p:txBody>
          <a:bodyPr/>
          <a:lstStyle/>
          <a:p>
            <a:pPr marL="457200" indent="-457200">
              <a:lnSpc>
                <a:spcPct val="150000"/>
              </a:lnSpc>
              <a:spcBef>
                <a:spcPts val="0"/>
              </a:spcBef>
              <a:buFont typeface="Wingdings" pitchFamily="2" charset="2"/>
              <a:buChar char="Ø"/>
            </a:pPr>
            <a:r>
              <a:rPr lang="zh-CN" altLang="zh-CN" sz="2800" dirty="0" smtClean="0">
                <a:latin typeface="黑体" pitchFamily="49" charset="-122"/>
                <a:ea typeface="黑体" pitchFamily="49" charset="-122"/>
              </a:rPr>
              <a:t>为了表示将数值３送到变量中，可以有两种表达方法：</a:t>
            </a:r>
          </a:p>
          <a:p>
            <a:pPr marL="0" indent="457200">
              <a:lnSpc>
                <a:spcPct val="150000"/>
              </a:lnSpc>
              <a:spcBef>
                <a:spcPts val="0"/>
              </a:spcBef>
              <a:buFont typeface="Wingdings" pitchFamily="2" charset="2"/>
              <a:buNone/>
            </a:pPr>
            <a:r>
              <a:rPr lang="en-US" altLang="zh-CN" sz="2800" dirty="0" smtClean="0">
                <a:latin typeface="黑体" pitchFamily="49" charset="-122"/>
                <a:ea typeface="黑体" pitchFamily="49" charset="-122"/>
              </a:rPr>
              <a:t>(1)</a:t>
            </a:r>
            <a:r>
              <a:rPr lang="zh-CN" altLang="zh-CN" sz="2800" dirty="0" smtClean="0">
                <a:latin typeface="黑体" pitchFamily="49" charset="-122"/>
                <a:ea typeface="黑体" pitchFamily="49" charset="-122"/>
              </a:rPr>
              <a:t>将</a:t>
            </a:r>
            <a:r>
              <a:rPr lang="en-US" altLang="zh-CN" sz="2800" dirty="0" smtClean="0">
                <a:latin typeface="黑体" pitchFamily="49" charset="-122"/>
                <a:ea typeface="黑体" pitchFamily="49" charset="-122"/>
              </a:rPr>
              <a:t>3</a:t>
            </a:r>
            <a:r>
              <a:rPr lang="zh-CN" altLang="zh-CN" sz="2800" dirty="0" smtClean="0">
                <a:latin typeface="黑体" pitchFamily="49" charset="-122"/>
                <a:ea typeface="黑体" pitchFamily="49" charset="-122"/>
              </a:rPr>
              <a:t>直接送到变量</a:t>
            </a:r>
            <a:r>
              <a:rPr lang="en-US" altLang="zh-CN" sz="2800" dirty="0" smtClean="0">
                <a:latin typeface="黑体" pitchFamily="49" charset="-122"/>
                <a:ea typeface="黑体" pitchFamily="49" charset="-122"/>
              </a:rPr>
              <a:t>i</a:t>
            </a:r>
            <a:r>
              <a:rPr lang="zh-CN" altLang="zh-CN" sz="2800" dirty="0" smtClean="0">
                <a:latin typeface="黑体" pitchFamily="49" charset="-122"/>
                <a:ea typeface="黑体" pitchFamily="49" charset="-122"/>
              </a:rPr>
              <a:t>所标识的单元中，例如：</a:t>
            </a:r>
            <a:r>
              <a:rPr lang="en-US" altLang="zh-CN" sz="2800" dirty="0" smtClean="0">
                <a:latin typeface="黑体" pitchFamily="49" charset="-122"/>
                <a:ea typeface="黑体" pitchFamily="49" charset="-122"/>
              </a:rPr>
              <a:t>i=3; </a:t>
            </a:r>
            <a:endParaRPr lang="zh-CN" altLang="zh-CN" sz="2800" dirty="0" smtClean="0">
              <a:latin typeface="黑体" pitchFamily="49" charset="-122"/>
              <a:ea typeface="黑体" pitchFamily="49" charset="-122"/>
            </a:endParaRPr>
          </a:p>
          <a:p>
            <a:pPr marL="0" indent="457200">
              <a:lnSpc>
                <a:spcPct val="150000"/>
              </a:lnSpc>
              <a:spcBef>
                <a:spcPts val="0"/>
              </a:spcBef>
              <a:buFont typeface="Wingdings" pitchFamily="2" charset="2"/>
              <a:buNone/>
            </a:pPr>
            <a:r>
              <a:rPr lang="en-US" altLang="zh-CN" sz="2800" dirty="0" smtClean="0">
                <a:latin typeface="黑体" pitchFamily="49" charset="-122"/>
                <a:ea typeface="黑体" pitchFamily="49" charset="-122"/>
              </a:rPr>
              <a:t>(2)</a:t>
            </a:r>
            <a:r>
              <a:rPr lang="zh-CN" altLang="zh-CN" sz="2800" dirty="0" smtClean="0">
                <a:latin typeface="黑体" pitchFamily="49" charset="-122"/>
                <a:ea typeface="黑体" pitchFamily="49" charset="-122"/>
              </a:rPr>
              <a:t>将</a:t>
            </a:r>
            <a:r>
              <a:rPr lang="en-US" altLang="zh-CN" sz="2800" dirty="0" smtClean="0">
                <a:latin typeface="黑体" pitchFamily="49" charset="-122"/>
                <a:ea typeface="黑体" pitchFamily="49" charset="-122"/>
              </a:rPr>
              <a:t>3</a:t>
            </a:r>
            <a:r>
              <a:rPr lang="zh-CN" altLang="zh-CN" sz="2800" dirty="0" smtClean="0">
                <a:latin typeface="黑体" pitchFamily="49" charset="-122"/>
                <a:ea typeface="黑体" pitchFamily="49" charset="-122"/>
              </a:rPr>
              <a:t>送到变量</a:t>
            </a:r>
            <a:r>
              <a:rPr lang="en-US" altLang="zh-CN" sz="2800" dirty="0" err="1" smtClean="0">
                <a:latin typeface="黑体" pitchFamily="49" charset="-122"/>
                <a:ea typeface="黑体" pitchFamily="49" charset="-122"/>
              </a:rPr>
              <a:t>i_pointer</a:t>
            </a:r>
            <a:r>
              <a:rPr lang="zh-CN" altLang="zh-CN" sz="2800" dirty="0" smtClean="0">
                <a:latin typeface="黑体" pitchFamily="49" charset="-122"/>
                <a:ea typeface="黑体" pitchFamily="49" charset="-122"/>
              </a:rPr>
              <a:t>所指向的单元（即变量</a:t>
            </a:r>
            <a:r>
              <a:rPr lang="en-US" altLang="zh-CN" sz="2800" dirty="0" smtClean="0">
                <a:latin typeface="黑体" pitchFamily="49" charset="-122"/>
                <a:ea typeface="黑体" pitchFamily="49" charset="-122"/>
              </a:rPr>
              <a:t>i</a:t>
            </a:r>
            <a:r>
              <a:rPr lang="zh-CN" altLang="zh-CN" sz="2800" dirty="0" smtClean="0">
                <a:latin typeface="黑体" pitchFamily="49" charset="-122"/>
                <a:ea typeface="黑体" pitchFamily="49" charset="-122"/>
              </a:rPr>
              <a:t>的存储单元），例如：</a:t>
            </a:r>
            <a:r>
              <a:rPr lang="en-US" altLang="zh-CN" sz="2800" dirty="0" smtClean="0">
                <a:latin typeface="黑体" pitchFamily="49" charset="-122"/>
                <a:ea typeface="黑体" pitchFamily="49" charset="-122"/>
              </a:rPr>
              <a:t>*</a:t>
            </a:r>
            <a:r>
              <a:rPr lang="en-US" altLang="zh-CN" sz="2800" dirty="0" err="1" smtClean="0">
                <a:latin typeface="黑体" pitchFamily="49" charset="-122"/>
                <a:ea typeface="黑体" pitchFamily="49" charset="-122"/>
              </a:rPr>
              <a:t>i_pointer</a:t>
            </a:r>
            <a:r>
              <a:rPr lang="en-US" altLang="zh-CN" sz="2800" dirty="0" smtClean="0">
                <a:latin typeface="黑体" pitchFamily="49" charset="-122"/>
                <a:ea typeface="黑体" pitchFamily="49" charset="-122"/>
              </a:rPr>
              <a:t>=3; </a:t>
            </a:r>
            <a:r>
              <a:rPr lang="zh-CN" altLang="zh-CN" sz="2800" dirty="0" smtClean="0">
                <a:latin typeface="黑体" pitchFamily="49" charset="-122"/>
                <a:ea typeface="黑体" pitchFamily="49" charset="-122"/>
              </a:rPr>
              <a:t>其中</a:t>
            </a:r>
            <a:r>
              <a:rPr lang="en-US" altLang="zh-CN" sz="2800" dirty="0" smtClean="0">
                <a:latin typeface="黑体" pitchFamily="49" charset="-122"/>
                <a:ea typeface="黑体" pitchFamily="49" charset="-122"/>
              </a:rPr>
              <a:t>*</a:t>
            </a:r>
            <a:r>
              <a:rPr lang="en-US" altLang="zh-CN" sz="2800" dirty="0" err="1" smtClean="0">
                <a:latin typeface="黑体" pitchFamily="49" charset="-122"/>
                <a:ea typeface="黑体" pitchFamily="49" charset="-122"/>
              </a:rPr>
              <a:t>i_pointer</a:t>
            </a:r>
            <a:r>
              <a:rPr lang="zh-CN" altLang="zh-CN" sz="2800" dirty="0" smtClean="0">
                <a:latin typeface="黑体" pitchFamily="49" charset="-122"/>
                <a:ea typeface="黑体" pitchFamily="49" charset="-122"/>
              </a:rPr>
              <a:t>表示</a:t>
            </a:r>
            <a:r>
              <a:rPr lang="en-US" altLang="zh-CN" sz="2800" dirty="0" err="1" smtClean="0">
                <a:latin typeface="黑体" pitchFamily="49" charset="-122"/>
                <a:ea typeface="黑体" pitchFamily="49" charset="-122"/>
              </a:rPr>
              <a:t>i_pointer</a:t>
            </a:r>
            <a:r>
              <a:rPr lang="zh-CN" altLang="zh-CN" sz="2800" dirty="0" smtClean="0">
                <a:latin typeface="黑体" pitchFamily="49" charset="-122"/>
                <a:ea typeface="黑体" pitchFamily="49" charset="-122"/>
              </a:rPr>
              <a:t>指向的对象</a:t>
            </a:r>
            <a:r>
              <a:rPr lang="zh-CN" altLang="en-US" sz="2800" dirty="0" smtClean="0">
                <a:latin typeface="黑体" pitchFamily="49" charset="-122"/>
                <a:ea typeface="黑体" pitchFamily="49" charset="-122"/>
              </a:rPr>
              <a:t>。</a:t>
            </a:r>
          </a:p>
        </p:txBody>
      </p:sp>
    </p:spTree>
    <p:extLst>
      <p:ext uri="{BB962C8B-B14F-4D97-AF65-F5344CB8AC3E}">
        <p14:creationId xmlns:p14="http://schemas.microsoft.com/office/powerpoint/2010/main" val="208856731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11266">
                                            <p:txEl>
                                              <p:pRg st="1" end="1"/>
                                            </p:txEl>
                                          </p:spTgt>
                                        </p:tgtEl>
                                        <p:attrNameLst>
                                          <p:attrName>style.visibility</p:attrName>
                                        </p:attrNameLst>
                                      </p:cBhvr>
                                      <p:to>
                                        <p:strVal val="visible"/>
                                      </p:to>
                                    </p:set>
                                    <p:animEffect transition="in" filter="blinds(horizontal)">
                                      <p:cBhvr>
                                        <p:cTn id="7" dur="500"/>
                                        <p:tgtEl>
                                          <p:spTgt spid="11266">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11266">
                                            <p:txEl>
                                              <p:pRg st="2" end="2"/>
                                            </p:txEl>
                                          </p:spTgt>
                                        </p:tgtEl>
                                        <p:attrNameLst>
                                          <p:attrName>style.visibility</p:attrName>
                                        </p:attrNameLst>
                                      </p:cBhvr>
                                      <p:to>
                                        <p:strVal val="visible"/>
                                      </p:to>
                                    </p:set>
                                    <p:animEffect transition="in" filter="blinds(horizontal)">
                                      <p:cBhvr>
                                        <p:cTn id="12" dur="500"/>
                                        <p:tgtEl>
                                          <p:spTgt spid="1126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内容占位符 2"/>
          <p:cNvSpPr>
            <a:spLocks noGrp="1"/>
          </p:cNvSpPr>
          <p:nvPr>
            <p:ph idx="1"/>
          </p:nvPr>
        </p:nvSpPr>
        <p:spPr>
          <a:xfrm>
            <a:off x="251520" y="836712"/>
            <a:ext cx="8441630" cy="3429000"/>
          </a:xfrm>
        </p:spPr>
        <p:txBody>
          <a:bodyPr/>
          <a:lstStyle/>
          <a:p>
            <a:pPr marL="457200" indent="-457200">
              <a:lnSpc>
                <a:spcPct val="150000"/>
              </a:lnSpc>
              <a:buFont typeface="Wingdings" pitchFamily="2" charset="2"/>
              <a:buChar char="Ø"/>
            </a:pPr>
            <a:r>
              <a:rPr lang="zh-CN" altLang="zh-CN" sz="2800" dirty="0" smtClean="0">
                <a:latin typeface="黑体" pitchFamily="49" charset="-122"/>
                <a:ea typeface="黑体" pitchFamily="49" charset="-122"/>
              </a:rPr>
              <a:t>指向就是通过</a:t>
            </a:r>
            <a:r>
              <a:rPr lang="zh-CN" altLang="zh-CN" sz="2800" dirty="0" smtClean="0">
                <a:solidFill>
                  <a:srgbClr val="C00000"/>
                </a:solidFill>
                <a:latin typeface="黑体" pitchFamily="49" charset="-122"/>
                <a:ea typeface="黑体" pitchFamily="49" charset="-122"/>
              </a:rPr>
              <a:t>地址</a:t>
            </a:r>
            <a:r>
              <a:rPr lang="zh-CN" altLang="zh-CN" sz="2800" dirty="0" smtClean="0">
                <a:latin typeface="黑体" pitchFamily="49" charset="-122"/>
                <a:ea typeface="黑体" pitchFamily="49" charset="-122"/>
              </a:rPr>
              <a:t>来体现的</a:t>
            </a:r>
            <a:endParaRPr lang="en-US" altLang="zh-CN" sz="2800" dirty="0" smtClean="0">
              <a:latin typeface="黑体" pitchFamily="49" charset="-122"/>
              <a:ea typeface="黑体" pitchFamily="49" charset="-122"/>
            </a:endParaRPr>
          </a:p>
          <a:p>
            <a:pPr marL="457200" lvl="1" indent="-457200">
              <a:lnSpc>
                <a:spcPct val="150000"/>
              </a:lnSpc>
              <a:spcBef>
                <a:spcPts val="0"/>
              </a:spcBef>
              <a:buFont typeface="Wingdings" pitchFamily="2" charset="2"/>
              <a:buChar char="u"/>
            </a:pPr>
            <a:r>
              <a:rPr lang="zh-CN" altLang="zh-CN" sz="2400" dirty="0" smtClean="0">
                <a:latin typeface="黑体" pitchFamily="49" charset="-122"/>
                <a:ea typeface="黑体" pitchFamily="49" charset="-122"/>
              </a:rPr>
              <a:t>假设</a:t>
            </a:r>
            <a:r>
              <a:rPr lang="en-US" altLang="zh-CN" sz="2400" dirty="0" err="1" smtClean="0">
                <a:latin typeface="黑体" pitchFamily="49" charset="-122"/>
                <a:ea typeface="黑体" pitchFamily="49" charset="-122"/>
              </a:rPr>
              <a:t>i_pointer</a:t>
            </a:r>
            <a:r>
              <a:rPr lang="zh-CN" altLang="zh-CN" sz="2400" dirty="0" smtClean="0">
                <a:latin typeface="黑体" pitchFamily="49" charset="-122"/>
                <a:ea typeface="黑体" pitchFamily="49" charset="-122"/>
              </a:rPr>
              <a:t>中的值是变量ｉ的地址</a:t>
            </a:r>
            <a:r>
              <a:rPr lang="en-US" altLang="zh-CN" sz="2400" dirty="0" smtClean="0">
                <a:latin typeface="黑体" pitchFamily="49" charset="-122"/>
                <a:ea typeface="黑体" pitchFamily="49" charset="-122"/>
              </a:rPr>
              <a:t>(2000)</a:t>
            </a:r>
            <a:r>
              <a:rPr lang="zh-CN" altLang="zh-CN" sz="2400" dirty="0" smtClean="0">
                <a:latin typeface="黑体" pitchFamily="49" charset="-122"/>
                <a:ea typeface="黑体" pitchFamily="49" charset="-122"/>
              </a:rPr>
              <a:t>，这样就在</a:t>
            </a:r>
            <a:r>
              <a:rPr lang="en-US" altLang="zh-CN" sz="2400" dirty="0" err="1" smtClean="0">
                <a:latin typeface="黑体" pitchFamily="49" charset="-122"/>
                <a:ea typeface="黑体" pitchFamily="49" charset="-122"/>
              </a:rPr>
              <a:t>i_pointer</a:t>
            </a:r>
            <a:r>
              <a:rPr lang="zh-CN" altLang="zh-CN" sz="2400" dirty="0" smtClean="0">
                <a:latin typeface="黑体" pitchFamily="49" charset="-122"/>
                <a:ea typeface="黑体" pitchFamily="49" charset="-122"/>
              </a:rPr>
              <a:t>和变量ｉ之间建立起一种联系，即通过</a:t>
            </a:r>
            <a:r>
              <a:rPr lang="en-US" altLang="zh-CN" sz="2400" dirty="0" err="1" smtClean="0">
                <a:latin typeface="黑体" pitchFamily="49" charset="-122"/>
                <a:ea typeface="黑体" pitchFamily="49" charset="-122"/>
              </a:rPr>
              <a:t>i_pointer</a:t>
            </a:r>
            <a:r>
              <a:rPr lang="zh-CN" altLang="zh-CN" sz="2400" dirty="0" smtClean="0">
                <a:latin typeface="黑体" pitchFamily="49" charset="-122"/>
                <a:ea typeface="黑体" pitchFamily="49" charset="-122"/>
              </a:rPr>
              <a:t>能知道</a:t>
            </a:r>
            <a:r>
              <a:rPr lang="en-US" altLang="zh-CN" sz="2400" dirty="0" smtClean="0">
                <a:latin typeface="黑体" pitchFamily="49" charset="-122"/>
                <a:ea typeface="黑体" pitchFamily="49" charset="-122"/>
              </a:rPr>
              <a:t>i</a:t>
            </a:r>
            <a:r>
              <a:rPr lang="zh-CN" altLang="zh-CN" sz="2400" dirty="0" smtClean="0">
                <a:latin typeface="黑体" pitchFamily="49" charset="-122"/>
                <a:ea typeface="黑体" pitchFamily="49" charset="-122"/>
              </a:rPr>
              <a:t>的地址，从而找到变量</a:t>
            </a:r>
            <a:r>
              <a:rPr lang="en-US" altLang="zh-CN" sz="2400" dirty="0" smtClean="0">
                <a:latin typeface="黑体" pitchFamily="49" charset="-122"/>
                <a:ea typeface="黑体" pitchFamily="49" charset="-122"/>
              </a:rPr>
              <a:t>i</a:t>
            </a:r>
            <a:r>
              <a:rPr lang="zh-CN" altLang="zh-CN" sz="2400" dirty="0" smtClean="0">
                <a:latin typeface="黑体" pitchFamily="49" charset="-122"/>
                <a:ea typeface="黑体" pitchFamily="49" charset="-122"/>
              </a:rPr>
              <a:t>的内存单元</a:t>
            </a:r>
            <a:r>
              <a:rPr lang="zh-CN" altLang="en-US" sz="2400" dirty="0">
                <a:latin typeface="黑体" pitchFamily="49" charset="-122"/>
                <a:ea typeface="黑体" pitchFamily="49" charset="-122"/>
              </a:rPr>
              <a:t>。</a:t>
            </a:r>
            <a:endParaRPr lang="zh-CN" altLang="en-US" sz="2400" dirty="0" smtClean="0">
              <a:latin typeface="黑体" pitchFamily="49" charset="-122"/>
              <a:ea typeface="黑体" pitchFamily="49" charset="-122"/>
            </a:endParaRPr>
          </a:p>
        </p:txBody>
      </p:sp>
    </p:spTree>
    <p:extLst>
      <p:ext uri="{BB962C8B-B14F-4D97-AF65-F5344CB8AC3E}">
        <p14:creationId xmlns:p14="http://schemas.microsoft.com/office/powerpoint/2010/main" val="735727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内容占位符 2"/>
          <p:cNvSpPr>
            <a:spLocks noGrp="1"/>
          </p:cNvSpPr>
          <p:nvPr>
            <p:ph idx="1"/>
          </p:nvPr>
        </p:nvSpPr>
        <p:spPr>
          <a:xfrm>
            <a:off x="251520" y="1052736"/>
            <a:ext cx="8441630" cy="4286250"/>
          </a:xfrm>
        </p:spPr>
        <p:txBody>
          <a:bodyPr/>
          <a:lstStyle/>
          <a:p>
            <a:pPr marL="457200" indent="-457200">
              <a:lnSpc>
                <a:spcPct val="150000"/>
              </a:lnSpc>
              <a:spcBef>
                <a:spcPts val="0"/>
              </a:spcBef>
              <a:buFont typeface="Wingdings" pitchFamily="2" charset="2"/>
              <a:buChar char="Ø"/>
            </a:pPr>
            <a:r>
              <a:rPr lang="zh-CN" altLang="zh-CN" sz="2800" dirty="0" smtClean="0">
                <a:latin typeface="黑体" pitchFamily="49" charset="-122"/>
                <a:ea typeface="黑体" pitchFamily="49" charset="-122"/>
              </a:rPr>
              <a:t>由于通过地址能找到所需的变量单元，因此说，地址指向该变量单元</a:t>
            </a:r>
            <a:r>
              <a:rPr lang="zh-CN" altLang="en-US" sz="2800" dirty="0" smtClean="0">
                <a:latin typeface="黑体" pitchFamily="49" charset="-122"/>
                <a:ea typeface="黑体" pitchFamily="49" charset="-122"/>
              </a:rPr>
              <a:t>。</a:t>
            </a:r>
            <a:endParaRPr lang="en-US" altLang="zh-CN" sz="2800" dirty="0" smtClean="0">
              <a:latin typeface="黑体" pitchFamily="49" charset="-122"/>
              <a:ea typeface="黑体" pitchFamily="49" charset="-122"/>
            </a:endParaRPr>
          </a:p>
          <a:p>
            <a:pPr marL="457200" indent="-457200">
              <a:lnSpc>
                <a:spcPct val="150000"/>
              </a:lnSpc>
              <a:spcBef>
                <a:spcPts val="0"/>
              </a:spcBef>
              <a:buFont typeface="Wingdings" pitchFamily="2" charset="2"/>
              <a:buChar char="Ø"/>
            </a:pPr>
            <a:r>
              <a:rPr lang="zh-CN" altLang="zh-CN" sz="2800" dirty="0" smtClean="0">
                <a:latin typeface="黑体" pitchFamily="49" charset="-122"/>
                <a:ea typeface="黑体" pitchFamily="49" charset="-122"/>
              </a:rPr>
              <a:t>将地址形象化地称为“</a:t>
            </a:r>
            <a:r>
              <a:rPr lang="zh-CN" altLang="zh-CN" sz="2800" dirty="0" smtClean="0">
                <a:solidFill>
                  <a:srgbClr val="C00000"/>
                </a:solidFill>
                <a:latin typeface="黑体" pitchFamily="49" charset="-122"/>
                <a:ea typeface="黑体" pitchFamily="49" charset="-122"/>
              </a:rPr>
              <a:t>指针</a:t>
            </a:r>
            <a:r>
              <a:rPr lang="zh-CN" altLang="zh-CN" sz="2800" dirty="0" smtClean="0">
                <a:latin typeface="黑体" pitchFamily="49" charset="-122"/>
                <a:ea typeface="黑体" pitchFamily="49" charset="-122"/>
              </a:rPr>
              <a:t>”。意思是通过它能找到以它为地址的内存单元</a:t>
            </a:r>
            <a:r>
              <a:rPr lang="zh-CN" altLang="en-US" sz="2800" dirty="0" smtClean="0">
                <a:latin typeface="黑体" pitchFamily="49" charset="-122"/>
                <a:ea typeface="黑体" pitchFamily="49" charset="-122"/>
              </a:rPr>
              <a:t>。</a:t>
            </a:r>
          </a:p>
        </p:txBody>
      </p:sp>
    </p:spTree>
    <p:extLst>
      <p:ext uri="{BB962C8B-B14F-4D97-AF65-F5344CB8AC3E}">
        <p14:creationId xmlns:p14="http://schemas.microsoft.com/office/powerpoint/2010/main" val="304128984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5602">
                                            <p:txEl>
                                              <p:pRg st="1" end="1"/>
                                            </p:txEl>
                                          </p:spTgt>
                                        </p:tgtEl>
                                        <p:attrNameLst>
                                          <p:attrName>style.visibility</p:attrName>
                                        </p:attrNameLst>
                                      </p:cBhvr>
                                      <p:to>
                                        <p:strVal val="visible"/>
                                      </p:to>
                                    </p:set>
                                    <p:anim calcmode="lin" valueType="num">
                                      <p:cBhvr additive="base">
                                        <p:cTn id="7" dur="500" fill="hold"/>
                                        <p:tgtEl>
                                          <p:spTgt spid="25602">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5602">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内容占位符 2"/>
          <p:cNvSpPr>
            <a:spLocks noGrp="1"/>
          </p:cNvSpPr>
          <p:nvPr>
            <p:ph idx="1"/>
          </p:nvPr>
        </p:nvSpPr>
        <p:spPr>
          <a:xfrm>
            <a:off x="179512" y="908720"/>
            <a:ext cx="8640960" cy="4500562"/>
          </a:xfrm>
        </p:spPr>
        <p:txBody>
          <a:bodyPr/>
          <a:lstStyle/>
          <a:p>
            <a:pPr>
              <a:lnSpc>
                <a:spcPct val="150000"/>
              </a:lnSpc>
              <a:spcBef>
                <a:spcPts val="0"/>
              </a:spcBef>
              <a:buFont typeface="Wingdings" pitchFamily="2" charset="2"/>
              <a:buChar char="Ø"/>
            </a:pPr>
            <a:r>
              <a:rPr lang="zh-CN" altLang="zh-CN" sz="2800" dirty="0" smtClean="0">
                <a:latin typeface="黑体" pitchFamily="49" charset="-122"/>
                <a:ea typeface="黑体" pitchFamily="49" charset="-122"/>
              </a:rPr>
              <a:t>一个变量的</a:t>
            </a:r>
            <a:r>
              <a:rPr lang="zh-CN" altLang="zh-CN" sz="2800" dirty="0" smtClean="0">
                <a:solidFill>
                  <a:srgbClr val="0000CC"/>
                </a:solidFill>
                <a:latin typeface="黑体" pitchFamily="49" charset="-122"/>
                <a:ea typeface="黑体" pitchFamily="49" charset="-122"/>
              </a:rPr>
              <a:t>地址</a:t>
            </a:r>
            <a:r>
              <a:rPr lang="zh-CN" altLang="zh-CN" sz="2800" dirty="0" smtClean="0">
                <a:latin typeface="黑体" pitchFamily="49" charset="-122"/>
                <a:ea typeface="黑体" pitchFamily="49" charset="-122"/>
              </a:rPr>
              <a:t>称为该变量的“</a:t>
            </a:r>
            <a:r>
              <a:rPr lang="zh-CN" altLang="zh-CN" sz="2800" dirty="0" smtClean="0">
                <a:solidFill>
                  <a:srgbClr val="C00000"/>
                </a:solidFill>
                <a:latin typeface="黑体" pitchFamily="49" charset="-122"/>
                <a:ea typeface="黑体" pitchFamily="49" charset="-122"/>
              </a:rPr>
              <a:t>指针</a:t>
            </a:r>
            <a:r>
              <a:rPr lang="zh-CN" altLang="zh-CN" sz="2800" dirty="0" smtClean="0">
                <a:latin typeface="黑体" pitchFamily="49" charset="-122"/>
                <a:ea typeface="黑体" pitchFamily="49" charset="-122"/>
              </a:rPr>
              <a:t>”</a:t>
            </a:r>
            <a:r>
              <a:rPr lang="zh-CN" altLang="en-US" sz="2800" dirty="0" smtClean="0">
                <a:latin typeface="黑体" pitchFamily="49" charset="-122"/>
                <a:ea typeface="黑体" pitchFamily="49" charset="-122"/>
              </a:rPr>
              <a:t>。</a:t>
            </a:r>
            <a:endParaRPr lang="en-US" altLang="zh-CN" sz="2800" dirty="0" smtClean="0">
              <a:latin typeface="黑体" pitchFamily="49" charset="-122"/>
              <a:ea typeface="黑体" pitchFamily="49" charset="-122"/>
            </a:endParaRPr>
          </a:p>
          <a:p>
            <a:pPr marL="0" indent="0">
              <a:lnSpc>
                <a:spcPct val="150000"/>
              </a:lnSpc>
              <a:spcBef>
                <a:spcPts val="0"/>
              </a:spcBef>
            </a:pPr>
            <a:r>
              <a:rPr lang="zh-CN" altLang="zh-CN" sz="2800" dirty="0" smtClean="0">
                <a:latin typeface="黑体" pitchFamily="49" charset="-122"/>
                <a:ea typeface="黑体" pitchFamily="49" charset="-122"/>
              </a:rPr>
              <a:t>例如，地址</a:t>
            </a:r>
            <a:r>
              <a:rPr lang="en-US" altLang="zh-CN" sz="2800" dirty="0" smtClean="0">
                <a:latin typeface="黑体" pitchFamily="49" charset="-122"/>
                <a:ea typeface="黑体" pitchFamily="49" charset="-122"/>
              </a:rPr>
              <a:t>2000</a:t>
            </a:r>
            <a:r>
              <a:rPr lang="zh-CN" altLang="zh-CN" sz="2800" dirty="0" smtClean="0">
                <a:latin typeface="黑体" pitchFamily="49" charset="-122"/>
                <a:ea typeface="黑体" pitchFamily="49" charset="-122"/>
              </a:rPr>
              <a:t>是变量ｉ的指针</a:t>
            </a:r>
            <a:endParaRPr lang="en-US" altLang="zh-CN" sz="2800" dirty="0" smtClean="0">
              <a:latin typeface="黑体" pitchFamily="49" charset="-122"/>
              <a:ea typeface="黑体" pitchFamily="49" charset="-122"/>
            </a:endParaRPr>
          </a:p>
          <a:p>
            <a:pPr>
              <a:lnSpc>
                <a:spcPct val="150000"/>
              </a:lnSpc>
              <a:spcBef>
                <a:spcPts val="0"/>
              </a:spcBef>
              <a:buFont typeface="Wingdings" pitchFamily="2" charset="2"/>
              <a:buChar char="Ø"/>
            </a:pPr>
            <a:r>
              <a:rPr lang="zh-CN" altLang="zh-CN" sz="2800" dirty="0" smtClean="0">
                <a:latin typeface="黑体" pitchFamily="49" charset="-122"/>
                <a:ea typeface="黑体" pitchFamily="49" charset="-122"/>
              </a:rPr>
              <a:t>如果有一个变量专门用来存放另一变量的地址</a:t>
            </a:r>
            <a:r>
              <a:rPr lang="en-US" altLang="zh-CN" sz="2800" dirty="0" smtClean="0">
                <a:latin typeface="黑体" pitchFamily="49" charset="-122"/>
                <a:ea typeface="黑体" pitchFamily="49" charset="-122"/>
              </a:rPr>
              <a:t>(</a:t>
            </a:r>
            <a:r>
              <a:rPr lang="zh-CN" altLang="zh-CN" sz="2800" dirty="0" smtClean="0">
                <a:latin typeface="黑体" pitchFamily="49" charset="-122"/>
                <a:ea typeface="黑体" pitchFamily="49" charset="-122"/>
              </a:rPr>
              <a:t>即指针</a:t>
            </a:r>
            <a:r>
              <a:rPr lang="en-US" altLang="zh-CN" sz="2800" dirty="0" smtClean="0">
                <a:latin typeface="黑体" pitchFamily="49" charset="-122"/>
                <a:ea typeface="黑体" pitchFamily="49" charset="-122"/>
              </a:rPr>
              <a:t>)</a:t>
            </a:r>
            <a:r>
              <a:rPr lang="zh-CN" altLang="zh-CN" sz="2800" dirty="0" smtClean="0">
                <a:latin typeface="黑体" pitchFamily="49" charset="-122"/>
                <a:ea typeface="黑体" pitchFamily="49" charset="-122"/>
              </a:rPr>
              <a:t>，则它称为“</a:t>
            </a:r>
            <a:r>
              <a:rPr lang="zh-CN" altLang="zh-CN" sz="2800" dirty="0" smtClean="0">
                <a:solidFill>
                  <a:srgbClr val="C00000"/>
                </a:solidFill>
                <a:latin typeface="黑体" pitchFamily="49" charset="-122"/>
                <a:ea typeface="黑体" pitchFamily="49" charset="-122"/>
              </a:rPr>
              <a:t>指针变量</a:t>
            </a:r>
            <a:r>
              <a:rPr lang="zh-CN" altLang="zh-CN" sz="2800" dirty="0" smtClean="0">
                <a:latin typeface="黑体" pitchFamily="49" charset="-122"/>
                <a:ea typeface="黑体" pitchFamily="49" charset="-122"/>
              </a:rPr>
              <a:t>”</a:t>
            </a:r>
            <a:r>
              <a:rPr lang="zh-CN" altLang="en-US" sz="2800" dirty="0" smtClean="0">
                <a:latin typeface="黑体" pitchFamily="49" charset="-122"/>
                <a:ea typeface="黑体" pitchFamily="49" charset="-122"/>
              </a:rPr>
              <a:t>。</a:t>
            </a:r>
            <a:endParaRPr lang="en-US" altLang="zh-CN" sz="2800" dirty="0" smtClean="0">
              <a:latin typeface="黑体" pitchFamily="49" charset="-122"/>
              <a:ea typeface="黑体" pitchFamily="49" charset="-122"/>
            </a:endParaRPr>
          </a:p>
          <a:p>
            <a:pPr>
              <a:lnSpc>
                <a:spcPct val="150000"/>
              </a:lnSpc>
              <a:spcBef>
                <a:spcPts val="0"/>
              </a:spcBef>
              <a:buFont typeface="Wingdings" pitchFamily="2" charset="2"/>
              <a:buChar char="Ø"/>
            </a:pPr>
            <a:r>
              <a:rPr lang="en-US" altLang="zh-CN" sz="2800" dirty="0" err="1" smtClean="0">
                <a:latin typeface="黑体" pitchFamily="49" charset="-122"/>
                <a:ea typeface="黑体" pitchFamily="49" charset="-122"/>
              </a:rPr>
              <a:t>i_pointer</a:t>
            </a:r>
            <a:r>
              <a:rPr lang="zh-CN" altLang="zh-CN" sz="2800" dirty="0" smtClean="0">
                <a:latin typeface="黑体" pitchFamily="49" charset="-122"/>
                <a:ea typeface="黑体" pitchFamily="49" charset="-122"/>
              </a:rPr>
              <a:t>就是一个指针变量。指针变量就是地址变量，用来存放地址的变量，指針变量的值是地址（即指针）</a:t>
            </a:r>
            <a:r>
              <a:rPr lang="zh-CN" altLang="en-US" sz="2800" dirty="0" smtClean="0">
                <a:latin typeface="黑体" pitchFamily="49" charset="-122"/>
                <a:ea typeface="黑体" pitchFamily="49" charset="-122"/>
              </a:rPr>
              <a:t>。</a:t>
            </a:r>
          </a:p>
        </p:txBody>
      </p:sp>
    </p:spTree>
    <p:extLst>
      <p:ext uri="{BB962C8B-B14F-4D97-AF65-F5344CB8AC3E}">
        <p14:creationId xmlns:p14="http://schemas.microsoft.com/office/powerpoint/2010/main" val="8526092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6626">
                                            <p:txEl>
                                              <p:pRg st="0" end="0"/>
                                            </p:txEl>
                                          </p:spTgt>
                                        </p:tgtEl>
                                        <p:attrNameLst>
                                          <p:attrName>style.visibility</p:attrName>
                                        </p:attrNameLst>
                                      </p:cBhvr>
                                      <p:to>
                                        <p:strVal val="visible"/>
                                      </p:to>
                                    </p:set>
                                    <p:anim calcmode="lin" valueType="num">
                                      <p:cBhvr additive="base">
                                        <p:cTn id="7" dur="500" fill="hold"/>
                                        <p:tgtEl>
                                          <p:spTgt spid="2662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6626">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6626">
                                            <p:txEl>
                                              <p:pRg st="1" end="1"/>
                                            </p:txEl>
                                          </p:spTgt>
                                        </p:tgtEl>
                                        <p:attrNameLst>
                                          <p:attrName>style.visibility</p:attrName>
                                        </p:attrNameLst>
                                      </p:cBhvr>
                                      <p:to>
                                        <p:strVal val="visible"/>
                                      </p:to>
                                    </p:set>
                                    <p:anim calcmode="lin" valueType="num">
                                      <p:cBhvr additive="base">
                                        <p:cTn id="11" dur="500" fill="hold"/>
                                        <p:tgtEl>
                                          <p:spTgt spid="26626">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662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26626">
                                            <p:txEl>
                                              <p:pRg st="3" end="3"/>
                                            </p:txEl>
                                          </p:spTgt>
                                        </p:tgtEl>
                                        <p:attrNameLst>
                                          <p:attrName>style.visibility</p:attrName>
                                        </p:attrNameLst>
                                      </p:cBhvr>
                                      <p:to>
                                        <p:strVal val="visible"/>
                                      </p:to>
                                    </p:set>
                                    <p:anim calcmode="lin" valueType="num">
                                      <p:cBhvr additive="base">
                                        <p:cTn id="17" dur="500" fill="hold"/>
                                        <p:tgtEl>
                                          <p:spTgt spid="26626">
                                            <p:txEl>
                                              <p:pRg st="3" end="3"/>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26626">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内容占位符 2"/>
          <p:cNvSpPr>
            <a:spLocks noGrp="1"/>
          </p:cNvSpPr>
          <p:nvPr>
            <p:ph idx="1"/>
          </p:nvPr>
        </p:nvSpPr>
        <p:spPr>
          <a:xfrm>
            <a:off x="323528" y="548680"/>
            <a:ext cx="8568952" cy="2808312"/>
          </a:xfrm>
        </p:spPr>
        <p:txBody>
          <a:bodyPr/>
          <a:lstStyle/>
          <a:p>
            <a:pPr marL="457200" indent="-457200">
              <a:lnSpc>
                <a:spcPct val="150000"/>
              </a:lnSpc>
              <a:spcBef>
                <a:spcPts val="0"/>
              </a:spcBef>
              <a:buFont typeface="Wingdings" pitchFamily="2" charset="2"/>
              <a:buChar char="Ø"/>
            </a:pPr>
            <a:r>
              <a:rPr lang="zh-CN" altLang="zh-CN" sz="2800" dirty="0" smtClean="0">
                <a:latin typeface="黑体" pitchFamily="49" charset="-122"/>
                <a:ea typeface="黑体" pitchFamily="49" charset="-122"/>
              </a:rPr>
              <a:t>“</a:t>
            </a:r>
            <a:r>
              <a:rPr lang="zh-CN" altLang="zh-CN" sz="2800" dirty="0" smtClean="0">
                <a:solidFill>
                  <a:srgbClr val="0000CC"/>
                </a:solidFill>
                <a:latin typeface="黑体" pitchFamily="49" charset="-122"/>
                <a:ea typeface="黑体" pitchFamily="49" charset="-122"/>
              </a:rPr>
              <a:t>指针</a:t>
            </a:r>
            <a:r>
              <a:rPr lang="zh-CN" altLang="zh-CN" sz="2800" dirty="0" smtClean="0">
                <a:latin typeface="黑体" pitchFamily="49" charset="-122"/>
                <a:ea typeface="黑体" pitchFamily="49" charset="-122"/>
              </a:rPr>
              <a:t>”和“</a:t>
            </a:r>
            <a:r>
              <a:rPr lang="zh-CN" altLang="zh-CN" sz="2800" dirty="0" smtClean="0">
                <a:solidFill>
                  <a:srgbClr val="0000CC"/>
                </a:solidFill>
                <a:latin typeface="黑体" pitchFamily="49" charset="-122"/>
                <a:ea typeface="黑体" pitchFamily="49" charset="-122"/>
              </a:rPr>
              <a:t>指针变量</a:t>
            </a:r>
            <a:r>
              <a:rPr lang="zh-CN" altLang="zh-CN" sz="2800" dirty="0" smtClean="0">
                <a:latin typeface="黑体" pitchFamily="49" charset="-122"/>
                <a:ea typeface="黑体" pitchFamily="49" charset="-122"/>
              </a:rPr>
              <a:t>”</a:t>
            </a:r>
            <a:r>
              <a:rPr lang="zh-CN" altLang="en-US" sz="2800" dirty="0" smtClean="0">
                <a:latin typeface="黑体" pitchFamily="49" charset="-122"/>
                <a:ea typeface="黑体" pitchFamily="49" charset="-122"/>
              </a:rPr>
              <a:t>是</a:t>
            </a:r>
            <a:r>
              <a:rPr lang="zh-CN" altLang="en-US" sz="2800" dirty="0" smtClean="0">
                <a:solidFill>
                  <a:srgbClr val="C00000"/>
                </a:solidFill>
                <a:latin typeface="黑体" pitchFamily="49" charset="-122"/>
                <a:ea typeface="黑体" pitchFamily="49" charset="-122"/>
              </a:rPr>
              <a:t>不同的</a:t>
            </a:r>
            <a:r>
              <a:rPr lang="zh-CN" altLang="zh-CN" sz="2800" dirty="0" smtClean="0">
                <a:solidFill>
                  <a:srgbClr val="C00000"/>
                </a:solidFill>
                <a:latin typeface="黑体" pitchFamily="49" charset="-122"/>
                <a:ea typeface="黑体" pitchFamily="49" charset="-122"/>
              </a:rPr>
              <a:t>概念</a:t>
            </a:r>
            <a:r>
              <a:rPr lang="zh-CN" altLang="en-US" sz="2800" dirty="0" smtClean="0">
                <a:solidFill>
                  <a:srgbClr val="C00000"/>
                </a:solidFill>
                <a:latin typeface="黑体" pitchFamily="49" charset="-122"/>
                <a:ea typeface="黑体" pitchFamily="49" charset="-122"/>
              </a:rPr>
              <a:t>。</a:t>
            </a:r>
            <a:endParaRPr lang="en-US" altLang="zh-CN" sz="2800" dirty="0" smtClean="0">
              <a:solidFill>
                <a:srgbClr val="C00000"/>
              </a:solidFill>
              <a:latin typeface="黑体" pitchFamily="49" charset="-122"/>
              <a:ea typeface="黑体" pitchFamily="49" charset="-122"/>
            </a:endParaRPr>
          </a:p>
          <a:p>
            <a:pPr marL="457200" indent="-457200">
              <a:lnSpc>
                <a:spcPct val="150000"/>
              </a:lnSpc>
              <a:spcBef>
                <a:spcPts val="0"/>
              </a:spcBef>
              <a:buFont typeface="Wingdings" pitchFamily="2" charset="2"/>
              <a:buChar char="u"/>
            </a:pPr>
            <a:r>
              <a:rPr lang="zh-CN" altLang="zh-CN" sz="2800" dirty="0" smtClean="0">
                <a:latin typeface="黑体" pitchFamily="49" charset="-122"/>
                <a:ea typeface="黑体" pitchFamily="49" charset="-122"/>
              </a:rPr>
              <a:t>可以说变量</a:t>
            </a:r>
            <a:r>
              <a:rPr lang="en-US" altLang="zh-CN" sz="2800" dirty="0" smtClean="0">
                <a:latin typeface="黑体" pitchFamily="49" charset="-122"/>
                <a:ea typeface="黑体" pitchFamily="49" charset="-122"/>
              </a:rPr>
              <a:t>i</a:t>
            </a:r>
            <a:r>
              <a:rPr lang="zh-CN" altLang="zh-CN" sz="2800" dirty="0" smtClean="0">
                <a:latin typeface="黑体" pitchFamily="49" charset="-122"/>
                <a:ea typeface="黑体" pitchFamily="49" charset="-122"/>
              </a:rPr>
              <a:t>的指针是</a:t>
            </a:r>
            <a:r>
              <a:rPr lang="en-US" altLang="zh-CN" sz="2800" dirty="0" smtClean="0">
                <a:latin typeface="黑体" pitchFamily="49" charset="-122"/>
                <a:ea typeface="黑体" pitchFamily="49" charset="-122"/>
              </a:rPr>
              <a:t>2000</a:t>
            </a:r>
            <a:r>
              <a:rPr lang="zh-CN" altLang="zh-CN" sz="2800" dirty="0" smtClean="0">
                <a:latin typeface="黑体" pitchFamily="49" charset="-122"/>
                <a:ea typeface="黑体" pitchFamily="49" charset="-122"/>
              </a:rPr>
              <a:t>，而不能说</a:t>
            </a:r>
            <a:r>
              <a:rPr lang="en-US" altLang="zh-CN" sz="2800" dirty="0" smtClean="0">
                <a:latin typeface="黑体" pitchFamily="49" charset="-122"/>
                <a:ea typeface="黑体" pitchFamily="49" charset="-122"/>
              </a:rPr>
              <a:t>i</a:t>
            </a:r>
            <a:r>
              <a:rPr lang="zh-CN" altLang="zh-CN" sz="2800" dirty="0" smtClean="0">
                <a:latin typeface="黑体" pitchFamily="49" charset="-122"/>
                <a:ea typeface="黑体" pitchFamily="49" charset="-122"/>
              </a:rPr>
              <a:t>的指针变量是</a:t>
            </a:r>
            <a:r>
              <a:rPr lang="en-US" altLang="zh-CN" sz="2800" dirty="0" smtClean="0">
                <a:latin typeface="黑体" pitchFamily="49" charset="-122"/>
                <a:ea typeface="黑体" pitchFamily="49" charset="-122"/>
              </a:rPr>
              <a:t>2000</a:t>
            </a:r>
            <a:r>
              <a:rPr lang="zh-CN" altLang="en-US" sz="2800" dirty="0" smtClean="0">
                <a:latin typeface="黑体" pitchFamily="49" charset="-122"/>
                <a:ea typeface="黑体" pitchFamily="49" charset="-122"/>
              </a:rPr>
              <a:t>。</a:t>
            </a:r>
            <a:endParaRPr lang="en-US" altLang="zh-CN" sz="2800" dirty="0" smtClean="0">
              <a:latin typeface="黑体" pitchFamily="49" charset="-122"/>
              <a:ea typeface="黑体" pitchFamily="49" charset="-122"/>
            </a:endParaRPr>
          </a:p>
          <a:p>
            <a:pPr marL="457200" indent="-457200">
              <a:lnSpc>
                <a:spcPct val="150000"/>
              </a:lnSpc>
              <a:spcBef>
                <a:spcPts val="0"/>
              </a:spcBef>
              <a:buFont typeface="Wingdings" pitchFamily="2" charset="2"/>
              <a:buChar char="u"/>
            </a:pPr>
            <a:r>
              <a:rPr lang="zh-CN" altLang="zh-CN" sz="2800" dirty="0" smtClean="0">
                <a:latin typeface="黑体" pitchFamily="49" charset="-122"/>
                <a:ea typeface="黑体" pitchFamily="49" charset="-122"/>
              </a:rPr>
              <a:t>指针是一个地址，而指针变量是存放地址的变量</a:t>
            </a:r>
            <a:r>
              <a:rPr lang="zh-CN" altLang="en-US" sz="2800" dirty="0" smtClean="0">
                <a:latin typeface="黑体" pitchFamily="49" charset="-122"/>
                <a:ea typeface="黑体" pitchFamily="49" charset="-122"/>
              </a:rPr>
              <a:t>。</a:t>
            </a:r>
          </a:p>
        </p:txBody>
      </p:sp>
      <p:grpSp>
        <p:nvGrpSpPr>
          <p:cNvPr id="4" name="Group 58"/>
          <p:cNvGrpSpPr>
            <a:grpSpLocks/>
          </p:cNvGrpSpPr>
          <p:nvPr/>
        </p:nvGrpSpPr>
        <p:grpSpPr bwMode="auto">
          <a:xfrm>
            <a:off x="1450212" y="3480143"/>
            <a:ext cx="5657850" cy="1885950"/>
            <a:chOff x="0" y="2820"/>
            <a:chExt cx="3564" cy="1188"/>
          </a:xfrm>
        </p:grpSpPr>
        <p:sp>
          <p:nvSpPr>
            <p:cNvPr id="5" name="Rectangle 57"/>
            <p:cNvSpPr>
              <a:spLocks noChangeArrowheads="1"/>
            </p:cNvSpPr>
            <p:nvPr/>
          </p:nvSpPr>
          <p:spPr bwMode="auto">
            <a:xfrm>
              <a:off x="0" y="2820"/>
              <a:ext cx="3564" cy="1188"/>
            </a:xfrm>
            <a:prstGeom prst="rect">
              <a:avLst/>
            </a:prstGeom>
            <a:solidFill>
              <a:srgbClr val="FFFFFF"/>
            </a:solidFill>
            <a:ln w="38100">
              <a:solidFill>
                <a:srgbClr val="339966"/>
              </a:solidFill>
              <a:miter lim="800000"/>
              <a:headEnd/>
              <a:tailEnd/>
            </a:ln>
          </p:spPr>
          <p:txBody>
            <a:bodyPr lIns="90000" tIns="46800" rIns="90000" bIns="46800" anchor="ctr">
              <a:spAutoFit/>
            </a:bodyPr>
            <a:lstStyle/>
            <a:p>
              <a:endParaRPr lang="zh-CN" altLang="en-US"/>
            </a:p>
          </p:txBody>
        </p:sp>
        <p:grpSp>
          <p:nvGrpSpPr>
            <p:cNvPr id="6" name="Group 56"/>
            <p:cNvGrpSpPr>
              <a:grpSpLocks/>
            </p:cNvGrpSpPr>
            <p:nvPr/>
          </p:nvGrpSpPr>
          <p:grpSpPr bwMode="auto">
            <a:xfrm>
              <a:off x="143" y="2974"/>
              <a:ext cx="3302" cy="892"/>
              <a:chOff x="-169" y="3166"/>
              <a:chExt cx="3302" cy="892"/>
            </a:xfrm>
          </p:grpSpPr>
          <p:sp>
            <p:nvSpPr>
              <p:cNvPr id="7" name="Text Box 49"/>
              <p:cNvSpPr txBox="1">
                <a:spLocks noChangeArrowheads="1"/>
              </p:cNvSpPr>
              <p:nvPr/>
            </p:nvSpPr>
            <p:spPr bwMode="auto">
              <a:xfrm>
                <a:off x="-169" y="3166"/>
                <a:ext cx="890"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lIns="90000" tIns="46800" rIns="90000" bIns="46800" anchor="ctr">
                <a:spAutoFit/>
              </a:bodyPr>
              <a:lstStyle>
                <a:lvl1pPr>
                  <a:defRPr kumimoji="1" sz="2400">
                    <a:solidFill>
                      <a:schemeClr val="tx1"/>
                    </a:solidFill>
                    <a:latin typeface="Times New Roman" pitchFamily="18" charset="0"/>
                    <a:ea typeface="宋体" pitchFamily="2" charset="-122"/>
                  </a:defRPr>
                </a:lvl1pPr>
                <a:lvl2pPr marL="742950" indent="-285750">
                  <a:defRPr kumimoji="1" sz="2400">
                    <a:solidFill>
                      <a:schemeClr val="tx1"/>
                    </a:solidFill>
                    <a:latin typeface="Times New Roman" pitchFamily="18" charset="0"/>
                    <a:ea typeface="宋体" pitchFamily="2" charset="-122"/>
                  </a:defRPr>
                </a:lvl2pPr>
                <a:lvl3pPr marL="1143000" indent="-228600">
                  <a:defRPr kumimoji="1" sz="2400">
                    <a:solidFill>
                      <a:schemeClr val="tx1"/>
                    </a:solidFill>
                    <a:latin typeface="Times New Roman" pitchFamily="18" charset="0"/>
                    <a:ea typeface="宋体" pitchFamily="2" charset="-122"/>
                  </a:defRPr>
                </a:lvl3pPr>
                <a:lvl4pPr marL="1600200" indent="-228600">
                  <a:defRPr kumimoji="1" sz="2400">
                    <a:solidFill>
                      <a:schemeClr val="tx1"/>
                    </a:solidFill>
                    <a:latin typeface="Times New Roman" pitchFamily="18" charset="0"/>
                    <a:ea typeface="宋体" pitchFamily="2" charset="-122"/>
                  </a:defRPr>
                </a:lvl4pPr>
                <a:lvl5pPr marL="2057400" indent="-22860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ctr" eaLnBrk="1" hangingPunct="1"/>
                <a:r>
                  <a:rPr lang="zh-CN" altLang="en-US" b="1">
                    <a:latin typeface="黑体" pitchFamily="2" charset="-122"/>
                    <a:ea typeface="黑体" pitchFamily="2" charset="-122"/>
                  </a:rPr>
                  <a:t>指针变量</a:t>
                </a:r>
              </a:p>
            </p:txBody>
          </p:sp>
          <p:sp>
            <p:nvSpPr>
              <p:cNvPr id="8" name="Text Box 50"/>
              <p:cNvSpPr txBox="1">
                <a:spLocks noChangeArrowheads="1"/>
              </p:cNvSpPr>
              <p:nvPr/>
            </p:nvSpPr>
            <p:spPr bwMode="auto">
              <a:xfrm>
                <a:off x="457" y="3754"/>
                <a:ext cx="502"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lIns="90000" tIns="46800" rIns="90000" bIns="46800" anchor="ctr">
                <a:spAutoFit/>
              </a:bodyPr>
              <a:lstStyle>
                <a:lvl1pPr>
                  <a:defRPr kumimoji="1" sz="2400">
                    <a:solidFill>
                      <a:schemeClr val="tx1"/>
                    </a:solidFill>
                    <a:latin typeface="Times New Roman" pitchFamily="18" charset="0"/>
                    <a:ea typeface="宋体" pitchFamily="2" charset="-122"/>
                  </a:defRPr>
                </a:lvl1pPr>
                <a:lvl2pPr marL="742950" indent="-285750">
                  <a:defRPr kumimoji="1" sz="2400">
                    <a:solidFill>
                      <a:schemeClr val="tx1"/>
                    </a:solidFill>
                    <a:latin typeface="Times New Roman" pitchFamily="18" charset="0"/>
                    <a:ea typeface="宋体" pitchFamily="2" charset="-122"/>
                  </a:defRPr>
                </a:lvl2pPr>
                <a:lvl3pPr marL="1143000" indent="-228600">
                  <a:defRPr kumimoji="1" sz="2400">
                    <a:solidFill>
                      <a:schemeClr val="tx1"/>
                    </a:solidFill>
                    <a:latin typeface="Times New Roman" pitchFamily="18" charset="0"/>
                    <a:ea typeface="宋体" pitchFamily="2" charset="-122"/>
                  </a:defRPr>
                </a:lvl3pPr>
                <a:lvl4pPr marL="1600200" indent="-228600">
                  <a:defRPr kumimoji="1" sz="2400">
                    <a:solidFill>
                      <a:schemeClr val="tx1"/>
                    </a:solidFill>
                    <a:latin typeface="Times New Roman" pitchFamily="18" charset="0"/>
                    <a:ea typeface="宋体" pitchFamily="2" charset="-122"/>
                  </a:defRPr>
                </a:lvl4pPr>
                <a:lvl5pPr marL="2057400" indent="-22860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ctr" eaLnBrk="1" hangingPunct="1"/>
                <a:r>
                  <a:rPr lang="zh-CN" altLang="en-US" b="1">
                    <a:latin typeface="黑体" pitchFamily="2" charset="-122"/>
                    <a:ea typeface="黑体" pitchFamily="2" charset="-122"/>
                  </a:rPr>
                  <a:t>变量</a:t>
                </a:r>
              </a:p>
            </p:txBody>
          </p:sp>
          <p:grpSp>
            <p:nvGrpSpPr>
              <p:cNvPr id="9" name="Group 55"/>
              <p:cNvGrpSpPr>
                <a:grpSpLocks/>
              </p:cNvGrpSpPr>
              <p:nvPr/>
            </p:nvGrpSpPr>
            <p:grpSpPr bwMode="auto">
              <a:xfrm>
                <a:off x="665" y="3190"/>
                <a:ext cx="2468" cy="868"/>
                <a:chOff x="101" y="3106"/>
                <a:chExt cx="2468" cy="868"/>
              </a:xfrm>
            </p:grpSpPr>
            <p:sp>
              <p:nvSpPr>
                <p:cNvPr id="10" name="Rectangle 47"/>
                <p:cNvSpPr>
                  <a:spLocks noChangeArrowheads="1"/>
                </p:cNvSpPr>
                <p:nvPr/>
              </p:nvSpPr>
              <p:spPr bwMode="auto">
                <a:xfrm>
                  <a:off x="101" y="3106"/>
                  <a:ext cx="1472" cy="292"/>
                </a:xfrm>
                <a:prstGeom prst="rect">
                  <a:avLst/>
                </a:prstGeom>
                <a:solidFill>
                  <a:srgbClr val="FFFFFF"/>
                </a:solidFill>
                <a:ln w="38100">
                  <a:solidFill>
                    <a:schemeClr val="tx1"/>
                  </a:solidFill>
                  <a:miter lim="800000"/>
                  <a:headEnd/>
                  <a:tailEnd/>
                </a:ln>
              </p:spPr>
              <p:txBody>
                <a:bodyPr wrap="none" lIns="90000" tIns="46800" rIns="90000" bIns="46800" anchor="ctr">
                  <a:spAutoFit/>
                </a:bodyPr>
                <a:lstStyle/>
                <a:p>
                  <a:pPr algn="ctr" eaLnBrk="1" hangingPunct="1"/>
                  <a:r>
                    <a:rPr lang="zh-CN" altLang="en-US" b="1">
                      <a:latin typeface="黑体" pitchFamily="2" charset="-122"/>
                      <a:ea typeface="黑体" pitchFamily="2" charset="-122"/>
                    </a:rPr>
                    <a:t>变量地址</a:t>
                  </a:r>
                  <a:r>
                    <a:rPr lang="en-US" altLang="zh-CN" b="1">
                      <a:latin typeface="黑体" pitchFamily="2" charset="-122"/>
                      <a:ea typeface="黑体" pitchFamily="2" charset="-122"/>
                    </a:rPr>
                    <a:t>(</a:t>
                  </a:r>
                  <a:r>
                    <a:rPr lang="zh-CN" altLang="en-US" b="1">
                      <a:latin typeface="黑体" pitchFamily="2" charset="-122"/>
                      <a:ea typeface="黑体" pitchFamily="2" charset="-122"/>
                    </a:rPr>
                    <a:t>指针</a:t>
                  </a:r>
                  <a:r>
                    <a:rPr lang="en-US" altLang="zh-CN" b="1">
                      <a:latin typeface="黑体" pitchFamily="2" charset="-122"/>
                      <a:ea typeface="黑体" pitchFamily="2" charset="-122"/>
                    </a:rPr>
                    <a:t>)</a:t>
                  </a:r>
                </a:p>
              </p:txBody>
            </p:sp>
            <p:sp>
              <p:nvSpPr>
                <p:cNvPr id="11" name="Rectangle 48"/>
                <p:cNvSpPr>
                  <a:spLocks noChangeArrowheads="1"/>
                </p:cNvSpPr>
                <p:nvPr/>
              </p:nvSpPr>
              <p:spPr bwMode="auto">
                <a:xfrm>
                  <a:off x="444" y="3682"/>
                  <a:ext cx="696" cy="292"/>
                </a:xfrm>
                <a:prstGeom prst="rect">
                  <a:avLst/>
                </a:prstGeom>
                <a:solidFill>
                  <a:srgbClr val="FFFFFF"/>
                </a:solidFill>
                <a:ln w="38100">
                  <a:solidFill>
                    <a:schemeClr val="tx1"/>
                  </a:solidFill>
                  <a:miter lim="800000"/>
                  <a:headEnd/>
                  <a:tailEnd/>
                </a:ln>
              </p:spPr>
              <p:txBody>
                <a:bodyPr wrap="none" lIns="90000" tIns="46800" rIns="90000" bIns="46800" anchor="ctr">
                  <a:spAutoFit/>
                </a:bodyPr>
                <a:lstStyle/>
                <a:p>
                  <a:pPr algn="ctr" eaLnBrk="1" hangingPunct="1"/>
                  <a:r>
                    <a:rPr lang="zh-CN" altLang="en-US" b="1">
                      <a:latin typeface="黑体" pitchFamily="2" charset="-122"/>
                      <a:ea typeface="黑体" pitchFamily="2" charset="-122"/>
                    </a:rPr>
                    <a:t>变量值</a:t>
                  </a:r>
                </a:p>
              </p:txBody>
            </p:sp>
            <p:sp>
              <p:nvSpPr>
                <p:cNvPr id="12" name="Line 51"/>
                <p:cNvSpPr>
                  <a:spLocks noChangeShapeType="1"/>
                </p:cNvSpPr>
                <p:nvPr/>
              </p:nvSpPr>
              <p:spPr bwMode="auto">
                <a:xfrm>
                  <a:off x="708" y="3420"/>
                  <a:ext cx="0" cy="276"/>
                </a:xfrm>
                <a:prstGeom prst="line">
                  <a:avLst/>
                </a:prstGeom>
                <a:noFill/>
                <a:ln w="38100">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lIns="90000" tIns="46800" rIns="90000" bIns="46800" anchor="ctr">
                  <a:spAutoFit/>
                </a:bodyPr>
                <a:lstStyle/>
                <a:p>
                  <a:endParaRPr lang="zh-CN" altLang="en-US"/>
                </a:p>
              </p:txBody>
            </p:sp>
            <p:sp>
              <p:nvSpPr>
                <p:cNvPr id="13" name="Text Box 52"/>
                <p:cNvSpPr txBox="1">
                  <a:spLocks noChangeArrowheads="1"/>
                </p:cNvSpPr>
                <p:nvPr/>
              </p:nvSpPr>
              <p:spPr bwMode="auto">
                <a:xfrm>
                  <a:off x="697" y="3382"/>
                  <a:ext cx="502"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lIns="90000" tIns="46800" rIns="90000" bIns="46800" anchor="ctr">
                  <a:spAutoFit/>
                </a:bodyPr>
                <a:lstStyle>
                  <a:lvl1pPr>
                    <a:defRPr kumimoji="1" sz="2400">
                      <a:solidFill>
                        <a:schemeClr val="tx1"/>
                      </a:solidFill>
                      <a:latin typeface="Times New Roman" pitchFamily="18" charset="0"/>
                      <a:ea typeface="宋体" pitchFamily="2" charset="-122"/>
                    </a:defRPr>
                  </a:lvl1pPr>
                  <a:lvl2pPr marL="742950" indent="-285750">
                    <a:defRPr kumimoji="1" sz="2400">
                      <a:solidFill>
                        <a:schemeClr val="tx1"/>
                      </a:solidFill>
                      <a:latin typeface="Times New Roman" pitchFamily="18" charset="0"/>
                      <a:ea typeface="宋体" pitchFamily="2" charset="-122"/>
                    </a:defRPr>
                  </a:lvl2pPr>
                  <a:lvl3pPr marL="1143000" indent="-228600">
                    <a:defRPr kumimoji="1" sz="2400">
                      <a:solidFill>
                        <a:schemeClr val="tx1"/>
                      </a:solidFill>
                      <a:latin typeface="Times New Roman" pitchFamily="18" charset="0"/>
                      <a:ea typeface="宋体" pitchFamily="2" charset="-122"/>
                    </a:defRPr>
                  </a:lvl3pPr>
                  <a:lvl4pPr marL="1600200" indent="-228600">
                    <a:defRPr kumimoji="1" sz="2400">
                      <a:solidFill>
                        <a:schemeClr val="tx1"/>
                      </a:solidFill>
                      <a:latin typeface="Times New Roman" pitchFamily="18" charset="0"/>
                      <a:ea typeface="宋体" pitchFamily="2" charset="-122"/>
                    </a:defRPr>
                  </a:lvl4pPr>
                  <a:lvl5pPr marL="2057400" indent="-22860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ctr" eaLnBrk="1" hangingPunct="1"/>
                  <a:r>
                    <a:rPr lang="zh-CN" altLang="en-US" b="1">
                      <a:solidFill>
                        <a:srgbClr val="0000FF"/>
                      </a:solidFill>
                      <a:latin typeface="黑体" pitchFamily="2" charset="-122"/>
                      <a:ea typeface="黑体" pitchFamily="2" charset="-122"/>
                    </a:rPr>
                    <a:t>指向</a:t>
                  </a:r>
                  <a:endParaRPr lang="zh-CN" altLang="en-US" b="1">
                    <a:latin typeface="黑体" pitchFamily="2" charset="-122"/>
                    <a:ea typeface="黑体" pitchFamily="2" charset="-122"/>
                  </a:endParaRPr>
                </a:p>
              </p:txBody>
            </p:sp>
            <p:cxnSp>
              <p:nvCxnSpPr>
                <p:cNvPr id="14" name="AutoShape 53"/>
                <p:cNvCxnSpPr>
                  <a:cxnSpLocks noChangeShapeType="1"/>
                  <a:stCxn id="11" idx="3"/>
                  <a:endCxn id="10" idx="3"/>
                </p:cNvCxnSpPr>
                <p:nvPr/>
              </p:nvCxnSpPr>
              <p:spPr bwMode="auto">
                <a:xfrm flipV="1">
                  <a:off x="1140" y="3252"/>
                  <a:ext cx="433" cy="576"/>
                </a:xfrm>
                <a:prstGeom prst="curvedConnector3">
                  <a:avLst>
                    <a:gd name="adj1" fmla="val 133255"/>
                  </a:avLst>
                </a:prstGeom>
                <a:noFill/>
                <a:ln w="38100">
                  <a:solidFill>
                    <a:schemeClr val="accent2"/>
                  </a:solidFill>
                  <a:round/>
                  <a:headEnd/>
                  <a:tailEnd type="triangle" w="med" len="med"/>
                </a:ln>
                <a:extLst>
                  <a:ext uri="{909E8E84-426E-40DD-AFC4-6F175D3DCCD1}">
                    <a14:hiddenFill xmlns:a14="http://schemas.microsoft.com/office/drawing/2010/main">
                      <a:noFill/>
                    </a14:hiddenFill>
                  </a:ext>
                </a:extLst>
              </p:spPr>
            </p:cxnSp>
            <p:sp>
              <p:nvSpPr>
                <p:cNvPr id="15" name="Text Box 54"/>
                <p:cNvSpPr txBox="1">
                  <a:spLocks noChangeArrowheads="1"/>
                </p:cNvSpPr>
                <p:nvPr/>
              </p:nvSpPr>
              <p:spPr bwMode="auto">
                <a:xfrm>
                  <a:off x="1679" y="3350"/>
                  <a:ext cx="890" cy="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lIns="90000" tIns="46800" rIns="90000" bIns="46800" anchor="ctr">
                  <a:spAutoFit/>
                </a:bodyPr>
                <a:lstStyle>
                  <a:lvl1pPr>
                    <a:defRPr kumimoji="1" sz="2400">
                      <a:solidFill>
                        <a:schemeClr val="tx1"/>
                      </a:solidFill>
                      <a:latin typeface="Times New Roman" pitchFamily="18" charset="0"/>
                      <a:ea typeface="宋体" pitchFamily="2" charset="-122"/>
                    </a:defRPr>
                  </a:lvl1pPr>
                  <a:lvl2pPr marL="742950" indent="-285750">
                    <a:defRPr kumimoji="1" sz="2400">
                      <a:solidFill>
                        <a:schemeClr val="tx1"/>
                      </a:solidFill>
                      <a:latin typeface="Times New Roman" pitchFamily="18" charset="0"/>
                      <a:ea typeface="宋体" pitchFamily="2" charset="-122"/>
                    </a:defRPr>
                  </a:lvl2pPr>
                  <a:lvl3pPr marL="1143000" indent="-228600">
                    <a:defRPr kumimoji="1" sz="2400">
                      <a:solidFill>
                        <a:schemeClr val="tx1"/>
                      </a:solidFill>
                      <a:latin typeface="Times New Roman" pitchFamily="18" charset="0"/>
                      <a:ea typeface="宋体" pitchFamily="2" charset="-122"/>
                    </a:defRPr>
                  </a:lvl3pPr>
                  <a:lvl4pPr marL="1600200" indent="-228600">
                    <a:defRPr kumimoji="1" sz="2400">
                      <a:solidFill>
                        <a:schemeClr val="tx1"/>
                      </a:solidFill>
                      <a:latin typeface="Times New Roman" pitchFamily="18" charset="0"/>
                      <a:ea typeface="宋体" pitchFamily="2" charset="-122"/>
                    </a:defRPr>
                  </a:lvl4pPr>
                  <a:lvl5pPr marL="2057400" indent="-22860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ctr" eaLnBrk="1" hangingPunct="1"/>
                  <a:r>
                    <a:rPr lang="zh-CN" altLang="en-US" b="1">
                      <a:latin typeface="黑体" pitchFamily="2" charset="-122"/>
                      <a:ea typeface="黑体" pitchFamily="2" charset="-122"/>
                    </a:rPr>
                    <a:t>地址存入</a:t>
                  </a:r>
                </a:p>
                <a:p>
                  <a:pPr algn="ctr" eaLnBrk="1" hangingPunct="1"/>
                  <a:r>
                    <a:rPr lang="zh-CN" altLang="en-US" b="1">
                      <a:latin typeface="黑体" pitchFamily="2" charset="-122"/>
                      <a:ea typeface="黑体" pitchFamily="2" charset="-122"/>
                    </a:rPr>
                    <a:t>指针变量</a:t>
                  </a:r>
                </a:p>
              </p:txBody>
            </p:sp>
          </p:grpSp>
        </p:grpSp>
      </p:grpSp>
    </p:spTree>
    <p:extLst>
      <p:ext uri="{BB962C8B-B14F-4D97-AF65-F5344CB8AC3E}">
        <p14:creationId xmlns:p14="http://schemas.microsoft.com/office/powerpoint/2010/main" val="199243324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7650">
                                            <p:txEl>
                                              <p:pRg st="1" end="1"/>
                                            </p:txEl>
                                          </p:spTgt>
                                        </p:tgtEl>
                                        <p:attrNameLst>
                                          <p:attrName>style.visibility</p:attrName>
                                        </p:attrNameLst>
                                      </p:cBhvr>
                                      <p:to>
                                        <p:strVal val="visible"/>
                                      </p:to>
                                    </p:set>
                                    <p:anim calcmode="lin" valueType="num">
                                      <p:cBhvr additive="base">
                                        <p:cTn id="7" dur="500" fill="hold"/>
                                        <p:tgtEl>
                                          <p:spTgt spid="27650">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7650">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7650">
                                            <p:txEl>
                                              <p:pRg st="2" end="2"/>
                                            </p:txEl>
                                          </p:spTgt>
                                        </p:tgtEl>
                                        <p:attrNameLst>
                                          <p:attrName>style.visibility</p:attrName>
                                        </p:attrNameLst>
                                      </p:cBhvr>
                                      <p:to>
                                        <p:strVal val="visible"/>
                                      </p:to>
                                    </p:set>
                                    <p:anim calcmode="lin" valueType="num">
                                      <p:cBhvr additive="base">
                                        <p:cTn id="13" dur="500" fill="hold"/>
                                        <p:tgtEl>
                                          <p:spTgt spid="27650">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7650">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 presetClass="entr" presetSubtype="32"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box(out)">
                                      <p:cBhvr>
                                        <p:cTn id="19" dur="500"/>
                                        <p:tgtEl>
                                          <p:spTgt spid="4"/>
                                        </p:tgtEl>
                                      </p:cBhvr>
                                    </p:animEffect>
                                  </p:childTnLst>
                                  <p:subTnLst>
                                    <p:set>
                                      <p:cBhvr override="childStyle">
                                        <p:cTn dur="1" fill="hold" display="0" masterRel="nextClick" afterEffect="1"/>
                                        <p:tgtEl>
                                          <p:spTgt spid="4"/>
                                        </p:tgtEl>
                                        <p:attrNameLst>
                                          <p:attrName>style.visibility</p:attrName>
                                        </p:attrNameLst>
                                      </p:cBhvr>
                                      <p:to>
                                        <p:strVal val="hidden"/>
                                      </p:to>
                                    </p:set>
                                    <p:audio>
                                      <p:cMediaNode>
                                        <p:cTn display="0" masterRel="sameClick">
                                          <p:stCondLst>
                                            <p:cond evt="begin" delay="0">
                                              <p:tn val="17"/>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42" name="Rectangle 2"/>
          <p:cNvSpPr>
            <a:spLocks noGrp="1" noChangeArrowheads="1"/>
          </p:cNvSpPr>
          <p:nvPr>
            <p:ph type="title"/>
          </p:nvPr>
        </p:nvSpPr>
        <p:spPr>
          <a:xfrm>
            <a:off x="428625" y="785813"/>
            <a:ext cx="8429625" cy="769937"/>
          </a:xfrm>
          <a:effectLst/>
        </p:spPr>
        <p:txBody>
          <a:bodyPr anchor="ctr"/>
          <a:lstStyle/>
          <a:p>
            <a:pPr eaLnBrk="1" hangingPunct="1"/>
            <a:r>
              <a:rPr lang="en-US" altLang="zh-CN" sz="4000" b="1" dirty="0">
                <a:solidFill>
                  <a:schemeClr val="accent2"/>
                </a:solidFill>
                <a:latin typeface="黑体" panose="02010609060101010101" pitchFamily="49" charset="-122"/>
                <a:ea typeface="黑体" panose="02010609060101010101" pitchFamily="49" charset="-122"/>
              </a:rPr>
              <a:t>8.2 </a:t>
            </a:r>
            <a:r>
              <a:rPr lang="zh-CN" altLang="zh-CN" sz="4000" b="1" dirty="0">
                <a:solidFill>
                  <a:schemeClr val="accent2"/>
                </a:solidFill>
                <a:latin typeface="黑体" panose="02010609060101010101" pitchFamily="49" charset="-122"/>
                <a:ea typeface="黑体" panose="02010609060101010101" pitchFamily="49" charset="-122"/>
              </a:rPr>
              <a:t>指针变量</a:t>
            </a:r>
            <a:endParaRPr lang="zh-CN" altLang="en-US" sz="4000" b="1" dirty="0">
              <a:solidFill>
                <a:schemeClr val="accent2"/>
              </a:solidFill>
              <a:latin typeface="黑体" panose="02010609060101010101" pitchFamily="49" charset="-122"/>
              <a:ea typeface="黑体" panose="02010609060101010101" pitchFamily="49" charset="-122"/>
            </a:endParaRPr>
          </a:p>
        </p:txBody>
      </p:sp>
      <p:sp>
        <p:nvSpPr>
          <p:cNvPr id="16387" name="Rectangle 3"/>
          <p:cNvSpPr>
            <a:spLocks noGrp="1" noChangeArrowheads="1"/>
          </p:cNvSpPr>
          <p:nvPr>
            <p:ph type="body" idx="1"/>
          </p:nvPr>
        </p:nvSpPr>
        <p:spPr>
          <a:xfrm>
            <a:off x="1143000" y="1928813"/>
            <a:ext cx="7286625" cy="3286125"/>
          </a:xfrm>
        </p:spPr>
        <p:txBody>
          <a:bodyPr/>
          <a:lstStyle/>
          <a:p>
            <a:pPr eaLnBrk="1" hangingPunct="1">
              <a:lnSpc>
                <a:spcPct val="150000"/>
              </a:lnSpc>
              <a:spcBef>
                <a:spcPct val="0"/>
              </a:spcBef>
              <a:buFont typeface="Wingdings" pitchFamily="2" charset="2"/>
              <a:buNone/>
            </a:pPr>
            <a:r>
              <a:rPr lang="en-US" altLang="zh-CN" sz="3200" dirty="0" smtClean="0">
                <a:latin typeface="黑体" pitchFamily="49" charset="-122"/>
                <a:ea typeface="黑体" pitchFamily="49" charset="-122"/>
                <a:hlinkClick r:id="rId2" action="ppaction://hlinksldjump"/>
              </a:rPr>
              <a:t>8.2.1</a:t>
            </a:r>
            <a:r>
              <a:rPr lang="zh-CN" altLang="zh-CN" sz="3200" dirty="0" smtClean="0">
                <a:latin typeface="黑体" pitchFamily="49" charset="-122"/>
                <a:ea typeface="黑体" pitchFamily="49" charset="-122"/>
                <a:hlinkClick r:id="rId2" action="ppaction://hlinksldjump"/>
              </a:rPr>
              <a:t>使用指针变量的例子</a:t>
            </a:r>
            <a:endParaRPr lang="en-US" altLang="zh-CN" sz="3200" dirty="0" smtClean="0">
              <a:latin typeface="黑体" pitchFamily="49" charset="-122"/>
              <a:ea typeface="黑体" pitchFamily="49" charset="-122"/>
            </a:endParaRPr>
          </a:p>
          <a:p>
            <a:pPr eaLnBrk="1" hangingPunct="1">
              <a:lnSpc>
                <a:spcPct val="150000"/>
              </a:lnSpc>
              <a:spcBef>
                <a:spcPct val="0"/>
              </a:spcBef>
              <a:buFont typeface="Wingdings" pitchFamily="2" charset="2"/>
              <a:buNone/>
            </a:pPr>
            <a:r>
              <a:rPr lang="en-US" altLang="zh-CN" sz="3200" dirty="0" smtClean="0">
                <a:latin typeface="黑体" pitchFamily="49" charset="-122"/>
                <a:ea typeface="黑体" pitchFamily="49" charset="-122"/>
                <a:hlinkClick r:id="rId3" action="ppaction://hlinksldjump"/>
              </a:rPr>
              <a:t>8.2.2 </a:t>
            </a:r>
            <a:r>
              <a:rPr lang="zh-CN" altLang="zh-CN" sz="3200" dirty="0" smtClean="0">
                <a:latin typeface="黑体" pitchFamily="49" charset="-122"/>
                <a:ea typeface="黑体" pitchFamily="49" charset="-122"/>
                <a:hlinkClick r:id="rId3" action="ppaction://hlinksldjump"/>
              </a:rPr>
              <a:t>怎样定义指针变量</a:t>
            </a:r>
            <a:endParaRPr lang="en-US" altLang="zh-CN" sz="3200" dirty="0" smtClean="0">
              <a:latin typeface="黑体" pitchFamily="49" charset="-122"/>
              <a:ea typeface="黑体" pitchFamily="49" charset="-122"/>
            </a:endParaRPr>
          </a:p>
          <a:p>
            <a:pPr eaLnBrk="1" hangingPunct="1">
              <a:lnSpc>
                <a:spcPct val="150000"/>
              </a:lnSpc>
              <a:spcBef>
                <a:spcPct val="0"/>
              </a:spcBef>
              <a:buFont typeface="Wingdings" pitchFamily="2" charset="2"/>
              <a:buNone/>
            </a:pPr>
            <a:r>
              <a:rPr lang="en-US" altLang="zh-CN" sz="3200" dirty="0" smtClean="0">
                <a:latin typeface="黑体" pitchFamily="49" charset="-122"/>
                <a:ea typeface="黑体" pitchFamily="49" charset="-122"/>
                <a:hlinkClick r:id="rId4" action="ppaction://hlinksldjump"/>
              </a:rPr>
              <a:t>8.2.3 </a:t>
            </a:r>
            <a:r>
              <a:rPr lang="zh-CN" altLang="zh-CN" sz="3200" dirty="0" smtClean="0">
                <a:latin typeface="黑体" pitchFamily="49" charset="-122"/>
                <a:ea typeface="黑体" pitchFamily="49" charset="-122"/>
                <a:hlinkClick r:id="rId4" action="ppaction://hlinksldjump"/>
              </a:rPr>
              <a:t>怎样引用指针变量</a:t>
            </a:r>
            <a:endParaRPr lang="en-US" altLang="zh-CN" sz="3200" dirty="0" smtClean="0">
              <a:latin typeface="黑体" pitchFamily="49" charset="-122"/>
              <a:ea typeface="黑体" pitchFamily="49" charset="-122"/>
            </a:endParaRPr>
          </a:p>
          <a:p>
            <a:pPr eaLnBrk="1" hangingPunct="1">
              <a:lnSpc>
                <a:spcPct val="150000"/>
              </a:lnSpc>
              <a:spcBef>
                <a:spcPct val="0"/>
              </a:spcBef>
              <a:buFont typeface="Wingdings" pitchFamily="2" charset="2"/>
              <a:buNone/>
            </a:pPr>
            <a:r>
              <a:rPr lang="en-US" altLang="zh-CN" sz="3200" dirty="0" smtClean="0">
                <a:latin typeface="黑体" pitchFamily="49" charset="-122"/>
                <a:ea typeface="黑体" pitchFamily="49" charset="-122"/>
                <a:hlinkClick r:id="rId5" action="ppaction://hlinksldjump"/>
              </a:rPr>
              <a:t>8.2.4 </a:t>
            </a:r>
            <a:r>
              <a:rPr lang="zh-CN" altLang="zh-CN" sz="3200" dirty="0" smtClean="0">
                <a:latin typeface="黑体" pitchFamily="49" charset="-122"/>
                <a:ea typeface="黑体" pitchFamily="49" charset="-122"/>
                <a:hlinkClick r:id="rId5" action="ppaction://hlinksldjump"/>
              </a:rPr>
              <a:t>指针变量作为函数参数</a:t>
            </a:r>
            <a:endParaRPr lang="en-US" altLang="zh-CN" sz="3200" dirty="0" smtClean="0">
              <a:latin typeface="黑体" pitchFamily="49" charset="-122"/>
              <a:ea typeface="黑体" pitchFamily="49" charset="-122"/>
            </a:endParaRPr>
          </a:p>
        </p:txBody>
      </p:sp>
    </p:spTree>
    <p:extLst>
      <p:ext uri="{BB962C8B-B14F-4D97-AF65-F5344CB8AC3E}">
        <p14:creationId xmlns:p14="http://schemas.microsoft.com/office/powerpoint/2010/main" val="1684306871"/>
      </p:ext>
    </p:extLst>
  </p:cSld>
  <p:clrMapOvr>
    <a:masterClrMapping/>
  </p:clrMapOvr>
  <p:transition spd="med">
    <p:blinds/>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42" name="Rectangle 2"/>
          <p:cNvSpPr>
            <a:spLocks noGrp="1" noChangeArrowheads="1"/>
          </p:cNvSpPr>
          <p:nvPr>
            <p:ph type="title"/>
          </p:nvPr>
        </p:nvSpPr>
        <p:spPr>
          <a:xfrm>
            <a:off x="464702" y="548680"/>
            <a:ext cx="8429625" cy="769937"/>
          </a:xfrm>
          <a:effectLst/>
        </p:spPr>
        <p:txBody>
          <a:bodyPr anchor="ctr"/>
          <a:lstStyle/>
          <a:p>
            <a:pPr eaLnBrk="1" hangingPunct="1"/>
            <a:r>
              <a:rPr lang="en-US" altLang="zh-CN" sz="4000" b="1" dirty="0">
                <a:solidFill>
                  <a:schemeClr val="accent2"/>
                </a:solidFill>
                <a:latin typeface="黑体" panose="02010609060101010101" pitchFamily="49" charset="-122"/>
                <a:ea typeface="黑体" panose="02010609060101010101" pitchFamily="49" charset="-122"/>
              </a:rPr>
              <a:t>8.2.1</a:t>
            </a:r>
            <a:r>
              <a:rPr lang="zh-CN" altLang="zh-CN" sz="4000" b="1" dirty="0">
                <a:solidFill>
                  <a:schemeClr val="accent2"/>
                </a:solidFill>
                <a:latin typeface="黑体" panose="02010609060101010101" pitchFamily="49" charset="-122"/>
                <a:ea typeface="黑体" panose="02010609060101010101" pitchFamily="49" charset="-122"/>
              </a:rPr>
              <a:t>使用指针变量的例子</a:t>
            </a:r>
            <a:endParaRPr lang="zh-CN" altLang="en-US" sz="4000" b="1" dirty="0">
              <a:solidFill>
                <a:schemeClr val="accent2"/>
              </a:solidFill>
              <a:latin typeface="黑体" panose="02010609060101010101" pitchFamily="49" charset="-122"/>
              <a:ea typeface="黑体" panose="02010609060101010101" pitchFamily="49" charset="-122"/>
            </a:endParaRPr>
          </a:p>
        </p:txBody>
      </p:sp>
      <p:sp>
        <p:nvSpPr>
          <p:cNvPr id="6147" name="Rectangle 3"/>
          <p:cNvSpPr>
            <a:spLocks noGrp="1" noChangeArrowheads="1"/>
          </p:cNvSpPr>
          <p:nvPr>
            <p:ph type="body" idx="1"/>
          </p:nvPr>
        </p:nvSpPr>
        <p:spPr>
          <a:xfrm>
            <a:off x="467544" y="1628800"/>
            <a:ext cx="8280919" cy="3857625"/>
          </a:xfrm>
        </p:spPr>
        <p:txBody>
          <a:bodyPr/>
          <a:lstStyle/>
          <a:p>
            <a:pPr marL="0" indent="0" eaLnBrk="1" hangingPunct="1">
              <a:lnSpc>
                <a:spcPct val="150000"/>
              </a:lnSpc>
              <a:spcBef>
                <a:spcPct val="0"/>
              </a:spcBef>
              <a:buFont typeface="Wingdings" pitchFamily="2" charset="2"/>
              <a:buNone/>
            </a:pPr>
            <a:r>
              <a:rPr lang="zh-CN" altLang="zh-CN" sz="2800" dirty="0" smtClean="0">
                <a:latin typeface="黑体" pitchFamily="49" charset="-122"/>
                <a:ea typeface="黑体" pitchFamily="49" charset="-122"/>
              </a:rPr>
              <a:t>例</a:t>
            </a:r>
            <a:r>
              <a:rPr lang="en-US" altLang="zh-CN" sz="2800" dirty="0" smtClean="0">
                <a:latin typeface="黑体" pitchFamily="49" charset="-122"/>
                <a:ea typeface="黑体" pitchFamily="49" charset="-122"/>
              </a:rPr>
              <a:t>8.1 </a:t>
            </a:r>
            <a:r>
              <a:rPr lang="zh-CN" altLang="en-US" sz="2800" dirty="0" smtClean="0">
                <a:latin typeface="黑体" pitchFamily="49" charset="-122"/>
                <a:ea typeface="黑体" pitchFamily="49" charset="-122"/>
              </a:rPr>
              <a:t>通</a:t>
            </a:r>
            <a:r>
              <a:rPr lang="zh-CN" altLang="zh-CN" sz="2800" dirty="0" smtClean="0">
                <a:latin typeface="黑体" pitchFamily="49" charset="-122"/>
                <a:ea typeface="黑体" pitchFamily="49" charset="-122"/>
              </a:rPr>
              <a:t>过指针变量访问整型变量。</a:t>
            </a:r>
            <a:endParaRPr lang="en-US" altLang="zh-CN" sz="2800" dirty="0" smtClean="0">
              <a:latin typeface="黑体" pitchFamily="49" charset="-122"/>
              <a:ea typeface="黑体" pitchFamily="49" charset="-122"/>
            </a:endParaRPr>
          </a:p>
          <a:p>
            <a:pPr marL="457200" indent="-457200" eaLnBrk="1" hangingPunct="1">
              <a:lnSpc>
                <a:spcPct val="150000"/>
              </a:lnSpc>
              <a:spcBef>
                <a:spcPct val="0"/>
              </a:spcBef>
              <a:buFont typeface="Wingdings" pitchFamily="2" charset="2"/>
              <a:buChar char="Ø"/>
            </a:pPr>
            <a:r>
              <a:rPr lang="zh-CN" altLang="zh-CN" sz="2800" dirty="0" smtClean="0">
                <a:latin typeface="黑体" pitchFamily="49" charset="-122"/>
                <a:ea typeface="黑体" pitchFamily="49" charset="-122"/>
              </a:rPr>
              <a:t>解题思路：先定义</a:t>
            </a:r>
            <a:r>
              <a:rPr lang="en-US" altLang="zh-CN" sz="2800" dirty="0" smtClean="0">
                <a:latin typeface="黑体" pitchFamily="49" charset="-122"/>
                <a:ea typeface="黑体" pitchFamily="49" charset="-122"/>
              </a:rPr>
              <a:t>2</a:t>
            </a:r>
            <a:r>
              <a:rPr lang="zh-CN" altLang="zh-CN" sz="2800" dirty="0" smtClean="0">
                <a:latin typeface="黑体" pitchFamily="49" charset="-122"/>
                <a:ea typeface="黑体" pitchFamily="49" charset="-122"/>
              </a:rPr>
              <a:t>个整型变量，再定义</a:t>
            </a:r>
            <a:r>
              <a:rPr lang="en-US" altLang="zh-CN" sz="2800" dirty="0" smtClean="0">
                <a:latin typeface="黑体" pitchFamily="49" charset="-122"/>
                <a:ea typeface="黑体" pitchFamily="49" charset="-122"/>
              </a:rPr>
              <a:t>2</a:t>
            </a:r>
            <a:r>
              <a:rPr lang="zh-CN" altLang="zh-CN" sz="2800" dirty="0" smtClean="0">
                <a:latin typeface="黑体" pitchFamily="49" charset="-122"/>
                <a:ea typeface="黑体" pitchFamily="49" charset="-122"/>
              </a:rPr>
              <a:t>个指针变量，分别指向这两个整型变量，通过访问指针变量，可以找到它们所指向的变量，从而得到这些变量的值。</a:t>
            </a:r>
            <a:endParaRPr lang="en-US" altLang="zh-CN" sz="2800" dirty="0" smtClean="0">
              <a:latin typeface="黑体" pitchFamily="49" charset="-122"/>
              <a:ea typeface="黑体" pitchFamily="49" charset="-122"/>
            </a:endParaRPr>
          </a:p>
        </p:txBody>
      </p:sp>
      <p:pic>
        <p:nvPicPr>
          <p:cNvPr id="17412" name="图片 3" descr="Untitled2.png">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429625" y="6143625"/>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94704471"/>
      </p:ext>
    </p:extLst>
  </p:cSld>
  <p:clrMapOvr>
    <a:masterClrMapping/>
  </p:clrMapOvr>
  <p:transition spd="med">
    <p:blinds/>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6147">
                                            <p:txEl>
                                              <p:pRg st="1" end="1"/>
                                            </p:txEl>
                                          </p:spTgt>
                                        </p:tgtEl>
                                        <p:attrNameLst>
                                          <p:attrName>style.visibility</p:attrName>
                                        </p:attrNameLst>
                                      </p:cBhvr>
                                      <p:to>
                                        <p:strVal val="visible"/>
                                      </p:to>
                                    </p:set>
                                    <p:animEffect transition="in" filter="blinds(horizontal)">
                                      <p:cBhvr>
                                        <p:cTn id="7" dur="500"/>
                                        <p:tgtEl>
                                          <p:spTgt spid="614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内容占位符 2"/>
          <p:cNvSpPr>
            <a:spLocks noGrp="1"/>
          </p:cNvSpPr>
          <p:nvPr>
            <p:ph idx="1"/>
          </p:nvPr>
        </p:nvSpPr>
        <p:spPr>
          <a:xfrm>
            <a:off x="285750" y="714375"/>
            <a:ext cx="8407400" cy="5857875"/>
          </a:xfrm>
        </p:spPr>
        <p:txBody>
          <a:bodyPr/>
          <a:lstStyle/>
          <a:p>
            <a:pPr>
              <a:lnSpc>
                <a:spcPct val="100000"/>
              </a:lnSpc>
              <a:buFont typeface="Wingdings" pitchFamily="2" charset="2"/>
              <a:buNone/>
            </a:pPr>
            <a:r>
              <a:rPr lang="en-US" altLang="zh-CN" sz="2800" smtClean="0"/>
              <a:t>#include &lt;stdio.h&gt;</a:t>
            </a:r>
            <a:endParaRPr lang="zh-CN" altLang="zh-CN" sz="2800" smtClean="0"/>
          </a:p>
          <a:p>
            <a:pPr>
              <a:lnSpc>
                <a:spcPct val="100000"/>
              </a:lnSpc>
              <a:buFont typeface="Wingdings" pitchFamily="2" charset="2"/>
              <a:buNone/>
            </a:pPr>
            <a:r>
              <a:rPr lang="en-US" altLang="zh-CN" sz="2800" smtClean="0"/>
              <a:t>int main()</a:t>
            </a:r>
            <a:endParaRPr lang="zh-CN" altLang="zh-CN" sz="2800" smtClean="0"/>
          </a:p>
          <a:p>
            <a:pPr>
              <a:lnSpc>
                <a:spcPct val="100000"/>
              </a:lnSpc>
              <a:buFont typeface="Wingdings" pitchFamily="2" charset="2"/>
              <a:buNone/>
            </a:pPr>
            <a:r>
              <a:rPr lang="en-US" altLang="zh-CN" sz="2800" smtClean="0"/>
              <a:t>{ int a=100,b=10; </a:t>
            </a:r>
            <a:endParaRPr lang="zh-CN" altLang="zh-CN" sz="2800" smtClean="0"/>
          </a:p>
          <a:p>
            <a:pPr>
              <a:lnSpc>
                <a:spcPct val="100000"/>
              </a:lnSpc>
              <a:buFont typeface="Wingdings" pitchFamily="2" charset="2"/>
              <a:buNone/>
            </a:pPr>
            <a:r>
              <a:rPr lang="en-US" altLang="zh-CN" sz="2800" smtClean="0"/>
              <a:t>   </a:t>
            </a:r>
            <a:r>
              <a:rPr lang="en-US" altLang="zh-CN" sz="2800" smtClean="0">
                <a:solidFill>
                  <a:srgbClr val="FF0000"/>
                </a:solidFill>
              </a:rPr>
              <a:t>int *</a:t>
            </a:r>
            <a:r>
              <a:rPr lang="en-US" altLang="zh-CN" sz="2800" smtClean="0"/>
              <a:t>pointer_1, </a:t>
            </a:r>
            <a:r>
              <a:rPr lang="en-US" altLang="zh-CN" sz="2800" smtClean="0">
                <a:solidFill>
                  <a:srgbClr val="FF0000"/>
                </a:solidFill>
              </a:rPr>
              <a:t>*</a:t>
            </a:r>
            <a:r>
              <a:rPr lang="en-US" altLang="zh-CN" sz="2800" smtClean="0"/>
              <a:t>pointer_2; </a:t>
            </a:r>
            <a:endParaRPr lang="zh-CN" altLang="zh-CN" sz="2800" smtClean="0"/>
          </a:p>
          <a:p>
            <a:pPr>
              <a:lnSpc>
                <a:spcPct val="100000"/>
              </a:lnSpc>
              <a:buFont typeface="Wingdings" pitchFamily="2" charset="2"/>
              <a:buNone/>
            </a:pPr>
            <a:r>
              <a:rPr lang="en-US" altLang="zh-CN" sz="2800" smtClean="0"/>
              <a:t>   </a:t>
            </a:r>
            <a:r>
              <a:rPr lang="en-US" altLang="zh-CN" sz="2800" smtClean="0">
                <a:solidFill>
                  <a:srgbClr val="00B050"/>
                </a:solidFill>
              </a:rPr>
              <a:t>pointer_1</a:t>
            </a:r>
            <a:r>
              <a:rPr lang="en-US" altLang="zh-CN" sz="2800" smtClean="0"/>
              <a:t>=&amp;a; </a:t>
            </a:r>
            <a:endParaRPr lang="zh-CN" altLang="zh-CN" sz="2800" smtClean="0"/>
          </a:p>
          <a:p>
            <a:pPr>
              <a:lnSpc>
                <a:spcPct val="100000"/>
              </a:lnSpc>
              <a:buFont typeface="Wingdings" pitchFamily="2" charset="2"/>
              <a:buNone/>
            </a:pPr>
            <a:r>
              <a:rPr lang="en-US" altLang="zh-CN" sz="2800" smtClean="0"/>
              <a:t>   </a:t>
            </a:r>
            <a:r>
              <a:rPr lang="en-US" altLang="zh-CN" sz="2800" smtClean="0">
                <a:solidFill>
                  <a:srgbClr val="00B050"/>
                </a:solidFill>
              </a:rPr>
              <a:t>pointer_2</a:t>
            </a:r>
            <a:r>
              <a:rPr lang="en-US" altLang="zh-CN" sz="2800" smtClean="0"/>
              <a:t>=&amp;b;  </a:t>
            </a:r>
            <a:endParaRPr lang="zh-CN" altLang="zh-CN" sz="2800" smtClean="0"/>
          </a:p>
          <a:p>
            <a:pPr>
              <a:lnSpc>
                <a:spcPct val="100000"/>
              </a:lnSpc>
              <a:buFont typeface="Wingdings" pitchFamily="2" charset="2"/>
              <a:buNone/>
            </a:pPr>
            <a:r>
              <a:rPr lang="en-US" altLang="zh-CN" sz="2800" smtClean="0"/>
              <a:t>   printf(“a=%d,b=%d\n”,a,b); </a:t>
            </a:r>
            <a:endParaRPr lang="zh-CN" altLang="zh-CN" sz="2800" smtClean="0"/>
          </a:p>
          <a:p>
            <a:pPr>
              <a:lnSpc>
                <a:spcPct val="100000"/>
              </a:lnSpc>
              <a:buFont typeface="Wingdings" pitchFamily="2" charset="2"/>
              <a:buNone/>
            </a:pPr>
            <a:r>
              <a:rPr lang="en-US" altLang="zh-CN" sz="2800" smtClean="0"/>
              <a:t>   printf(“*pointer_1=%d,*pointer_2=</a:t>
            </a:r>
          </a:p>
          <a:p>
            <a:pPr>
              <a:lnSpc>
                <a:spcPct val="100000"/>
              </a:lnSpc>
              <a:buFont typeface="Wingdings" pitchFamily="2" charset="2"/>
              <a:buNone/>
            </a:pPr>
            <a:r>
              <a:rPr lang="en-US" altLang="zh-CN" sz="2800" smtClean="0"/>
              <a:t>             %d\n”,</a:t>
            </a:r>
            <a:r>
              <a:rPr lang="en-US" altLang="zh-CN" sz="2800" smtClean="0">
                <a:solidFill>
                  <a:srgbClr val="9D138D"/>
                </a:solidFill>
              </a:rPr>
              <a:t>*pointer_1</a:t>
            </a:r>
            <a:r>
              <a:rPr lang="en-US" altLang="zh-CN" sz="2800" smtClean="0"/>
              <a:t>,</a:t>
            </a:r>
            <a:r>
              <a:rPr lang="en-US" altLang="zh-CN" sz="2800" smtClean="0">
                <a:solidFill>
                  <a:srgbClr val="9D138D"/>
                </a:solidFill>
              </a:rPr>
              <a:t>*pointer_2</a:t>
            </a:r>
            <a:r>
              <a:rPr lang="en-US" altLang="zh-CN" sz="2800" smtClean="0"/>
              <a:t>); </a:t>
            </a:r>
            <a:endParaRPr lang="zh-CN" altLang="zh-CN" sz="2800" smtClean="0"/>
          </a:p>
          <a:p>
            <a:pPr>
              <a:lnSpc>
                <a:spcPct val="100000"/>
              </a:lnSpc>
              <a:buFont typeface="Wingdings" pitchFamily="2" charset="2"/>
              <a:buNone/>
            </a:pPr>
            <a:r>
              <a:rPr lang="en-US" altLang="zh-CN" sz="2800" smtClean="0"/>
              <a:t>   return 0;</a:t>
            </a:r>
            <a:endParaRPr lang="zh-CN" altLang="zh-CN" sz="2800" smtClean="0"/>
          </a:p>
          <a:p>
            <a:pPr>
              <a:lnSpc>
                <a:spcPct val="100000"/>
              </a:lnSpc>
              <a:buFont typeface="Wingdings" pitchFamily="2" charset="2"/>
              <a:buNone/>
            </a:pPr>
            <a:r>
              <a:rPr lang="en-US" altLang="zh-CN" sz="2800" smtClean="0"/>
              <a:t>}</a:t>
            </a:r>
            <a:endParaRPr lang="zh-CN" altLang="zh-CN" sz="2800" smtClean="0"/>
          </a:p>
          <a:p>
            <a:pPr>
              <a:lnSpc>
                <a:spcPct val="100000"/>
              </a:lnSpc>
              <a:buFont typeface="Wingdings" pitchFamily="2" charset="2"/>
              <a:buNone/>
            </a:pPr>
            <a:endParaRPr lang="zh-CN" altLang="en-US" sz="2800" smtClean="0"/>
          </a:p>
        </p:txBody>
      </p:sp>
      <p:sp>
        <p:nvSpPr>
          <p:cNvPr id="4" name="圆角矩形标注 3"/>
          <p:cNvSpPr>
            <a:spLocks noChangeArrowheads="1"/>
          </p:cNvSpPr>
          <p:nvPr/>
        </p:nvSpPr>
        <p:spPr bwMode="auto">
          <a:xfrm>
            <a:off x="4714875" y="1357313"/>
            <a:ext cx="3357563" cy="642937"/>
          </a:xfrm>
          <a:prstGeom prst="wedgeRoundRectCallout">
            <a:avLst>
              <a:gd name="adj1" fmla="val -44759"/>
              <a:gd name="adj2" fmla="val 103991"/>
              <a:gd name="adj3" fmla="val 16667"/>
            </a:avLst>
          </a:prstGeom>
          <a:solidFill>
            <a:srgbClr val="FFFFCC"/>
          </a:solidFill>
          <a:ln w="9525" algn="ctr">
            <a:solidFill>
              <a:schemeClr val="tx1"/>
            </a:solidFill>
            <a:miter lim="800000"/>
            <a:headEnd/>
            <a:tailEnd/>
          </a:ln>
        </p:spPr>
        <p:txBody>
          <a:bodyPr/>
          <a:lstStyle/>
          <a:p>
            <a:pPr algn="ctr"/>
            <a:r>
              <a:rPr lang="zh-CN" altLang="en-US" sz="2800" b="1" dirty="0">
                <a:latin typeface="黑体" pitchFamily="49" charset="-122"/>
                <a:ea typeface="黑体" pitchFamily="49" charset="-122"/>
              </a:rPr>
              <a:t>定义两个指针变量</a:t>
            </a:r>
          </a:p>
        </p:txBody>
      </p:sp>
      <p:sp>
        <p:nvSpPr>
          <p:cNvPr id="5" name="圆角矩形标注 4"/>
          <p:cNvSpPr>
            <a:spLocks noChangeArrowheads="1"/>
          </p:cNvSpPr>
          <p:nvPr/>
        </p:nvSpPr>
        <p:spPr bwMode="auto">
          <a:xfrm>
            <a:off x="4536280" y="3000375"/>
            <a:ext cx="3357563" cy="642938"/>
          </a:xfrm>
          <a:prstGeom prst="wedgeRoundRectCallout">
            <a:avLst>
              <a:gd name="adj1" fmla="val -76472"/>
              <a:gd name="adj2" fmla="val -30435"/>
              <a:gd name="adj3" fmla="val 16667"/>
            </a:avLst>
          </a:prstGeom>
          <a:solidFill>
            <a:srgbClr val="FFFFCC"/>
          </a:solidFill>
          <a:ln w="9525" algn="ctr">
            <a:solidFill>
              <a:schemeClr val="tx1"/>
            </a:solidFill>
            <a:miter lim="800000"/>
            <a:headEnd/>
            <a:tailEnd/>
          </a:ln>
        </p:spPr>
        <p:txBody>
          <a:bodyPr/>
          <a:lstStyle/>
          <a:p>
            <a:pPr algn="ctr"/>
            <a:r>
              <a:rPr lang="zh-CN" altLang="en-US" sz="2800" b="1" dirty="0">
                <a:latin typeface="黑体" pitchFamily="49" charset="-122"/>
                <a:ea typeface="黑体" pitchFamily="49" charset="-122"/>
              </a:rPr>
              <a:t>使</a:t>
            </a:r>
            <a:r>
              <a:rPr lang="en-US" altLang="zh-CN" sz="2800" b="1" dirty="0">
                <a:latin typeface="黑体" pitchFamily="49" charset="-122"/>
                <a:ea typeface="黑体" pitchFamily="49" charset="-122"/>
              </a:rPr>
              <a:t>pointer_1</a:t>
            </a:r>
            <a:r>
              <a:rPr lang="zh-CN" altLang="en-US" sz="2800" b="1" dirty="0">
                <a:latin typeface="黑体" pitchFamily="49" charset="-122"/>
                <a:ea typeface="黑体" pitchFamily="49" charset="-122"/>
              </a:rPr>
              <a:t>指向</a:t>
            </a:r>
            <a:r>
              <a:rPr lang="en-US" altLang="zh-CN" sz="2800" b="1" dirty="0">
                <a:latin typeface="黑体" pitchFamily="49" charset="-122"/>
                <a:ea typeface="黑体" pitchFamily="49" charset="-122"/>
              </a:rPr>
              <a:t>a</a:t>
            </a:r>
            <a:endParaRPr lang="zh-CN" altLang="en-US" sz="2800" b="1" dirty="0">
              <a:latin typeface="黑体" pitchFamily="49" charset="-122"/>
              <a:ea typeface="黑体" pitchFamily="49" charset="-122"/>
            </a:endParaRPr>
          </a:p>
        </p:txBody>
      </p:sp>
      <p:sp>
        <p:nvSpPr>
          <p:cNvPr id="6" name="圆角矩形标注 5"/>
          <p:cNvSpPr>
            <a:spLocks noChangeArrowheads="1"/>
          </p:cNvSpPr>
          <p:nvPr/>
        </p:nvSpPr>
        <p:spPr bwMode="auto">
          <a:xfrm>
            <a:off x="4571998" y="3035370"/>
            <a:ext cx="3357563" cy="642937"/>
          </a:xfrm>
          <a:prstGeom prst="wedgeRoundRectCallout">
            <a:avLst>
              <a:gd name="adj1" fmla="val -78338"/>
              <a:gd name="adj2" fmla="val 26065"/>
              <a:gd name="adj3" fmla="val 16667"/>
            </a:avLst>
          </a:prstGeom>
          <a:solidFill>
            <a:srgbClr val="FFFFCC"/>
          </a:solidFill>
          <a:ln w="9525" algn="ctr">
            <a:solidFill>
              <a:schemeClr val="tx1"/>
            </a:solidFill>
            <a:miter lim="800000"/>
            <a:headEnd/>
            <a:tailEnd/>
          </a:ln>
        </p:spPr>
        <p:txBody>
          <a:bodyPr/>
          <a:lstStyle/>
          <a:p>
            <a:pPr algn="ctr"/>
            <a:r>
              <a:rPr lang="zh-CN" altLang="en-US" sz="2800" b="1" dirty="0">
                <a:latin typeface="黑体" pitchFamily="49" charset="-122"/>
                <a:ea typeface="黑体" pitchFamily="49" charset="-122"/>
              </a:rPr>
              <a:t>使</a:t>
            </a:r>
            <a:r>
              <a:rPr lang="en-US" altLang="zh-CN" sz="2800" b="1" dirty="0">
                <a:latin typeface="黑体" pitchFamily="49" charset="-122"/>
                <a:ea typeface="黑体" pitchFamily="49" charset="-122"/>
              </a:rPr>
              <a:t>pointer_2</a:t>
            </a:r>
            <a:r>
              <a:rPr lang="zh-CN" altLang="en-US" sz="2800" b="1" dirty="0">
                <a:latin typeface="黑体" pitchFamily="49" charset="-122"/>
                <a:ea typeface="黑体" pitchFamily="49" charset="-122"/>
              </a:rPr>
              <a:t>指向</a:t>
            </a:r>
            <a:r>
              <a:rPr lang="en-US" altLang="zh-CN" sz="2800" b="1" dirty="0">
                <a:latin typeface="黑体" pitchFamily="49" charset="-122"/>
                <a:ea typeface="黑体" pitchFamily="49" charset="-122"/>
              </a:rPr>
              <a:t>b</a:t>
            </a:r>
            <a:endParaRPr lang="zh-CN" altLang="en-US" sz="2800" b="1" dirty="0">
              <a:latin typeface="黑体" pitchFamily="49" charset="-122"/>
              <a:ea typeface="黑体" pitchFamily="49" charset="-122"/>
            </a:endParaRPr>
          </a:p>
        </p:txBody>
      </p:sp>
      <p:sp>
        <p:nvSpPr>
          <p:cNvPr id="7" name="圆角矩形标注 6"/>
          <p:cNvSpPr>
            <a:spLocks noChangeArrowheads="1"/>
          </p:cNvSpPr>
          <p:nvPr/>
        </p:nvSpPr>
        <p:spPr bwMode="auto">
          <a:xfrm>
            <a:off x="2915816" y="3019590"/>
            <a:ext cx="4143375" cy="642938"/>
          </a:xfrm>
          <a:prstGeom prst="wedgeRoundRectCallout">
            <a:avLst>
              <a:gd name="adj1" fmla="val 6722"/>
              <a:gd name="adj2" fmla="val 117630"/>
              <a:gd name="adj3" fmla="val 16667"/>
            </a:avLst>
          </a:prstGeom>
          <a:solidFill>
            <a:srgbClr val="FFFFCC"/>
          </a:solidFill>
          <a:ln w="9525" algn="ctr">
            <a:solidFill>
              <a:schemeClr val="tx1"/>
            </a:solidFill>
            <a:miter lim="800000"/>
            <a:headEnd/>
            <a:tailEnd/>
          </a:ln>
        </p:spPr>
        <p:txBody>
          <a:bodyPr/>
          <a:lstStyle/>
          <a:p>
            <a:pPr algn="ctr"/>
            <a:r>
              <a:rPr lang="zh-CN" altLang="en-US" sz="2800" b="1" dirty="0">
                <a:solidFill>
                  <a:srgbClr val="FF0000"/>
                </a:solidFill>
                <a:latin typeface="黑体" pitchFamily="49" charset="-122"/>
                <a:ea typeface="黑体" pitchFamily="49" charset="-122"/>
              </a:rPr>
              <a:t>直接</a:t>
            </a:r>
            <a:r>
              <a:rPr lang="zh-CN" altLang="zh-CN" sz="2800" b="1" dirty="0">
                <a:latin typeface="黑体" pitchFamily="49" charset="-122"/>
                <a:ea typeface="黑体" pitchFamily="49" charset="-122"/>
              </a:rPr>
              <a:t>输出变量</a:t>
            </a:r>
            <a:r>
              <a:rPr lang="en-US" altLang="zh-CN" sz="2800" b="1" dirty="0">
                <a:latin typeface="黑体" pitchFamily="49" charset="-122"/>
                <a:ea typeface="黑体" pitchFamily="49" charset="-122"/>
              </a:rPr>
              <a:t>a</a:t>
            </a:r>
            <a:r>
              <a:rPr lang="zh-CN" altLang="zh-CN" sz="2800" b="1" dirty="0">
                <a:latin typeface="黑体" pitchFamily="49" charset="-122"/>
                <a:ea typeface="黑体" pitchFamily="49" charset="-122"/>
              </a:rPr>
              <a:t>和</a:t>
            </a:r>
            <a:r>
              <a:rPr lang="en-US" altLang="zh-CN" sz="2800" b="1" dirty="0">
                <a:latin typeface="黑体" pitchFamily="49" charset="-122"/>
                <a:ea typeface="黑体" pitchFamily="49" charset="-122"/>
              </a:rPr>
              <a:t>b</a:t>
            </a:r>
            <a:r>
              <a:rPr lang="zh-CN" altLang="zh-CN" sz="2800" b="1" dirty="0">
                <a:latin typeface="黑体" pitchFamily="49" charset="-122"/>
                <a:ea typeface="黑体" pitchFamily="49" charset="-122"/>
              </a:rPr>
              <a:t>的值</a:t>
            </a:r>
            <a:endParaRPr lang="zh-CN" altLang="en-US" sz="2800" b="1" dirty="0">
              <a:latin typeface="黑体" pitchFamily="49" charset="-122"/>
              <a:ea typeface="黑体" pitchFamily="49" charset="-122"/>
            </a:endParaRPr>
          </a:p>
        </p:txBody>
      </p:sp>
      <p:sp>
        <p:nvSpPr>
          <p:cNvPr id="8" name="圆角矩形标注 7"/>
          <p:cNvSpPr>
            <a:spLocks noChangeArrowheads="1"/>
          </p:cNvSpPr>
          <p:nvPr/>
        </p:nvSpPr>
        <p:spPr bwMode="auto">
          <a:xfrm>
            <a:off x="3714750" y="5643563"/>
            <a:ext cx="4143375" cy="642937"/>
          </a:xfrm>
          <a:prstGeom prst="wedgeRoundRectCallout">
            <a:avLst>
              <a:gd name="adj1" fmla="val 9745"/>
              <a:gd name="adj2" fmla="val -94727"/>
              <a:gd name="adj3" fmla="val 16667"/>
            </a:avLst>
          </a:prstGeom>
          <a:solidFill>
            <a:srgbClr val="FFFFCC"/>
          </a:solidFill>
          <a:ln w="9525" algn="ctr">
            <a:solidFill>
              <a:schemeClr val="tx1"/>
            </a:solidFill>
            <a:miter lim="800000"/>
            <a:headEnd/>
            <a:tailEnd/>
          </a:ln>
        </p:spPr>
        <p:txBody>
          <a:bodyPr/>
          <a:lstStyle/>
          <a:p>
            <a:pPr algn="ctr"/>
            <a:r>
              <a:rPr lang="zh-CN" altLang="en-US" sz="2800" b="1" dirty="0">
                <a:solidFill>
                  <a:srgbClr val="FF0000"/>
                </a:solidFill>
                <a:latin typeface="黑体" pitchFamily="49" charset="-122"/>
                <a:ea typeface="黑体" pitchFamily="49" charset="-122"/>
              </a:rPr>
              <a:t>间接</a:t>
            </a:r>
            <a:r>
              <a:rPr lang="zh-CN" altLang="zh-CN" sz="2800" b="1" dirty="0">
                <a:latin typeface="黑体" pitchFamily="49" charset="-122"/>
                <a:ea typeface="黑体" pitchFamily="49" charset="-122"/>
              </a:rPr>
              <a:t>输出变量</a:t>
            </a:r>
            <a:r>
              <a:rPr lang="en-US" altLang="zh-CN" sz="2800" b="1" dirty="0">
                <a:latin typeface="黑体" pitchFamily="49" charset="-122"/>
                <a:ea typeface="黑体" pitchFamily="49" charset="-122"/>
              </a:rPr>
              <a:t>a</a:t>
            </a:r>
            <a:r>
              <a:rPr lang="zh-CN" altLang="zh-CN" sz="2800" b="1" dirty="0">
                <a:latin typeface="黑体" pitchFamily="49" charset="-122"/>
                <a:ea typeface="黑体" pitchFamily="49" charset="-122"/>
              </a:rPr>
              <a:t>和</a:t>
            </a:r>
            <a:r>
              <a:rPr lang="en-US" altLang="zh-CN" sz="2800" b="1" dirty="0">
                <a:latin typeface="黑体" pitchFamily="49" charset="-122"/>
                <a:ea typeface="黑体" pitchFamily="49" charset="-122"/>
              </a:rPr>
              <a:t>b</a:t>
            </a:r>
            <a:r>
              <a:rPr lang="zh-CN" altLang="zh-CN" sz="2800" b="1" dirty="0">
                <a:latin typeface="黑体" pitchFamily="49" charset="-122"/>
                <a:ea typeface="黑体" pitchFamily="49" charset="-122"/>
              </a:rPr>
              <a:t>的值</a:t>
            </a:r>
            <a:endParaRPr lang="zh-CN" altLang="en-US" sz="2800" b="1" dirty="0">
              <a:latin typeface="黑体" pitchFamily="49" charset="-122"/>
              <a:ea typeface="黑体" pitchFamily="49" charset="-122"/>
            </a:endParaRPr>
          </a:p>
        </p:txBody>
      </p:sp>
      <p:pic>
        <p:nvPicPr>
          <p:cNvPr id="2375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86125" y="71438"/>
            <a:ext cx="5857875" cy="801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441" name="图片 8" descr="Untitled2.png">
            <a:hlinkClick r:id="rId3" action="ppaction://hlinksldjump"/>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8429625" y="6143625"/>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8185528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linds(horizontal)">
                                      <p:cBhvr>
                                        <p:cTn id="12" dur="500"/>
                                        <p:tgtEl>
                                          <p:spTgt spid="5"/>
                                        </p:tgtEl>
                                      </p:cBhvr>
                                    </p:animEffect>
                                  </p:childTnLst>
                                  <p:subTnLst>
                                    <p:set>
                                      <p:cBhvr override="childStyle">
                                        <p:cTn dur="1" fill="hold" display="0" masterRel="nextClick" afterEffect="1"/>
                                        <p:tgtEl>
                                          <p:spTgt spid="5"/>
                                        </p:tgtEl>
                                        <p:attrNameLst>
                                          <p:attrName>style.visibility</p:attrName>
                                        </p:attrNameLst>
                                      </p:cBhvr>
                                      <p:to>
                                        <p:strVal val="hidden"/>
                                      </p:to>
                                    </p:set>
                                  </p:sub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blinds(horizontal)">
                                      <p:cBhvr>
                                        <p:cTn id="17" dur="500"/>
                                        <p:tgtEl>
                                          <p:spTgt spid="6"/>
                                        </p:tgtEl>
                                      </p:cBhvr>
                                    </p:animEffect>
                                  </p:childTnLst>
                                  <p:subTnLst>
                                    <p:set>
                                      <p:cBhvr override="childStyle">
                                        <p:cTn dur="1" fill="hold" display="0" masterRel="nextClick" afterEffect="1"/>
                                        <p:tgtEl>
                                          <p:spTgt spid="6"/>
                                        </p:tgtEl>
                                        <p:attrNameLst>
                                          <p:attrName>style.visibility</p:attrName>
                                        </p:attrNameLst>
                                      </p:cBhvr>
                                      <p:to>
                                        <p:strVal val="hidden"/>
                                      </p:to>
                                    </p:set>
                                  </p:sub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blinds(horizontal)">
                                      <p:cBhvr>
                                        <p:cTn id="22" dur="500"/>
                                        <p:tgtEl>
                                          <p:spTgt spid="7"/>
                                        </p:tgtEl>
                                      </p:cBhvr>
                                    </p:animEffect>
                                  </p:childTnLst>
                                  <p:subTnLst>
                                    <p:set>
                                      <p:cBhvr override="childStyle">
                                        <p:cTn dur="1" fill="hold" display="0" masterRel="nextClick" afterEffect="1"/>
                                        <p:tgtEl>
                                          <p:spTgt spid="7"/>
                                        </p:tgtEl>
                                        <p:attrNameLst>
                                          <p:attrName>style.visibility</p:attrName>
                                        </p:attrNameLst>
                                      </p:cBhvr>
                                      <p:to>
                                        <p:strVal val="hidden"/>
                                      </p:to>
                                    </p:set>
                                  </p:sub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blinds(horizontal)">
                                      <p:cBhvr>
                                        <p:cTn id="27" dur="500"/>
                                        <p:tgtEl>
                                          <p:spTgt spid="8"/>
                                        </p:tgtEl>
                                      </p:cBhvr>
                                    </p:animEffect>
                                  </p:childTnLst>
                                  <p:subTnLst>
                                    <p:set>
                                      <p:cBhvr override="childStyle">
                                        <p:cTn dur="1" fill="hold" display="0" masterRel="nextClick" afterEffect="1"/>
                                        <p:tgtEl>
                                          <p:spTgt spid="8"/>
                                        </p:tgtEl>
                                        <p:attrNameLst>
                                          <p:attrName>style.visibility</p:attrName>
                                        </p:attrNameLst>
                                      </p:cBhvr>
                                      <p:to>
                                        <p:strVal val="hidden"/>
                                      </p:to>
                                    </p:set>
                                  </p:sub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237570"/>
                                        </p:tgtEl>
                                        <p:attrNameLst>
                                          <p:attrName>style.visibility</p:attrName>
                                        </p:attrNameLst>
                                      </p:cBhvr>
                                      <p:to>
                                        <p:strVal val="visible"/>
                                      </p:to>
                                    </p:set>
                                    <p:animEffect transition="in" filter="blinds(horizontal)">
                                      <p:cBhvr>
                                        <p:cTn id="32" dur="500"/>
                                        <p:tgtEl>
                                          <p:spTgt spid="2375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内容占位符 2"/>
          <p:cNvSpPr>
            <a:spLocks noGrp="1"/>
          </p:cNvSpPr>
          <p:nvPr>
            <p:ph idx="1"/>
          </p:nvPr>
        </p:nvSpPr>
        <p:spPr>
          <a:xfrm>
            <a:off x="285750" y="714375"/>
            <a:ext cx="8407400" cy="5857875"/>
          </a:xfrm>
        </p:spPr>
        <p:txBody>
          <a:bodyPr/>
          <a:lstStyle/>
          <a:p>
            <a:pPr>
              <a:lnSpc>
                <a:spcPct val="100000"/>
              </a:lnSpc>
              <a:buFont typeface="Wingdings" pitchFamily="2" charset="2"/>
              <a:buNone/>
            </a:pPr>
            <a:r>
              <a:rPr lang="en-US" altLang="zh-CN" sz="2800" dirty="0" smtClean="0"/>
              <a:t>#include &lt;</a:t>
            </a:r>
            <a:r>
              <a:rPr lang="en-US" altLang="zh-CN" sz="2800" dirty="0" err="1" smtClean="0"/>
              <a:t>stdio.h</a:t>
            </a:r>
            <a:r>
              <a:rPr lang="en-US" altLang="zh-CN" sz="2800" dirty="0" smtClean="0"/>
              <a:t>&gt;</a:t>
            </a:r>
            <a:endParaRPr lang="zh-CN" altLang="zh-CN" sz="2800" dirty="0" smtClean="0"/>
          </a:p>
          <a:p>
            <a:pPr>
              <a:lnSpc>
                <a:spcPct val="100000"/>
              </a:lnSpc>
              <a:buFont typeface="Wingdings" pitchFamily="2" charset="2"/>
              <a:buNone/>
            </a:pPr>
            <a:r>
              <a:rPr lang="en-US" altLang="zh-CN" sz="2800" dirty="0" err="1" smtClean="0"/>
              <a:t>int</a:t>
            </a:r>
            <a:r>
              <a:rPr lang="en-US" altLang="zh-CN" sz="2800" dirty="0" smtClean="0"/>
              <a:t> main()</a:t>
            </a:r>
            <a:endParaRPr lang="zh-CN" altLang="zh-CN" sz="2800" dirty="0" smtClean="0"/>
          </a:p>
          <a:p>
            <a:pPr>
              <a:lnSpc>
                <a:spcPct val="100000"/>
              </a:lnSpc>
              <a:buFont typeface="Wingdings" pitchFamily="2" charset="2"/>
              <a:buNone/>
            </a:pPr>
            <a:r>
              <a:rPr lang="en-US" altLang="zh-CN" sz="2800" dirty="0" smtClean="0"/>
              <a:t>{ </a:t>
            </a:r>
            <a:r>
              <a:rPr lang="en-US" altLang="zh-CN" sz="2800" dirty="0" err="1" smtClean="0"/>
              <a:t>int</a:t>
            </a:r>
            <a:r>
              <a:rPr lang="en-US" altLang="zh-CN" sz="2800" dirty="0" smtClean="0"/>
              <a:t> a=100,b=10; </a:t>
            </a:r>
            <a:endParaRPr lang="zh-CN" altLang="zh-CN" sz="2800" dirty="0" smtClean="0"/>
          </a:p>
          <a:p>
            <a:pPr>
              <a:lnSpc>
                <a:spcPct val="100000"/>
              </a:lnSpc>
              <a:buFont typeface="Wingdings" pitchFamily="2" charset="2"/>
              <a:buNone/>
            </a:pPr>
            <a:r>
              <a:rPr lang="en-US" altLang="zh-CN" sz="2800" dirty="0" smtClean="0"/>
              <a:t>   </a:t>
            </a:r>
            <a:r>
              <a:rPr lang="en-US" altLang="zh-CN" sz="2800" dirty="0" err="1" smtClean="0">
                <a:solidFill>
                  <a:srgbClr val="FF0000"/>
                </a:solidFill>
              </a:rPr>
              <a:t>int</a:t>
            </a:r>
            <a:r>
              <a:rPr lang="en-US" altLang="zh-CN" sz="2800" dirty="0" smtClean="0">
                <a:solidFill>
                  <a:srgbClr val="FF0000"/>
                </a:solidFill>
              </a:rPr>
              <a:t> *</a:t>
            </a:r>
            <a:r>
              <a:rPr lang="en-US" altLang="zh-CN" sz="2800" dirty="0" smtClean="0"/>
              <a:t>pointer_1, </a:t>
            </a:r>
            <a:r>
              <a:rPr lang="en-US" altLang="zh-CN" sz="2800" dirty="0" smtClean="0">
                <a:solidFill>
                  <a:srgbClr val="FF0000"/>
                </a:solidFill>
              </a:rPr>
              <a:t>*</a:t>
            </a:r>
            <a:r>
              <a:rPr lang="en-US" altLang="zh-CN" sz="2800" dirty="0" smtClean="0"/>
              <a:t>pointer_2; </a:t>
            </a:r>
            <a:endParaRPr lang="zh-CN" altLang="zh-CN" sz="2800" dirty="0" smtClean="0"/>
          </a:p>
          <a:p>
            <a:pPr>
              <a:lnSpc>
                <a:spcPct val="100000"/>
              </a:lnSpc>
              <a:buFont typeface="Wingdings" pitchFamily="2" charset="2"/>
              <a:buNone/>
            </a:pPr>
            <a:r>
              <a:rPr lang="en-US" altLang="zh-CN" sz="2800" dirty="0" smtClean="0"/>
              <a:t>   </a:t>
            </a:r>
            <a:r>
              <a:rPr lang="en-US" altLang="zh-CN" sz="2800" dirty="0" smtClean="0">
                <a:solidFill>
                  <a:srgbClr val="00B050"/>
                </a:solidFill>
              </a:rPr>
              <a:t>pointer_1</a:t>
            </a:r>
            <a:r>
              <a:rPr lang="en-US" altLang="zh-CN" sz="2800" dirty="0" smtClean="0"/>
              <a:t>=&amp;a; </a:t>
            </a:r>
            <a:endParaRPr lang="zh-CN" altLang="zh-CN" sz="2800" dirty="0" smtClean="0"/>
          </a:p>
          <a:p>
            <a:pPr>
              <a:lnSpc>
                <a:spcPct val="100000"/>
              </a:lnSpc>
              <a:buFont typeface="Wingdings" pitchFamily="2" charset="2"/>
              <a:buNone/>
            </a:pPr>
            <a:r>
              <a:rPr lang="en-US" altLang="zh-CN" sz="2800" dirty="0" smtClean="0"/>
              <a:t>   </a:t>
            </a:r>
            <a:r>
              <a:rPr lang="en-US" altLang="zh-CN" sz="2800" dirty="0" smtClean="0">
                <a:solidFill>
                  <a:srgbClr val="00B050"/>
                </a:solidFill>
              </a:rPr>
              <a:t>pointer_2</a:t>
            </a:r>
            <a:r>
              <a:rPr lang="en-US" altLang="zh-CN" sz="2800" dirty="0" smtClean="0"/>
              <a:t>=&amp;b;  </a:t>
            </a:r>
            <a:endParaRPr lang="zh-CN" altLang="zh-CN" sz="2800" dirty="0" smtClean="0"/>
          </a:p>
          <a:p>
            <a:pPr>
              <a:lnSpc>
                <a:spcPct val="100000"/>
              </a:lnSpc>
              <a:buFont typeface="Wingdings" pitchFamily="2" charset="2"/>
              <a:buNone/>
            </a:pPr>
            <a:r>
              <a:rPr lang="en-US" altLang="zh-CN" sz="2800" dirty="0" smtClean="0"/>
              <a:t>   </a:t>
            </a:r>
            <a:r>
              <a:rPr lang="en-US" altLang="zh-CN" sz="2800" dirty="0" err="1" smtClean="0"/>
              <a:t>printf</a:t>
            </a:r>
            <a:r>
              <a:rPr lang="en-US" altLang="zh-CN" sz="2800" dirty="0" smtClean="0"/>
              <a:t>(“a=%</a:t>
            </a:r>
            <a:r>
              <a:rPr lang="en-US" altLang="zh-CN" sz="2800" dirty="0" err="1" smtClean="0"/>
              <a:t>d,b</a:t>
            </a:r>
            <a:r>
              <a:rPr lang="en-US" altLang="zh-CN" sz="2800" dirty="0" smtClean="0"/>
              <a:t>=%d\n”,</a:t>
            </a:r>
            <a:r>
              <a:rPr lang="en-US" altLang="zh-CN" sz="2800" dirty="0" err="1" smtClean="0"/>
              <a:t>a,b</a:t>
            </a:r>
            <a:r>
              <a:rPr lang="en-US" altLang="zh-CN" sz="2800" dirty="0" smtClean="0"/>
              <a:t>); </a:t>
            </a:r>
            <a:endParaRPr lang="zh-CN" altLang="zh-CN" sz="2800" dirty="0" smtClean="0"/>
          </a:p>
          <a:p>
            <a:pPr>
              <a:lnSpc>
                <a:spcPct val="100000"/>
              </a:lnSpc>
              <a:buFont typeface="Wingdings" pitchFamily="2" charset="2"/>
              <a:buNone/>
            </a:pPr>
            <a:r>
              <a:rPr lang="en-US" altLang="zh-CN" sz="2800" dirty="0" smtClean="0"/>
              <a:t>   </a:t>
            </a:r>
            <a:r>
              <a:rPr lang="en-US" altLang="zh-CN" sz="2800" dirty="0" err="1" smtClean="0"/>
              <a:t>printf</a:t>
            </a:r>
            <a:r>
              <a:rPr lang="en-US" altLang="zh-CN" sz="2800" dirty="0" smtClean="0"/>
              <a:t>(“*pointer_1=%d,*pointer_2=</a:t>
            </a:r>
          </a:p>
          <a:p>
            <a:pPr>
              <a:lnSpc>
                <a:spcPct val="100000"/>
              </a:lnSpc>
              <a:buFont typeface="Wingdings" pitchFamily="2" charset="2"/>
              <a:buNone/>
            </a:pPr>
            <a:r>
              <a:rPr lang="en-US" altLang="zh-CN" sz="2800" dirty="0" smtClean="0"/>
              <a:t>             %d\n”,</a:t>
            </a:r>
            <a:r>
              <a:rPr lang="en-US" altLang="zh-CN" sz="2800" dirty="0" smtClean="0">
                <a:solidFill>
                  <a:srgbClr val="9D138D"/>
                </a:solidFill>
              </a:rPr>
              <a:t>*pointer_1</a:t>
            </a:r>
            <a:r>
              <a:rPr lang="en-US" altLang="zh-CN" sz="2800" dirty="0" smtClean="0"/>
              <a:t>,</a:t>
            </a:r>
            <a:r>
              <a:rPr lang="en-US" altLang="zh-CN" sz="2800" dirty="0" smtClean="0">
                <a:solidFill>
                  <a:srgbClr val="9D138D"/>
                </a:solidFill>
              </a:rPr>
              <a:t>*pointer_2</a:t>
            </a:r>
            <a:r>
              <a:rPr lang="en-US" altLang="zh-CN" sz="2800" dirty="0" smtClean="0"/>
              <a:t>); </a:t>
            </a:r>
            <a:endParaRPr lang="zh-CN" altLang="zh-CN" sz="2800" dirty="0" smtClean="0"/>
          </a:p>
          <a:p>
            <a:pPr>
              <a:lnSpc>
                <a:spcPct val="100000"/>
              </a:lnSpc>
              <a:buFont typeface="Wingdings" pitchFamily="2" charset="2"/>
              <a:buNone/>
            </a:pPr>
            <a:r>
              <a:rPr lang="en-US" altLang="zh-CN" sz="2800" dirty="0" smtClean="0"/>
              <a:t>   return 0;</a:t>
            </a:r>
            <a:endParaRPr lang="zh-CN" altLang="zh-CN" sz="2800" dirty="0" smtClean="0"/>
          </a:p>
          <a:p>
            <a:pPr>
              <a:lnSpc>
                <a:spcPct val="100000"/>
              </a:lnSpc>
              <a:buFont typeface="Wingdings" pitchFamily="2" charset="2"/>
              <a:buNone/>
            </a:pPr>
            <a:r>
              <a:rPr lang="en-US" altLang="zh-CN" sz="2800" dirty="0" smtClean="0"/>
              <a:t>}</a:t>
            </a:r>
            <a:endParaRPr lang="zh-CN" altLang="zh-CN" sz="2800" dirty="0" smtClean="0"/>
          </a:p>
          <a:p>
            <a:pPr>
              <a:lnSpc>
                <a:spcPct val="100000"/>
              </a:lnSpc>
              <a:buFont typeface="Wingdings" pitchFamily="2" charset="2"/>
              <a:buNone/>
            </a:pPr>
            <a:endParaRPr lang="zh-CN" altLang="en-US" sz="2800" dirty="0" smtClean="0"/>
          </a:p>
        </p:txBody>
      </p:sp>
      <p:pic>
        <p:nvPicPr>
          <p:cNvPr id="19459" name="图片 8" descr="Untitled2.png">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429625" y="6143625"/>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圆角矩形标注 9"/>
          <p:cNvSpPr>
            <a:spLocks noChangeArrowheads="1"/>
          </p:cNvSpPr>
          <p:nvPr/>
        </p:nvSpPr>
        <p:spPr bwMode="auto">
          <a:xfrm>
            <a:off x="4572000" y="642938"/>
            <a:ext cx="4032250" cy="1143000"/>
          </a:xfrm>
          <a:prstGeom prst="wedgeRoundRectCallout">
            <a:avLst>
              <a:gd name="adj1" fmla="val -61259"/>
              <a:gd name="adj2" fmla="val 93056"/>
              <a:gd name="adj3" fmla="val 16667"/>
            </a:avLst>
          </a:prstGeom>
          <a:solidFill>
            <a:srgbClr val="FFFFCC"/>
          </a:solidFill>
          <a:ln w="9525" algn="ctr">
            <a:solidFill>
              <a:schemeClr val="tx1"/>
            </a:solidFill>
            <a:miter lim="800000"/>
            <a:headEnd/>
            <a:tailEnd/>
          </a:ln>
        </p:spPr>
        <p:txBody>
          <a:bodyPr/>
          <a:lstStyle/>
          <a:p>
            <a:r>
              <a:rPr lang="zh-CN" altLang="en-US" sz="2800" b="1" dirty="0">
                <a:latin typeface="黑体" pitchFamily="49" charset="-122"/>
                <a:ea typeface="黑体" pitchFamily="49" charset="-122"/>
              </a:rPr>
              <a:t>此处</a:t>
            </a:r>
            <a:r>
              <a:rPr lang="en-US" altLang="zh-CN" sz="3200" b="1" dirty="0">
                <a:solidFill>
                  <a:srgbClr val="FF0000"/>
                </a:solidFill>
                <a:latin typeface="黑体" pitchFamily="49" charset="-122"/>
                <a:ea typeface="黑体" pitchFamily="49" charset="-122"/>
              </a:rPr>
              <a:t>*</a:t>
            </a:r>
            <a:r>
              <a:rPr lang="zh-CN" altLang="en-US" sz="2800" b="1" dirty="0">
                <a:latin typeface="黑体" pitchFamily="49" charset="-122"/>
                <a:ea typeface="黑体" pitchFamily="49" charset="-122"/>
              </a:rPr>
              <a:t>与</a:t>
            </a:r>
            <a:r>
              <a:rPr lang="zh-CN" altLang="en-US" sz="2800" b="1" dirty="0">
                <a:solidFill>
                  <a:srgbClr val="FF0000"/>
                </a:solidFill>
                <a:latin typeface="黑体" pitchFamily="49" charset="-122"/>
                <a:ea typeface="黑体" pitchFamily="49" charset="-122"/>
              </a:rPr>
              <a:t>类型名</a:t>
            </a:r>
            <a:r>
              <a:rPr lang="zh-CN" altLang="en-US" sz="2800" b="1" dirty="0">
                <a:latin typeface="黑体" pitchFamily="49" charset="-122"/>
                <a:ea typeface="黑体" pitchFamily="49" charset="-122"/>
              </a:rPr>
              <a:t>在一起。此时共同定义指针变量</a:t>
            </a:r>
          </a:p>
        </p:txBody>
      </p:sp>
      <p:sp>
        <p:nvSpPr>
          <p:cNvPr id="11" name="椭圆 10"/>
          <p:cNvSpPr>
            <a:spLocks noChangeArrowheads="1"/>
          </p:cNvSpPr>
          <p:nvPr/>
        </p:nvSpPr>
        <p:spPr bwMode="auto">
          <a:xfrm>
            <a:off x="1071562" y="2143125"/>
            <a:ext cx="428625" cy="571500"/>
          </a:xfrm>
          <a:prstGeom prst="ellipse">
            <a:avLst/>
          </a:prstGeom>
          <a:noFill/>
          <a:ln w="38100" algn="ctr">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12" name="椭圆 11"/>
          <p:cNvSpPr>
            <a:spLocks noChangeArrowheads="1"/>
          </p:cNvSpPr>
          <p:nvPr/>
        </p:nvSpPr>
        <p:spPr bwMode="auto">
          <a:xfrm>
            <a:off x="3028582" y="2214563"/>
            <a:ext cx="428625" cy="571500"/>
          </a:xfrm>
          <a:prstGeom prst="ellipse">
            <a:avLst/>
          </a:prstGeom>
          <a:noFill/>
          <a:ln w="38100" algn="ctr">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13" name="椭圆 12"/>
          <p:cNvSpPr>
            <a:spLocks noChangeArrowheads="1"/>
          </p:cNvSpPr>
          <p:nvPr/>
        </p:nvSpPr>
        <p:spPr bwMode="auto">
          <a:xfrm>
            <a:off x="2718095" y="4786313"/>
            <a:ext cx="357188" cy="571500"/>
          </a:xfrm>
          <a:prstGeom prst="ellipse">
            <a:avLst/>
          </a:prstGeom>
          <a:noFill/>
          <a:ln w="38100" algn="ctr">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14" name="椭圆 13"/>
          <p:cNvSpPr>
            <a:spLocks noChangeArrowheads="1"/>
          </p:cNvSpPr>
          <p:nvPr/>
        </p:nvSpPr>
        <p:spPr bwMode="auto">
          <a:xfrm>
            <a:off x="4530844" y="4786313"/>
            <a:ext cx="357187" cy="571500"/>
          </a:xfrm>
          <a:prstGeom prst="ellipse">
            <a:avLst/>
          </a:prstGeom>
          <a:noFill/>
          <a:ln w="38100" algn="ctr">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15" name="圆角矩形标注 14"/>
          <p:cNvSpPr>
            <a:spLocks noChangeArrowheads="1"/>
          </p:cNvSpPr>
          <p:nvPr/>
        </p:nvSpPr>
        <p:spPr bwMode="auto">
          <a:xfrm>
            <a:off x="2928938" y="5589588"/>
            <a:ext cx="5357812" cy="1143000"/>
          </a:xfrm>
          <a:prstGeom prst="wedgeRoundRectCallout">
            <a:avLst>
              <a:gd name="adj1" fmla="val 6440"/>
              <a:gd name="adj2" fmla="val -70278"/>
              <a:gd name="adj3" fmla="val 16667"/>
            </a:avLst>
          </a:prstGeom>
          <a:solidFill>
            <a:srgbClr val="FFFFCC"/>
          </a:solidFill>
          <a:ln w="9525" algn="ctr">
            <a:solidFill>
              <a:schemeClr val="tx1"/>
            </a:solidFill>
            <a:miter lim="800000"/>
            <a:headEnd/>
            <a:tailEnd/>
          </a:ln>
        </p:spPr>
        <p:txBody>
          <a:bodyPr/>
          <a:lstStyle/>
          <a:p>
            <a:r>
              <a:rPr lang="zh-CN" altLang="en-US" sz="2800" b="1" dirty="0">
                <a:latin typeface="黑体" pitchFamily="49" charset="-122"/>
                <a:ea typeface="黑体" pitchFamily="49" charset="-122"/>
              </a:rPr>
              <a:t>此处</a:t>
            </a:r>
            <a:r>
              <a:rPr lang="en-US" altLang="zh-CN" sz="2800" b="1" dirty="0">
                <a:latin typeface="黑体" pitchFamily="49" charset="-122"/>
                <a:ea typeface="黑体" pitchFamily="49" charset="-122"/>
              </a:rPr>
              <a:t>*</a:t>
            </a:r>
            <a:r>
              <a:rPr lang="zh-CN" altLang="en-US" sz="2800" b="1" dirty="0">
                <a:latin typeface="黑体" pitchFamily="49" charset="-122"/>
                <a:ea typeface="黑体" pitchFamily="49" charset="-122"/>
              </a:rPr>
              <a:t>与指针变量一起使用。此时</a:t>
            </a:r>
            <a:r>
              <a:rPr lang="zh-CN" altLang="zh-CN" sz="2800" b="1" dirty="0">
                <a:latin typeface="黑体" pitchFamily="49" charset="-122"/>
                <a:ea typeface="黑体" pitchFamily="49" charset="-122"/>
              </a:rPr>
              <a:t>代表指针变量所指向的</a:t>
            </a:r>
            <a:r>
              <a:rPr lang="zh-CN" altLang="zh-CN" sz="2800" b="1" dirty="0" smtClean="0">
                <a:latin typeface="黑体" pitchFamily="49" charset="-122"/>
                <a:ea typeface="黑体" pitchFamily="49" charset="-122"/>
              </a:rPr>
              <a:t>变量</a:t>
            </a:r>
            <a:r>
              <a:rPr lang="zh-CN" altLang="en-US" sz="2800" b="1" dirty="0" smtClean="0">
                <a:latin typeface="黑体" pitchFamily="49" charset="-122"/>
                <a:ea typeface="黑体" pitchFamily="49" charset="-122"/>
              </a:rPr>
              <a:t>。</a:t>
            </a:r>
            <a:endParaRPr lang="zh-CN" altLang="en-US" sz="2800" b="1" dirty="0">
              <a:latin typeface="黑体" pitchFamily="49" charset="-122"/>
              <a:ea typeface="黑体" pitchFamily="49" charset="-122"/>
            </a:endParaRPr>
          </a:p>
        </p:txBody>
      </p:sp>
    </p:spTree>
    <p:extLst>
      <p:ext uri="{BB962C8B-B14F-4D97-AF65-F5344CB8AC3E}">
        <p14:creationId xmlns:p14="http://schemas.microsoft.com/office/powerpoint/2010/main" val="424005023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5" presetClass="entr" presetSubtype="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p:cTn id="7" dur="1000" fill="hold"/>
                                        <p:tgtEl>
                                          <p:spTgt spid="11"/>
                                        </p:tgtEl>
                                        <p:attrNameLst>
                                          <p:attrName>ppt_w</p:attrName>
                                        </p:attrNameLst>
                                      </p:cBhvr>
                                      <p:tavLst>
                                        <p:tav tm="0">
                                          <p:val>
                                            <p:fltVal val="0"/>
                                          </p:val>
                                        </p:tav>
                                        <p:tav tm="100000">
                                          <p:val>
                                            <p:strVal val="#ppt_w"/>
                                          </p:val>
                                        </p:tav>
                                      </p:tavLst>
                                    </p:anim>
                                    <p:anim calcmode="lin" valueType="num">
                                      <p:cBhvr>
                                        <p:cTn id="8" dur="1000" fill="hold"/>
                                        <p:tgtEl>
                                          <p:spTgt spid="11"/>
                                        </p:tgtEl>
                                        <p:attrNameLst>
                                          <p:attrName>ppt_h</p:attrName>
                                        </p:attrNameLst>
                                      </p:cBhvr>
                                      <p:tavLst>
                                        <p:tav tm="0">
                                          <p:val>
                                            <p:fltVal val="0"/>
                                          </p:val>
                                        </p:tav>
                                        <p:tav tm="100000">
                                          <p:val>
                                            <p:strVal val="#ppt_h"/>
                                          </p:val>
                                        </p:tav>
                                      </p:tavLst>
                                    </p:anim>
                                    <p:anim calcmode="lin" valueType="num">
                                      <p:cBhvr>
                                        <p:cTn id="9" dur="1000" fill="hold"/>
                                        <p:tgtEl>
                                          <p:spTgt spid="11"/>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11"/>
                                        </p:tgtEl>
                                        <p:attrNameLst>
                                          <p:attrName>ppt_y</p:attrName>
                                        </p:attrNameLst>
                                      </p:cBhvr>
                                      <p:tavLst>
                                        <p:tav tm="0" fmla="#ppt_y+(sin(-2*pi*(1-$))*-#ppt_x+cos(-2*pi*(1-$))*(1-#ppt_y))*(1-$)">
                                          <p:val>
                                            <p:fltVal val="0"/>
                                          </p:val>
                                        </p:tav>
                                        <p:tav tm="100000">
                                          <p:val>
                                            <p:fltVal val="1"/>
                                          </p:val>
                                        </p:tav>
                                      </p:tavLst>
                                    </p:anim>
                                  </p:childTnLst>
                                </p:cTn>
                              </p:par>
                            </p:childTnLst>
                          </p:cTn>
                        </p:par>
                        <p:par>
                          <p:cTn id="11" fill="hold" nodeType="afterGroup">
                            <p:stCondLst>
                              <p:cond delay="1000"/>
                            </p:stCondLst>
                            <p:childTnLst>
                              <p:par>
                                <p:cTn id="12" presetID="15" presetClass="entr" presetSubtype="0" fill="hold" grpId="0" nodeType="afterEffect">
                                  <p:stCondLst>
                                    <p:cond delay="0"/>
                                  </p:stCondLst>
                                  <p:childTnLst>
                                    <p:set>
                                      <p:cBhvr>
                                        <p:cTn id="13" dur="1" fill="hold">
                                          <p:stCondLst>
                                            <p:cond delay="0"/>
                                          </p:stCondLst>
                                        </p:cTn>
                                        <p:tgtEl>
                                          <p:spTgt spid="12"/>
                                        </p:tgtEl>
                                        <p:attrNameLst>
                                          <p:attrName>style.visibility</p:attrName>
                                        </p:attrNameLst>
                                      </p:cBhvr>
                                      <p:to>
                                        <p:strVal val="visible"/>
                                      </p:to>
                                    </p:set>
                                    <p:anim calcmode="lin" valueType="num">
                                      <p:cBhvr>
                                        <p:cTn id="14" dur="1000" fill="hold"/>
                                        <p:tgtEl>
                                          <p:spTgt spid="12"/>
                                        </p:tgtEl>
                                        <p:attrNameLst>
                                          <p:attrName>ppt_w</p:attrName>
                                        </p:attrNameLst>
                                      </p:cBhvr>
                                      <p:tavLst>
                                        <p:tav tm="0">
                                          <p:val>
                                            <p:fltVal val="0"/>
                                          </p:val>
                                        </p:tav>
                                        <p:tav tm="100000">
                                          <p:val>
                                            <p:strVal val="#ppt_w"/>
                                          </p:val>
                                        </p:tav>
                                      </p:tavLst>
                                    </p:anim>
                                    <p:anim calcmode="lin" valueType="num">
                                      <p:cBhvr>
                                        <p:cTn id="15" dur="1000" fill="hold"/>
                                        <p:tgtEl>
                                          <p:spTgt spid="12"/>
                                        </p:tgtEl>
                                        <p:attrNameLst>
                                          <p:attrName>ppt_h</p:attrName>
                                        </p:attrNameLst>
                                      </p:cBhvr>
                                      <p:tavLst>
                                        <p:tav tm="0">
                                          <p:val>
                                            <p:fltVal val="0"/>
                                          </p:val>
                                        </p:tav>
                                        <p:tav tm="100000">
                                          <p:val>
                                            <p:strVal val="#ppt_h"/>
                                          </p:val>
                                        </p:tav>
                                      </p:tavLst>
                                    </p:anim>
                                    <p:anim calcmode="lin" valueType="num">
                                      <p:cBhvr>
                                        <p:cTn id="16" dur="1000" fill="hold"/>
                                        <p:tgtEl>
                                          <p:spTgt spid="12"/>
                                        </p:tgtEl>
                                        <p:attrNameLst>
                                          <p:attrName>ppt_x</p:attrName>
                                        </p:attrNameLst>
                                      </p:cBhvr>
                                      <p:tavLst>
                                        <p:tav tm="0" fmla="#ppt_x+(cos(-2*pi*(1-$))*-#ppt_x-sin(-2*pi*(1-$))*(1-#ppt_y))*(1-$)">
                                          <p:val>
                                            <p:fltVal val="0"/>
                                          </p:val>
                                        </p:tav>
                                        <p:tav tm="100000">
                                          <p:val>
                                            <p:fltVal val="1"/>
                                          </p:val>
                                        </p:tav>
                                      </p:tavLst>
                                    </p:anim>
                                    <p:anim calcmode="lin" valueType="num">
                                      <p:cBhvr>
                                        <p:cTn id="17" dur="1000" fill="hold"/>
                                        <p:tgtEl>
                                          <p:spTgt spid="12"/>
                                        </p:tgtEl>
                                        <p:attrNameLst>
                                          <p:attrName>ppt_y</p:attrName>
                                        </p:attrNameLst>
                                      </p:cBhvr>
                                      <p:tavLst>
                                        <p:tav tm="0" fmla="#ppt_y+(sin(-2*pi*(1-$))*-#ppt_x+cos(-2*pi*(1-$))*(1-#ppt_y))*(1-$)">
                                          <p:val>
                                            <p:fltVal val="0"/>
                                          </p:val>
                                        </p:tav>
                                        <p:tav tm="100000">
                                          <p:val>
                                            <p:fltVal val="1"/>
                                          </p:val>
                                        </p:tav>
                                      </p:tavLst>
                                    </p:anim>
                                  </p:childTnLst>
                                </p:cTn>
                              </p:par>
                            </p:childTnLst>
                          </p:cTn>
                        </p:par>
                        <p:par>
                          <p:cTn id="18" fill="hold" nodeType="afterGroup">
                            <p:stCondLst>
                              <p:cond delay="2000"/>
                            </p:stCondLst>
                            <p:childTnLst>
                              <p:par>
                                <p:cTn id="19" presetID="3" presetClass="entr" presetSubtype="10" fill="hold" grpId="0" nodeType="after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blinds(horizontal)">
                                      <p:cBhvr>
                                        <p:cTn id="21" dur="500"/>
                                        <p:tgtEl>
                                          <p:spTgt spid="10"/>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15" presetClass="entr" presetSubtype="0" fill="hold" grpId="0" nodeType="clickEffect">
                                  <p:stCondLst>
                                    <p:cond delay="0"/>
                                  </p:stCondLst>
                                  <p:childTnLst>
                                    <p:set>
                                      <p:cBhvr>
                                        <p:cTn id="25" dur="1" fill="hold">
                                          <p:stCondLst>
                                            <p:cond delay="0"/>
                                          </p:stCondLst>
                                        </p:cTn>
                                        <p:tgtEl>
                                          <p:spTgt spid="13"/>
                                        </p:tgtEl>
                                        <p:attrNameLst>
                                          <p:attrName>style.visibility</p:attrName>
                                        </p:attrNameLst>
                                      </p:cBhvr>
                                      <p:to>
                                        <p:strVal val="visible"/>
                                      </p:to>
                                    </p:set>
                                    <p:anim calcmode="lin" valueType="num">
                                      <p:cBhvr>
                                        <p:cTn id="26" dur="1000" fill="hold"/>
                                        <p:tgtEl>
                                          <p:spTgt spid="13"/>
                                        </p:tgtEl>
                                        <p:attrNameLst>
                                          <p:attrName>ppt_w</p:attrName>
                                        </p:attrNameLst>
                                      </p:cBhvr>
                                      <p:tavLst>
                                        <p:tav tm="0">
                                          <p:val>
                                            <p:fltVal val="0"/>
                                          </p:val>
                                        </p:tav>
                                        <p:tav tm="100000">
                                          <p:val>
                                            <p:strVal val="#ppt_w"/>
                                          </p:val>
                                        </p:tav>
                                      </p:tavLst>
                                    </p:anim>
                                    <p:anim calcmode="lin" valueType="num">
                                      <p:cBhvr>
                                        <p:cTn id="27" dur="1000" fill="hold"/>
                                        <p:tgtEl>
                                          <p:spTgt spid="13"/>
                                        </p:tgtEl>
                                        <p:attrNameLst>
                                          <p:attrName>ppt_h</p:attrName>
                                        </p:attrNameLst>
                                      </p:cBhvr>
                                      <p:tavLst>
                                        <p:tav tm="0">
                                          <p:val>
                                            <p:fltVal val="0"/>
                                          </p:val>
                                        </p:tav>
                                        <p:tav tm="100000">
                                          <p:val>
                                            <p:strVal val="#ppt_h"/>
                                          </p:val>
                                        </p:tav>
                                      </p:tavLst>
                                    </p:anim>
                                    <p:anim calcmode="lin" valueType="num">
                                      <p:cBhvr>
                                        <p:cTn id="28" dur="1000" fill="hold"/>
                                        <p:tgtEl>
                                          <p:spTgt spid="13"/>
                                        </p:tgtEl>
                                        <p:attrNameLst>
                                          <p:attrName>ppt_x</p:attrName>
                                        </p:attrNameLst>
                                      </p:cBhvr>
                                      <p:tavLst>
                                        <p:tav tm="0" fmla="#ppt_x+(cos(-2*pi*(1-$))*-#ppt_x-sin(-2*pi*(1-$))*(1-#ppt_y))*(1-$)">
                                          <p:val>
                                            <p:fltVal val="0"/>
                                          </p:val>
                                        </p:tav>
                                        <p:tav tm="100000">
                                          <p:val>
                                            <p:fltVal val="1"/>
                                          </p:val>
                                        </p:tav>
                                      </p:tavLst>
                                    </p:anim>
                                    <p:anim calcmode="lin" valueType="num">
                                      <p:cBhvr>
                                        <p:cTn id="29" dur="1000" fill="hold"/>
                                        <p:tgtEl>
                                          <p:spTgt spid="13"/>
                                        </p:tgtEl>
                                        <p:attrNameLst>
                                          <p:attrName>ppt_y</p:attrName>
                                        </p:attrNameLst>
                                      </p:cBhvr>
                                      <p:tavLst>
                                        <p:tav tm="0" fmla="#ppt_y+(sin(-2*pi*(1-$))*-#ppt_x+cos(-2*pi*(1-$))*(1-#ppt_y))*(1-$)">
                                          <p:val>
                                            <p:fltVal val="0"/>
                                          </p:val>
                                        </p:tav>
                                        <p:tav tm="100000">
                                          <p:val>
                                            <p:fltVal val="1"/>
                                          </p:val>
                                        </p:tav>
                                      </p:tavLst>
                                    </p:anim>
                                  </p:childTnLst>
                                </p:cTn>
                              </p:par>
                            </p:childTnLst>
                          </p:cTn>
                        </p:par>
                        <p:par>
                          <p:cTn id="30" fill="hold" nodeType="afterGroup">
                            <p:stCondLst>
                              <p:cond delay="1000"/>
                            </p:stCondLst>
                            <p:childTnLst>
                              <p:par>
                                <p:cTn id="31" presetID="15" presetClass="entr" presetSubtype="0" fill="hold" grpId="0" nodeType="afterEffect">
                                  <p:stCondLst>
                                    <p:cond delay="0"/>
                                  </p:stCondLst>
                                  <p:childTnLst>
                                    <p:set>
                                      <p:cBhvr>
                                        <p:cTn id="32" dur="1" fill="hold">
                                          <p:stCondLst>
                                            <p:cond delay="0"/>
                                          </p:stCondLst>
                                        </p:cTn>
                                        <p:tgtEl>
                                          <p:spTgt spid="14"/>
                                        </p:tgtEl>
                                        <p:attrNameLst>
                                          <p:attrName>style.visibility</p:attrName>
                                        </p:attrNameLst>
                                      </p:cBhvr>
                                      <p:to>
                                        <p:strVal val="visible"/>
                                      </p:to>
                                    </p:set>
                                    <p:anim calcmode="lin" valueType="num">
                                      <p:cBhvr>
                                        <p:cTn id="33" dur="1000" fill="hold"/>
                                        <p:tgtEl>
                                          <p:spTgt spid="14"/>
                                        </p:tgtEl>
                                        <p:attrNameLst>
                                          <p:attrName>ppt_w</p:attrName>
                                        </p:attrNameLst>
                                      </p:cBhvr>
                                      <p:tavLst>
                                        <p:tav tm="0">
                                          <p:val>
                                            <p:fltVal val="0"/>
                                          </p:val>
                                        </p:tav>
                                        <p:tav tm="100000">
                                          <p:val>
                                            <p:strVal val="#ppt_w"/>
                                          </p:val>
                                        </p:tav>
                                      </p:tavLst>
                                    </p:anim>
                                    <p:anim calcmode="lin" valueType="num">
                                      <p:cBhvr>
                                        <p:cTn id="34" dur="1000" fill="hold"/>
                                        <p:tgtEl>
                                          <p:spTgt spid="14"/>
                                        </p:tgtEl>
                                        <p:attrNameLst>
                                          <p:attrName>ppt_h</p:attrName>
                                        </p:attrNameLst>
                                      </p:cBhvr>
                                      <p:tavLst>
                                        <p:tav tm="0">
                                          <p:val>
                                            <p:fltVal val="0"/>
                                          </p:val>
                                        </p:tav>
                                        <p:tav tm="100000">
                                          <p:val>
                                            <p:strVal val="#ppt_h"/>
                                          </p:val>
                                        </p:tav>
                                      </p:tavLst>
                                    </p:anim>
                                    <p:anim calcmode="lin" valueType="num">
                                      <p:cBhvr>
                                        <p:cTn id="35" dur="1000" fill="hold"/>
                                        <p:tgtEl>
                                          <p:spTgt spid="14"/>
                                        </p:tgtEl>
                                        <p:attrNameLst>
                                          <p:attrName>ppt_x</p:attrName>
                                        </p:attrNameLst>
                                      </p:cBhvr>
                                      <p:tavLst>
                                        <p:tav tm="0" fmla="#ppt_x+(cos(-2*pi*(1-$))*-#ppt_x-sin(-2*pi*(1-$))*(1-#ppt_y))*(1-$)">
                                          <p:val>
                                            <p:fltVal val="0"/>
                                          </p:val>
                                        </p:tav>
                                        <p:tav tm="100000">
                                          <p:val>
                                            <p:fltVal val="1"/>
                                          </p:val>
                                        </p:tav>
                                      </p:tavLst>
                                    </p:anim>
                                    <p:anim calcmode="lin" valueType="num">
                                      <p:cBhvr>
                                        <p:cTn id="36" dur="1000" fill="hold"/>
                                        <p:tgtEl>
                                          <p:spTgt spid="14"/>
                                        </p:tgtEl>
                                        <p:attrNameLst>
                                          <p:attrName>ppt_y</p:attrName>
                                        </p:attrNameLst>
                                      </p:cBhvr>
                                      <p:tavLst>
                                        <p:tav tm="0" fmla="#ppt_y+(sin(-2*pi*(1-$))*-#ppt_x+cos(-2*pi*(1-$))*(1-#ppt_y))*(1-$)">
                                          <p:val>
                                            <p:fltVal val="0"/>
                                          </p:val>
                                        </p:tav>
                                        <p:tav tm="100000">
                                          <p:val>
                                            <p:fltVal val="1"/>
                                          </p:val>
                                        </p:tav>
                                      </p:tavLst>
                                    </p:anim>
                                  </p:childTnLst>
                                </p:cTn>
                              </p:par>
                            </p:childTnLst>
                          </p:cTn>
                        </p:par>
                        <p:par>
                          <p:cTn id="37" fill="hold" nodeType="afterGroup">
                            <p:stCondLst>
                              <p:cond delay="2000"/>
                            </p:stCondLst>
                            <p:childTnLst>
                              <p:par>
                                <p:cTn id="38" presetID="3" presetClass="entr" presetSubtype="10" fill="hold" grpId="0" nodeType="after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blinds(horizontal)">
                                      <p:cBhvr>
                                        <p:cTn id="40"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3" grpId="0" animBg="1"/>
      <p:bldP spid="14" grpId="0" animBg="1"/>
      <p:bldP spid="15" grpId="0" animBg="1"/>
    </p:bldLst>
  </p:timing>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42" name="Rectangle 2"/>
          <p:cNvSpPr>
            <a:spLocks noGrp="1" noChangeArrowheads="1"/>
          </p:cNvSpPr>
          <p:nvPr>
            <p:ph type="title"/>
          </p:nvPr>
        </p:nvSpPr>
        <p:spPr>
          <a:xfrm>
            <a:off x="469900" y="548680"/>
            <a:ext cx="8429625" cy="769937"/>
          </a:xfrm>
          <a:effectLst/>
        </p:spPr>
        <p:txBody>
          <a:bodyPr anchor="ctr"/>
          <a:lstStyle/>
          <a:p>
            <a:pPr eaLnBrk="1" hangingPunct="1"/>
            <a:r>
              <a:rPr lang="en-US" altLang="zh-CN" sz="4000" b="1" dirty="0">
                <a:solidFill>
                  <a:schemeClr val="accent2"/>
                </a:solidFill>
                <a:latin typeface="黑体" panose="02010609060101010101" pitchFamily="49" charset="-122"/>
                <a:ea typeface="黑体" panose="02010609060101010101" pitchFamily="49" charset="-122"/>
              </a:rPr>
              <a:t>8.2.2 </a:t>
            </a:r>
            <a:r>
              <a:rPr lang="zh-CN" altLang="zh-CN" sz="4000" b="1" dirty="0">
                <a:solidFill>
                  <a:schemeClr val="accent2"/>
                </a:solidFill>
                <a:latin typeface="黑体" panose="02010609060101010101" pitchFamily="49" charset="-122"/>
                <a:ea typeface="黑体" panose="02010609060101010101" pitchFamily="49" charset="-122"/>
              </a:rPr>
              <a:t>怎样定义指针变量</a:t>
            </a:r>
            <a:endParaRPr lang="zh-CN" altLang="en-US" sz="4000" b="1" dirty="0">
              <a:solidFill>
                <a:schemeClr val="accent2"/>
              </a:solidFill>
              <a:latin typeface="黑体" panose="02010609060101010101" pitchFamily="49" charset="-122"/>
              <a:ea typeface="黑体" panose="02010609060101010101" pitchFamily="49" charset="-122"/>
            </a:endParaRPr>
          </a:p>
        </p:txBody>
      </p:sp>
      <p:sp>
        <p:nvSpPr>
          <p:cNvPr id="20483" name="Rectangle 3"/>
          <p:cNvSpPr>
            <a:spLocks noGrp="1" noChangeArrowheads="1"/>
          </p:cNvSpPr>
          <p:nvPr>
            <p:ph type="body" idx="1"/>
          </p:nvPr>
        </p:nvSpPr>
        <p:spPr>
          <a:xfrm>
            <a:off x="651232" y="1412776"/>
            <a:ext cx="8001000" cy="4500563"/>
          </a:xfrm>
        </p:spPr>
        <p:txBody>
          <a:bodyPr/>
          <a:lstStyle/>
          <a:p>
            <a:pPr marL="457200" indent="-457200">
              <a:buFont typeface="Wingdings" pitchFamily="2" charset="2"/>
              <a:buChar char="Ø"/>
            </a:pPr>
            <a:r>
              <a:rPr lang="zh-CN" altLang="zh-CN" sz="3200" dirty="0" smtClean="0">
                <a:latin typeface="黑体" pitchFamily="49" charset="-122"/>
                <a:ea typeface="黑体" pitchFamily="49" charset="-122"/>
              </a:rPr>
              <a:t>定义指针变量的一般形式为：</a:t>
            </a:r>
          </a:p>
          <a:p>
            <a:pPr>
              <a:buFont typeface="Wingdings" pitchFamily="2" charset="2"/>
              <a:buNone/>
            </a:pPr>
            <a:r>
              <a:rPr lang="en-US" altLang="zh-CN" sz="3200" dirty="0" smtClean="0">
                <a:latin typeface="黑体" pitchFamily="49" charset="-122"/>
                <a:ea typeface="黑体" pitchFamily="49" charset="-122"/>
              </a:rPr>
              <a:t>       </a:t>
            </a:r>
            <a:r>
              <a:rPr lang="zh-CN" altLang="zh-CN" sz="3200" dirty="0" smtClean="0">
                <a:solidFill>
                  <a:srgbClr val="00B050"/>
                </a:solidFill>
                <a:latin typeface="黑体" pitchFamily="49" charset="-122"/>
                <a:ea typeface="黑体" pitchFamily="49" charset="-122"/>
              </a:rPr>
              <a:t>类型  </a:t>
            </a:r>
            <a:r>
              <a:rPr lang="en-US" altLang="zh-CN" sz="3200" dirty="0" smtClean="0">
                <a:solidFill>
                  <a:srgbClr val="00B050"/>
                </a:solidFill>
                <a:latin typeface="黑体" pitchFamily="49" charset="-122"/>
                <a:ea typeface="黑体" pitchFamily="49" charset="-122"/>
              </a:rPr>
              <a:t>* </a:t>
            </a:r>
            <a:r>
              <a:rPr lang="zh-CN" altLang="zh-CN" sz="3200" dirty="0" smtClean="0">
                <a:solidFill>
                  <a:srgbClr val="00B050"/>
                </a:solidFill>
                <a:latin typeface="黑体" pitchFamily="49" charset="-122"/>
                <a:ea typeface="黑体" pitchFamily="49" charset="-122"/>
              </a:rPr>
              <a:t>指针变量名</a:t>
            </a:r>
            <a:r>
              <a:rPr lang="en-US" altLang="zh-CN" sz="3200" dirty="0" smtClean="0">
                <a:solidFill>
                  <a:srgbClr val="00B050"/>
                </a:solidFill>
                <a:latin typeface="黑体" pitchFamily="49" charset="-122"/>
                <a:ea typeface="黑体" pitchFamily="49" charset="-122"/>
              </a:rPr>
              <a:t>;</a:t>
            </a:r>
          </a:p>
          <a:p>
            <a:pPr lvl="1">
              <a:buFont typeface="Wingdings" pitchFamily="2" charset="2"/>
              <a:buNone/>
            </a:pPr>
            <a:r>
              <a:rPr lang="zh-CN" altLang="en-US" sz="2800" dirty="0" smtClean="0">
                <a:latin typeface="黑体" pitchFamily="49" charset="-122"/>
                <a:ea typeface="黑体" pitchFamily="49" charset="-122"/>
              </a:rPr>
              <a:t>如：</a:t>
            </a:r>
            <a:r>
              <a:rPr lang="en-US" altLang="zh-CN" sz="2800" dirty="0" err="1" smtClean="0">
                <a:latin typeface="黑体" pitchFamily="49" charset="-122"/>
                <a:ea typeface="黑体" pitchFamily="49" charset="-122"/>
              </a:rPr>
              <a:t>int</a:t>
            </a:r>
            <a:r>
              <a:rPr lang="en-US" altLang="zh-CN" sz="2800" dirty="0" smtClean="0">
                <a:latin typeface="黑体" pitchFamily="49" charset="-122"/>
                <a:ea typeface="黑体" pitchFamily="49" charset="-122"/>
              </a:rPr>
              <a:t> *pointer_1, *pointer_2;</a:t>
            </a:r>
          </a:p>
          <a:p>
            <a:pPr marL="457200" lvl="1" indent="-457200">
              <a:lnSpc>
                <a:spcPct val="150000"/>
              </a:lnSpc>
              <a:spcBef>
                <a:spcPts val="0"/>
              </a:spcBef>
              <a:buFont typeface="Wingdings" pitchFamily="2" charset="2"/>
              <a:buChar char="u"/>
            </a:pPr>
            <a:r>
              <a:rPr lang="en-US" altLang="zh-CN" sz="2800" dirty="0" err="1" smtClean="0">
                <a:latin typeface="黑体" pitchFamily="49" charset="-122"/>
                <a:ea typeface="黑体" pitchFamily="49" charset="-122"/>
              </a:rPr>
              <a:t>int</a:t>
            </a:r>
            <a:r>
              <a:rPr lang="zh-CN" altLang="zh-CN" sz="2800" dirty="0" smtClean="0">
                <a:latin typeface="黑体" pitchFamily="49" charset="-122"/>
                <a:ea typeface="黑体" pitchFamily="49" charset="-122"/>
              </a:rPr>
              <a:t>是</a:t>
            </a:r>
            <a:r>
              <a:rPr lang="zh-CN" altLang="en-US" sz="2800" dirty="0" smtClean="0">
                <a:latin typeface="黑体" pitchFamily="49" charset="-122"/>
                <a:ea typeface="黑体" pitchFamily="49" charset="-122"/>
              </a:rPr>
              <a:t>为</a:t>
            </a:r>
            <a:r>
              <a:rPr lang="zh-CN" altLang="zh-CN" sz="2800" dirty="0" smtClean="0">
                <a:latin typeface="黑体" pitchFamily="49" charset="-122"/>
                <a:ea typeface="黑体" pitchFamily="49" charset="-122"/>
              </a:rPr>
              <a:t>指针变量指定的“</a:t>
            </a:r>
            <a:r>
              <a:rPr lang="zh-CN" altLang="zh-CN" sz="2800" dirty="0" smtClean="0">
                <a:solidFill>
                  <a:srgbClr val="FF0000"/>
                </a:solidFill>
                <a:latin typeface="黑体" pitchFamily="49" charset="-122"/>
                <a:ea typeface="黑体" pitchFamily="49" charset="-122"/>
              </a:rPr>
              <a:t>基类型</a:t>
            </a:r>
            <a:r>
              <a:rPr lang="zh-CN" altLang="zh-CN" sz="2800" dirty="0" smtClean="0">
                <a:latin typeface="黑体" pitchFamily="49" charset="-122"/>
                <a:ea typeface="黑体" pitchFamily="49" charset="-122"/>
              </a:rPr>
              <a:t>”</a:t>
            </a:r>
            <a:r>
              <a:rPr lang="zh-CN" altLang="en-US" sz="2800" dirty="0" smtClean="0">
                <a:latin typeface="黑体" pitchFamily="49" charset="-122"/>
                <a:ea typeface="黑体" pitchFamily="49" charset="-122"/>
              </a:rPr>
              <a:t>。</a:t>
            </a:r>
            <a:endParaRPr lang="en-US" altLang="zh-CN" sz="2800" dirty="0" smtClean="0">
              <a:latin typeface="黑体" pitchFamily="49" charset="-122"/>
              <a:ea typeface="黑体" pitchFamily="49" charset="-122"/>
            </a:endParaRPr>
          </a:p>
          <a:p>
            <a:pPr marL="457200" lvl="1" indent="-457200">
              <a:lnSpc>
                <a:spcPct val="150000"/>
              </a:lnSpc>
              <a:spcBef>
                <a:spcPts val="0"/>
              </a:spcBef>
              <a:buFont typeface="Wingdings" pitchFamily="2" charset="2"/>
              <a:buChar char="u"/>
            </a:pPr>
            <a:r>
              <a:rPr lang="zh-CN" altLang="zh-CN" sz="2800" dirty="0" smtClean="0">
                <a:latin typeface="黑体" pitchFamily="49" charset="-122"/>
                <a:ea typeface="黑体" pitchFamily="49" charset="-122"/>
              </a:rPr>
              <a:t>基类型指定指针变量可指向的变量类型</a:t>
            </a:r>
            <a:r>
              <a:rPr lang="zh-CN" altLang="en-US" sz="2800" dirty="0" smtClean="0">
                <a:latin typeface="黑体" pitchFamily="49" charset="-122"/>
                <a:ea typeface="黑体" pitchFamily="49" charset="-122"/>
              </a:rPr>
              <a:t>。</a:t>
            </a:r>
            <a:endParaRPr lang="en-US" altLang="zh-CN" sz="2800" dirty="0" smtClean="0">
              <a:latin typeface="黑体" pitchFamily="49" charset="-122"/>
              <a:ea typeface="黑体" pitchFamily="49" charset="-122"/>
            </a:endParaRPr>
          </a:p>
          <a:p>
            <a:pPr marL="457200" lvl="1" indent="-457200">
              <a:lnSpc>
                <a:spcPct val="150000"/>
              </a:lnSpc>
              <a:spcBef>
                <a:spcPts val="0"/>
              </a:spcBef>
              <a:buFont typeface="Wingdings" pitchFamily="2" charset="2"/>
              <a:buChar char="u"/>
            </a:pPr>
            <a:r>
              <a:rPr lang="zh-CN" altLang="en-US" sz="2800" dirty="0" smtClean="0">
                <a:latin typeface="黑体" pitchFamily="49" charset="-122"/>
                <a:ea typeface="黑体" pitchFamily="49" charset="-122"/>
              </a:rPr>
              <a:t>如</a:t>
            </a:r>
            <a:r>
              <a:rPr lang="en-US" altLang="zh-CN" sz="2800" dirty="0" smtClean="0">
                <a:latin typeface="黑体" pitchFamily="49" charset="-122"/>
                <a:ea typeface="黑体" pitchFamily="49" charset="-122"/>
              </a:rPr>
              <a:t>pointer_1</a:t>
            </a:r>
            <a:r>
              <a:rPr lang="zh-CN" altLang="zh-CN" sz="2800" dirty="0" smtClean="0">
                <a:latin typeface="黑体" pitchFamily="49" charset="-122"/>
                <a:ea typeface="黑体" pitchFamily="49" charset="-122"/>
              </a:rPr>
              <a:t>可以指向整型变量，但不能指向浮点型变量</a:t>
            </a:r>
            <a:r>
              <a:rPr lang="zh-CN" altLang="en-US" sz="2800" dirty="0">
                <a:latin typeface="黑体" pitchFamily="49" charset="-122"/>
                <a:ea typeface="黑体" pitchFamily="49" charset="-122"/>
              </a:rPr>
              <a:t>。</a:t>
            </a:r>
            <a:endParaRPr lang="en-US" altLang="zh-CN" sz="2800" dirty="0" smtClean="0">
              <a:latin typeface="黑体" pitchFamily="49" charset="-122"/>
              <a:ea typeface="黑体" pitchFamily="49" charset="-122"/>
            </a:endParaRPr>
          </a:p>
        </p:txBody>
      </p:sp>
      <p:pic>
        <p:nvPicPr>
          <p:cNvPr id="20484" name="图片 3" descr="Untitled2.png">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429625" y="6143625"/>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299467616"/>
      </p:ext>
    </p:extLst>
  </p:cSld>
  <p:clrMapOvr>
    <a:masterClrMapping/>
  </p:clrMapOvr>
  <p:transition spd="med">
    <p:blinds/>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0483">
                                            <p:txEl>
                                              <p:pRg st="2" end="2"/>
                                            </p:txEl>
                                          </p:spTgt>
                                        </p:tgtEl>
                                        <p:attrNameLst>
                                          <p:attrName>style.visibility</p:attrName>
                                        </p:attrNameLst>
                                      </p:cBhvr>
                                      <p:to>
                                        <p:strVal val="visible"/>
                                      </p:to>
                                    </p:set>
                                    <p:animEffect transition="in" filter="blinds(horizontal)">
                                      <p:cBhvr>
                                        <p:cTn id="7" dur="500"/>
                                        <p:tgtEl>
                                          <p:spTgt spid="20483">
                                            <p:txEl>
                                              <p:pRg st="2" end="2"/>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20483">
                                            <p:txEl>
                                              <p:pRg st="3" end="3"/>
                                            </p:txEl>
                                          </p:spTgt>
                                        </p:tgtEl>
                                        <p:attrNameLst>
                                          <p:attrName>style.visibility</p:attrName>
                                        </p:attrNameLst>
                                      </p:cBhvr>
                                      <p:to>
                                        <p:strVal val="visible"/>
                                      </p:to>
                                    </p:set>
                                    <p:animEffect transition="in" filter="blinds(horizontal)">
                                      <p:cBhvr>
                                        <p:cTn id="12" dur="500"/>
                                        <p:tgtEl>
                                          <p:spTgt spid="20483">
                                            <p:txEl>
                                              <p:pRg st="3" end="3"/>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20483">
                                            <p:txEl>
                                              <p:pRg st="4" end="4"/>
                                            </p:txEl>
                                          </p:spTgt>
                                        </p:tgtEl>
                                        <p:attrNameLst>
                                          <p:attrName>style.visibility</p:attrName>
                                        </p:attrNameLst>
                                      </p:cBhvr>
                                      <p:to>
                                        <p:strVal val="visible"/>
                                      </p:to>
                                    </p:set>
                                    <p:animEffect transition="in" filter="blinds(horizontal)">
                                      <p:cBhvr>
                                        <p:cTn id="17" dur="500"/>
                                        <p:tgtEl>
                                          <p:spTgt spid="20483">
                                            <p:txEl>
                                              <p:pRg st="4" end="4"/>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20483">
                                            <p:txEl>
                                              <p:pRg st="5" end="5"/>
                                            </p:txEl>
                                          </p:spTgt>
                                        </p:tgtEl>
                                        <p:attrNameLst>
                                          <p:attrName>style.visibility</p:attrName>
                                        </p:attrNameLst>
                                      </p:cBhvr>
                                      <p:to>
                                        <p:strVal val="visible"/>
                                      </p:to>
                                    </p:set>
                                    <p:animEffect transition="in" filter="blinds(horizontal)">
                                      <p:cBhvr>
                                        <p:cTn id="22" dur="500"/>
                                        <p:tgtEl>
                                          <p:spTgt spid="2048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42" name="Rectangle 2"/>
          <p:cNvSpPr>
            <a:spLocks noGrp="1" noChangeArrowheads="1"/>
          </p:cNvSpPr>
          <p:nvPr>
            <p:ph type="title"/>
          </p:nvPr>
        </p:nvSpPr>
        <p:spPr>
          <a:xfrm>
            <a:off x="428625" y="785813"/>
            <a:ext cx="8429625" cy="769937"/>
          </a:xfrm>
          <a:effectLst/>
        </p:spPr>
        <p:txBody>
          <a:bodyPr anchor="ctr"/>
          <a:lstStyle/>
          <a:p>
            <a:pPr eaLnBrk="1" hangingPunct="1"/>
            <a:r>
              <a:rPr lang="en-US" altLang="zh-CN" sz="4000" b="1" dirty="0">
                <a:solidFill>
                  <a:schemeClr val="accent2"/>
                </a:solidFill>
                <a:latin typeface="黑体" panose="02010609060101010101" pitchFamily="49" charset="-122"/>
                <a:ea typeface="黑体" panose="02010609060101010101" pitchFamily="49" charset="-122"/>
              </a:rPr>
              <a:t>8.2.2 </a:t>
            </a:r>
            <a:r>
              <a:rPr lang="zh-CN" altLang="zh-CN" sz="4000" b="1" dirty="0">
                <a:solidFill>
                  <a:schemeClr val="accent2"/>
                </a:solidFill>
                <a:latin typeface="黑体" panose="02010609060101010101" pitchFamily="49" charset="-122"/>
                <a:ea typeface="黑体" panose="02010609060101010101" pitchFamily="49" charset="-122"/>
              </a:rPr>
              <a:t>怎样定义指针变量</a:t>
            </a:r>
            <a:endParaRPr lang="zh-CN" altLang="en-US" sz="4000" b="1" dirty="0">
              <a:solidFill>
                <a:schemeClr val="accent2"/>
              </a:solidFill>
              <a:latin typeface="黑体" panose="02010609060101010101" pitchFamily="49" charset="-122"/>
              <a:ea typeface="黑体" panose="02010609060101010101" pitchFamily="49" charset="-122"/>
            </a:endParaRPr>
          </a:p>
        </p:txBody>
      </p:sp>
      <p:sp>
        <p:nvSpPr>
          <p:cNvPr id="21507" name="Rectangle 3"/>
          <p:cNvSpPr>
            <a:spLocks noGrp="1" noChangeArrowheads="1"/>
          </p:cNvSpPr>
          <p:nvPr>
            <p:ph type="body" idx="1"/>
          </p:nvPr>
        </p:nvSpPr>
        <p:spPr>
          <a:xfrm>
            <a:off x="663575" y="1556792"/>
            <a:ext cx="8001000" cy="3071813"/>
          </a:xfrm>
        </p:spPr>
        <p:txBody>
          <a:bodyPr/>
          <a:lstStyle/>
          <a:p>
            <a:r>
              <a:rPr lang="zh-CN" altLang="zh-CN" sz="3200" dirty="0" smtClean="0">
                <a:latin typeface="黑体" pitchFamily="49" charset="-122"/>
                <a:ea typeface="黑体" pitchFamily="49" charset="-122"/>
              </a:rPr>
              <a:t>下面都是合法的定义</a:t>
            </a:r>
            <a:r>
              <a:rPr lang="zh-CN" altLang="en-US" sz="3200" dirty="0" smtClean="0">
                <a:latin typeface="黑体" pitchFamily="49" charset="-122"/>
                <a:ea typeface="黑体" pitchFamily="49" charset="-122"/>
              </a:rPr>
              <a:t>和初始化</a:t>
            </a:r>
            <a:r>
              <a:rPr lang="zh-CN" altLang="zh-CN" sz="3200" dirty="0" smtClean="0">
                <a:latin typeface="黑体" pitchFamily="49" charset="-122"/>
                <a:ea typeface="黑体" pitchFamily="49" charset="-122"/>
              </a:rPr>
              <a:t>：</a:t>
            </a:r>
            <a:endParaRPr lang="en-US" altLang="zh-CN" sz="3200" dirty="0" smtClean="0">
              <a:latin typeface="黑体" pitchFamily="49" charset="-122"/>
              <a:ea typeface="黑体" pitchFamily="49" charset="-122"/>
            </a:endParaRPr>
          </a:p>
          <a:p>
            <a:pPr marL="0" lvl="1" indent="457200">
              <a:lnSpc>
                <a:spcPct val="150000"/>
              </a:lnSpc>
              <a:spcBef>
                <a:spcPts val="0"/>
              </a:spcBef>
              <a:buFont typeface="Wingdings" pitchFamily="2" charset="2"/>
              <a:buNone/>
            </a:pPr>
            <a:r>
              <a:rPr lang="en-US" altLang="zh-CN" sz="2800" dirty="0" smtClean="0">
                <a:solidFill>
                  <a:srgbClr val="FF0000"/>
                </a:solidFill>
              </a:rPr>
              <a:t>float  *</a:t>
            </a:r>
            <a:r>
              <a:rPr lang="en-US" altLang="zh-CN" sz="2800" dirty="0" smtClean="0"/>
              <a:t>pointer_3;</a:t>
            </a:r>
          </a:p>
          <a:p>
            <a:pPr marL="0" lvl="1" indent="457200">
              <a:lnSpc>
                <a:spcPct val="150000"/>
              </a:lnSpc>
              <a:spcBef>
                <a:spcPts val="0"/>
              </a:spcBef>
              <a:buFont typeface="Wingdings" pitchFamily="2" charset="2"/>
              <a:buNone/>
            </a:pPr>
            <a:r>
              <a:rPr lang="en-US" altLang="zh-CN" sz="2800" dirty="0" smtClean="0">
                <a:solidFill>
                  <a:srgbClr val="FF0000"/>
                </a:solidFill>
              </a:rPr>
              <a:t>char  *</a:t>
            </a:r>
            <a:r>
              <a:rPr lang="en-US" altLang="zh-CN" sz="2800" dirty="0" smtClean="0"/>
              <a:t>pointer_4;</a:t>
            </a:r>
          </a:p>
          <a:p>
            <a:pPr marL="0" lvl="1" indent="457200">
              <a:lnSpc>
                <a:spcPct val="150000"/>
              </a:lnSpc>
              <a:spcBef>
                <a:spcPts val="0"/>
              </a:spcBef>
              <a:buFont typeface="Wingdings" pitchFamily="2" charset="2"/>
              <a:buNone/>
            </a:pPr>
            <a:r>
              <a:rPr lang="en-US" altLang="zh-CN" sz="2800" dirty="0" err="1" smtClean="0"/>
              <a:t>int</a:t>
            </a:r>
            <a:r>
              <a:rPr lang="en-US" altLang="zh-CN" sz="2800" dirty="0" smtClean="0"/>
              <a:t>  </a:t>
            </a:r>
            <a:r>
              <a:rPr lang="en-US" altLang="zh-CN" sz="2800" dirty="0" err="1" smtClean="0"/>
              <a:t>a,b</a:t>
            </a:r>
            <a:r>
              <a:rPr lang="en-US" altLang="zh-CN" sz="2800" dirty="0" smtClean="0"/>
              <a:t>;</a:t>
            </a:r>
          </a:p>
          <a:p>
            <a:pPr marL="0" lvl="1" indent="457200">
              <a:lnSpc>
                <a:spcPct val="150000"/>
              </a:lnSpc>
              <a:spcBef>
                <a:spcPts val="0"/>
              </a:spcBef>
              <a:buFont typeface="Wingdings" pitchFamily="2" charset="2"/>
              <a:buNone/>
            </a:pPr>
            <a:r>
              <a:rPr lang="en-US" altLang="zh-CN" sz="2800" dirty="0" err="1" smtClean="0">
                <a:solidFill>
                  <a:srgbClr val="FF0000"/>
                </a:solidFill>
              </a:rPr>
              <a:t>int</a:t>
            </a:r>
            <a:r>
              <a:rPr lang="en-US" altLang="zh-CN" sz="2800" dirty="0" smtClean="0">
                <a:solidFill>
                  <a:srgbClr val="FF0000"/>
                </a:solidFill>
              </a:rPr>
              <a:t>  *</a:t>
            </a:r>
            <a:r>
              <a:rPr lang="en-US" altLang="zh-CN" sz="2800" dirty="0" smtClean="0"/>
              <a:t>pointer_1=&amp;a,</a:t>
            </a:r>
            <a:r>
              <a:rPr lang="en-US" altLang="zh-CN" sz="2800" dirty="0" smtClean="0">
                <a:solidFill>
                  <a:srgbClr val="FF0000"/>
                </a:solidFill>
              </a:rPr>
              <a:t>*</a:t>
            </a:r>
            <a:r>
              <a:rPr lang="en-US" altLang="zh-CN" sz="2800" dirty="0" smtClean="0"/>
              <a:t>pointer_2=&amp;b;</a:t>
            </a:r>
          </a:p>
        </p:txBody>
      </p:sp>
      <p:sp>
        <p:nvSpPr>
          <p:cNvPr id="4" name="Rectangle 3"/>
          <p:cNvSpPr txBox="1">
            <a:spLocks noChangeArrowheads="1"/>
          </p:cNvSpPr>
          <p:nvPr/>
        </p:nvSpPr>
        <p:spPr bwMode="auto">
          <a:xfrm>
            <a:off x="1357313" y="5000625"/>
            <a:ext cx="5929312" cy="857250"/>
          </a:xfrm>
          <a:prstGeom prst="rect">
            <a:avLst/>
          </a:prstGeom>
          <a:noFill/>
          <a:ln w="9525">
            <a:noFill/>
            <a:miter lim="800000"/>
            <a:headEnd/>
            <a:tailEnd/>
          </a:ln>
        </p:spPr>
        <p:txBody>
          <a:bodyPr/>
          <a:lstStyle/>
          <a:p>
            <a:pPr marL="342900" indent="-342900" eaLnBrk="0" hangingPunct="0">
              <a:lnSpc>
                <a:spcPct val="120000"/>
              </a:lnSpc>
              <a:spcBef>
                <a:spcPct val="20000"/>
              </a:spcBef>
              <a:defRPr/>
            </a:pPr>
            <a:r>
              <a:rPr lang="en-US" altLang="zh-CN" sz="3200" b="1" kern="0" dirty="0">
                <a:latin typeface="黑体" pitchFamily="49" charset="-122"/>
                <a:ea typeface="黑体" pitchFamily="49" charset="-122"/>
              </a:rPr>
              <a:t>*pointer_1</a:t>
            </a:r>
            <a:r>
              <a:rPr lang="zh-CN" altLang="zh-CN" sz="3200" b="1" kern="0" dirty="0">
                <a:latin typeface="黑体" pitchFamily="49" charset="-122"/>
                <a:ea typeface="黑体" pitchFamily="49" charset="-122"/>
              </a:rPr>
              <a:t>＝</a:t>
            </a:r>
            <a:r>
              <a:rPr lang="en-US" altLang="zh-CN" sz="3200" b="1" kern="0" dirty="0">
                <a:latin typeface="黑体" pitchFamily="49" charset="-122"/>
                <a:ea typeface="黑体" pitchFamily="49" charset="-122"/>
              </a:rPr>
              <a:t>&amp;a;     </a:t>
            </a:r>
            <a:r>
              <a:rPr lang="zh-CN" altLang="en-US" sz="3200" b="1" kern="0" dirty="0">
                <a:solidFill>
                  <a:srgbClr val="FF0000"/>
                </a:solidFill>
                <a:latin typeface="黑体" pitchFamily="49" charset="-122"/>
                <a:ea typeface="黑体" pitchFamily="49" charset="-122"/>
              </a:rPr>
              <a:t>错误</a:t>
            </a:r>
            <a:endParaRPr lang="en-US" altLang="zh-CN" sz="3200" b="1" kern="0" dirty="0">
              <a:solidFill>
                <a:srgbClr val="FF0000"/>
              </a:solidFill>
              <a:latin typeface="黑体" pitchFamily="49" charset="-122"/>
              <a:ea typeface="黑体" pitchFamily="49" charset="-122"/>
            </a:endParaRPr>
          </a:p>
        </p:txBody>
      </p:sp>
      <p:sp>
        <p:nvSpPr>
          <p:cNvPr id="5" name="Rectangle 3"/>
          <p:cNvSpPr txBox="1">
            <a:spLocks noChangeArrowheads="1"/>
          </p:cNvSpPr>
          <p:nvPr/>
        </p:nvSpPr>
        <p:spPr bwMode="auto">
          <a:xfrm>
            <a:off x="1285875" y="5072063"/>
            <a:ext cx="5929313" cy="857250"/>
          </a:xfrm>
          <a:prstGeom prst="rect">
            <a:avLst/>
          </a:prstGeom>
          <a:noFill/>
          <a:ln w="9525">
            <a:noFill/>
            <a:miter lim="800000"/>
            <a:headEnd/>
            <a:tailEnd/>
          </a:ln>
        </p:spPr>
        <p:txBody>
          <a:bodyPr/>
          <a:lstStyle/>
          <a:p>
            <a:pPr marL="342900" indent="-342900" eaLnBrk="0" hangingPunct="0">
              <a:lnSpc>
                <a:spcPct val="120000"/>
              </a:lnSpc>
              <a:spcBef>
                <a:spcPct val="20000"/>
              </a:spcBef>
              <a:defRPr/>
            </a:pPr>
            <a:r>
              <a:rPr lang="en-US" altLang="zh-CN" sz="3200" b="1" kern="0" dirty="0">
                <a:latin typeface="黑体" pitchFamily="49" charset="-122"/>
                <a:ea typeface="黑体" pitchFamily="49" charset="-122"/>
              </a:rPr>
              <a:t>pointer_3</a:t>
            </a:r>
            <a:r>
              <a:rPr lang="zh-CN" altLang="zh-CN" sz="3200" b="1" kern="0" dirty="0">
                <a:latin typeface="黑体" pitchFamily="49" charset="-122"/>
                <a:ea typeface="黑体" pitchFamily="49" charset="-122"/>
              </a:rPr>
              <a:t>＝</a:t>
            </a:r>
            <a:r>
              <a:rPr lang="en-US" altLang="zh-CN" sz="3200" b="1" kern="0" dirty="0">
                <a:latin typeface="黑体" pitchFamily="49" charset="-122"/>
                <a:ea typeface="黑体" pitchFamily="49" charset="-122"/>
              </a:rPr>
              <a:t>&amp;a;     </a:t>
            </a:r>
            <a:r>
              <a:rPr lang="zh-CN" altLang="en-US" sz="3200" b="1" kern="0" dirty="0">
                <a:solidFill>
                  <a:srgbClr val="FF0000"/>
                </a:solidFill>
                <a:latin typeface="黑体" pitchFamily="49" charset="-122"/>
                <a:ea typeface="黑体" pitchFamily="49" charset="-122"/>
              </a:rPr>
              <a:t>错误</a:t>
            </a:r>
            <a:endParaRPr lang="en-US" altLang="zh-CN" sz="3200" b="1" kern="0" dirty="0">
              <a:solidFill>
                <a:srgbClr val="FF0000"/>
              </a:solidFill>
              <a:latin typeface="黑体" pitchFamily="49" charset="-122"/>
              <a:ea typeface="黑体" pitchFamily="49" charset="-122"/>
            </a:endParaRPr>
          </a:p>
        </p:txBody>
      </p:sp>
      <p:sp>
        <p:nvSpPr>
          <p:cNvPr id="6" name="Rectangle 3"/>
          <p:cNvSpPr txBox="1">
            <a:spLocks noChangeArrowheads="1"/>
          </p:cNvSpPr>
          <p:nvPr/>
        </p:nvSpPr>
        <p:spPr bwMode="auto">
          <a:xfrm>
            <a:off x="1357313" y="5000625"/>
            <a:ext cx="5929312" cy="857250"/>
          </a:xfrm>
          <a:prstGeom prst="rect">
            <a:avLst/>
          </a:prstGeom>
          <a:noFill/>
          <a:ln w="9525">
            <a:noFill/>
            <a:miter lim="800000"/>
            <a:headEnd/>
            <a:tailEnd/>
          </a:ln>
        </p:spPr>
        <p:txBody>
          <a:bodyPr/>
          <a:lstStyle>
            <a:lvl1pPr marL="342900" indent="-342900" eaLnBrk="0" hangingPunct="0">
              <a:defRPr kumimoji="1" sz="4000">
                <a:solidFill>
                  <a:schemeClr val="tx1"/>
                </a:solidFill>
                <a:latin typeface="Arial" charset="0"/>
                <a:ea typeface="宋体" pitchFamily="2" charset="-122"/>
              </a:defRPr>
            </a:lvl1pPr>
            <a:lvl2pPr marL="742950" indent="-285750" eaLnBrk="0" hangingPunct="0">
              <a:defRPr kumimoji="1" sz="4000">
                <a:solidFill>
                  <a:schemeClr val="tx1"/>
                </a:solidFill>
                <a:latin typeface="Arial" charset="0"/>
                <a:ea typeface="宋体" pitchFamily="2" charset="-122"/>
              </a:defRPr>
            </a:lvl2pPr>
            <a:lvl3pPr marL="1143000" indent="-228600" eaLnBrk="0" hangingPunct="0">
              <a:defRPr kumimoji="1" sz="4000">
                <a:solidFill>
                  <a:schemeClr val="tx1"/>
                </a:solidFill>
                <a:latin typeface="Arial" charset="0"/>
                <a:ea typeface="宋体" pitchFamily="2" charset="-122"/>
              </a:defRPr>
            </a:lvl3pPr>
            <a:lvl4pPr marL="1600200" indent="-228600" eaLnBrk="0" hangingPunct="0">
              <a:defRPr kumimoji="1" sz="4000">
                <a:solidFill>
                  <a:schemeClr val="tx1"/>
                </a:solidFill>
                <a:latin typeface="Arial" charset="0"/>
                <a:ea typeface="宋体" pitchFamily="2" charset="-122"/>
              </a:defRPr>
            </a:lvl4pPr>
            <a:lvl5pPr marL="2057400" indent="-228600" eaLnBrk="0" hangingPunct="0">
              <a:defRPr kumimoji="1" sz="4000">
                <a:solidFill>
                  <a:schemeClr val="tx1"/>
                </a:solidFill>
                <a:latin typeface="Arial" charset="0"/>
                <a:ea typeface="宋体" pitchFamily="2" charset="-122"/>
              </a:defRPr>
            </a:lvl5pPr>
            <a:lvl6pPr marL="2514600" indent="-228600" eaLnBrk="0" fontAlgn="base" hangingPunct="0">
              <a:spcBef>
                <a:spcPct val="0"/>
              </a:spcBef>
              <a:spcAft>
                <a:spcPct val="0"/>
              </a:spcAft>
              <a:defRPr kumimoji="1" sz="4000">
                <a:solidFill>
                  <a:schemeClr val="tx1"/>
                </a:solidFill>
                <a:latin typeface="Arial" charset="0"/>
                <a:ea typeface="宋体" pitchFamily="2" charset="-122"/>
              </a:defRPr>
            </a:lvl6pPr>
            <a:lvl7pPr marL="2971800" indent="-228600" eaLnBrk="0" fontAlgn="base" hangingPunct="0">
              <a:spcBef>
                <a:spcPct val="0"/>
              </a:spcBef>
              <a:spcAft>
                <a:spcPct val="0"/>
              </a:spcAft>
              <a:defRPr kumimoji="1" sz="4000">
                <a:solidFill>
                  <a:schemeClr val="tx1"/>
                </a:solidFill>
                <a:latin typeface="Arial" charset="0"/>
                <a:ea typeface="宋体" pitchFamily="2" charset="-122"/>
              </a:defRPr>
            </a:lvl7pPr>
            <a:lvl8pPr marL="3429000" indent="-228600" eaLnBrk="0" fontAlgn="base" hangingPunct="0">
              <a:spcBef>
                <a:spcPct val="0"/>
              </a:spcBef>
              <a:spcAft>
                <a:spcPct val="0"/>
              </a:spcAft>
              <a:defRPr kumimoji="1" sz="4000">
                <a:solidFill>
                  <a:schemeClr val="tx1"/>
                </a:solidFill>
                <a:latin typeface="Arial" charset="0"/>
                <a:ea typeface="宋体" pitchFamily="2" charset="-122"/>
              </a:defRPr>
            </a:lvl8pPr>
            <a:lvl9pPr marL="3886200" indent="-228600" eaLnBrk="0" fontAlgn="base" hangingPunct="0">
              <a:spcBef>
                <a:spcPct val="0"/>
              </a:spcBef>
              <a:spcAft>
                <a:spcPct val="0"/>
              </a:spcAft>
              <a:defRPr kumimoji="1" sz="4000">
                <a:solidFill>
                  <a:schemeClr val="tx1"/>
                </a:solidFill>
                <a:latin typeface="Arial" charset="0"/>
                <a:ea typeface="宋体" pitchFamily="2" charset="-122"/>
              </a:defRPr>
            </a:lvl9pPr>
          </a:lstStyle>
          <a:p>
            <a:pPr>
              <a:lnSpc>
                <a:spcPct val="120000"/>
              </a:lnSpc>
              <a:spcBef>
                <a:spcPct val="20000"/>
              </a:spcBef>
            </a:pPr>
            <a:r>
              <a:rPr lang="en-US" altLang="zh-CN" sz="3200" b="1">
                <a:latin typeface="黑体" pitchFamily="49" charset="-122"/>
                <a:ea typeface="黑体" pitchFamily="49" charset="-122"/>
              </a:rPr>
              <a:t>pointer_1</a:t>
            </a:r>
            <a:r>
              <a:rPr lang="zh-CN" altLang="zh-CN" sz="3200" b="1">
                <a:latin typeface="黑体" pitchFamily="49" charset="-122"/>
                <a:ea typeface="黑体" pitchFamily="49" charset="-122"/>
              </a:rPr>
              <a:t>＝</a:t>
            </a:r>
            <a:r>
              <a:rPr lang="en-US" altLang="zh-CN" sz="3200" b="1">
                <a:latin typeface="黑体" pitchFamily="49" charset="-122"/>
                <a:ea typeface="黑体" pitchFamily="49" charset="-122"/>
              </a:rPr>
              <a:t>&amp;a;     </a:t>
            </a:r>
            <a:r>
              <a:rPr lang="zh-CN" altLang="en-US" sz="3200" b="1">
                <a:solidFill>
                  <a:srgbClr val="9D138D"/>
                </a:solidFill>
                <a:latin typeface="黑体" pitchFamily="49" charset="-122"/>
                <a:ea typeface="黑体" pitchFamily="49" charset="-122"/>
              </a:rPr>
              <a:t>正确</a:t>
            </a:r>
            <a:endParaRPr lang="en-US" altLang="zh-CN" sz="3200" b="1">
              <a:solidFill>
                <a:srgbClr val="9D138D"/>
              </a:solidFill>
              <a:latin typeface="黑体" pitchFamily="49" charset="-122"/>
              <a:ea typeface="黑体" pitchFamily="49" charset="-122"/>
            </a:endParaRPr>
          </a:p>
        </p:txBody>
      </p:sp>
      <p:sp>
        <p:nvSpPr>
          <p:cNvPr id="8" name="Rectangle 3"/>
          <p:cNvSpPr txBox="1">
            <a:spLocks noChangeArrowheads="1"/>
          </p:cNvSpPr>
          <p:nvPr/>
        </p:nvSpPr>
        <p:spPr bwMode="auto">
          <a:xfrm>
            <a:off x="1000125" y="5000625"/>
            <a:ext cx="5929313" cy="857250"/>
          </a:xfrm>
          <a:prstGeom prst="rect">
            <a:avLst/>
          </a:prstGeom>
          <a:noFill/>
          <a:ln w="9525">
            <a:noFill/>
            <a:miter lim="800000"/>
            <a:headEnd/>
            <a:tailEnd/>
          </a:ln>
        </p:spPr>
        <p:txBody>
          <a:bodyPr/>
          <a:lstStyle/>
          <a:p>
            <a:pPr marL="342900" indent="-342900" eaLnBrk="0" hangingPunct="0">
              <a:lnSpc>
                <a:spcPct val="120000"/>
              </a:lnSpc>
              <a:spcBef>
                <a:spcPct val="20000"/>
              </a:spcBef>
              <a:defRPr/>
            </a:pPr>
            <a:r>
              <a:rPr lang="en-US" altLang="zh-CN" sz="3200" b="1" kern="0" dirty="0">
                <a:latin typeface="黑体" pitchFamily="49" charset="-122"/>
                <a:ea typeface="黑体" pitchFamily="49" charset="-122"/>
              </a:rPr>
              <a:t>pointer_3</a:t>
            </a:r>
            <a:r>
              <a:rPr lang="zh-CN" altLang="zh-CN" sz="3200" b="1" kern="0" dirty="0">
                <a:latin typeface="黑体" pitchFamily="49" charset="-122"/>
                <a:ea typeface="黑体" pitchFamily="49" charset="-122"/>
              </a:rPr>
              <a:t>＝</a:t>
            </a:r>
            <a:r>
              <a:rPr lang="en-US" altLang="zh-CN" sz="3200" b="1" kern="0" dirty="0">
                <a:latin typeface="黑体" pitchFamily="49" charset="-122"/>
                <a:ea typeface="黑体" pitchFamily="49" charset="-122"/>
              </a:rPr>
              <a:t>2000;     </a:t>
            </a:r>
            <a:r>
              <a:rPr lang="zh-CN" altLang="en-US" sz="3200" b="1" kern="0" dirty="0">
                <a:solidFill>
                  <a:srgbClr val="FF0000"/>
                </a:solidFill>
                <a:latin typeface="黑体" pitchFamily="49" charset="-122"/>
                <a:ea typeface="黑体" pitchFamily="49" charset="-122"/>
              </a:rPr>
              <a:t>错误</a:t>
            </a:r>
            <a:endParaRPr lang="en-US" altLang="zh-CN" sz="3200" b="1" kern="0" dirty="0">
              <a:solidFill>
                <a:srgbClr val="FF0000"/>
              </a:solidFill>
              <a:latin typeface="黑体" pitchFamily="49" charset="-122"/>
              <a:ea typeface="黑体" pitchFamily="49" charset="-122"/>
            </a:endParaRPr>
          </a:p>
        </p:txBody>
      </p:sp>
      <p:pic>
        <p:nvPicPr>
          <p:cNvPr id="21512" name="图片 8" descr="Untitled2.png">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429625" y="6143625"/>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89579913"/>
      </p:ext>
    </p:extLst>
  </p:cSld>
  <p:clrMapOvr>
    <a:masterClrMapping/>
  </p:clrMapOvr>
  <p:transition spd="med">
    <p:blinds/>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subTnLst>
                                    <p:set>
                                      <p:cBhvr override="childStyle">
                                        <p:cTn dur="1" fill="hold" display="0" masterRel="nextClick" afterEffect="1"/>
                                        <p:tgtEl>
                                          <p:spTgt spid="4"/>
                                        </p:tgtEl>
                                        <p:attrNameLst>
                                          <p:attrName>style.visibility</p:attrName>
                                        </p:attrNameLst>
                                      </p:cBhvr>
                                      <p:to>
                                        <p:strVal val="hidden"/>
                                      </p:to>
                                    </p:set>
                                  </p:sub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linds(horizontal)">
                                      <p:cBhvr>
                                        <p:cTn id="12" dur="500"/>
                                        <p:tgtEl>
                                          <p:spTgt spid="5"/>
                                        </p:tgtEl>
                                      </p:cBhvr>
                                    </p:animEffect>
                                  </p:childTnLst>
                                  <p:subTnLst>
                                    <p:set>
                                      <p:cBhvr override="childStyle">
                                        <p:cTn dur="1" fill="hold" display="0" masterRel="nextClick" afterEffect="1"/>
                                        <p:tgtEl>
                                          <p:spTgt spid="5"/>
                                        </p:tgtEl>
                                        <p:attrNameLst>
                                          <p:attrName>style.visibility</p:attrName>
                                        </p:attrNameLst>
                                      </p:cBhvr>
                                      <p:to>
                                        <p:strVal val="hidden"/>
                                      </p:to>
                                    </p:set>
                                  </p:sub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blinds(horizontal)">
                                      <p:cBhvr>
                                        <p:cTn id="17" dur="500"/>
                                        <p:tgtEl>
                                          <p:spTgt spid="6"/>
                                        </p:tgtEl>
                                      </p:cBhvr>
                                    </p:animEffect>
                                  </p:childTnLst>
                                  <p:subTnLst>
                                    <p:set>
                                      <p:cBhvr override="childStyle">
                                        <p:cTn dur="1" fill="hold" display="0" masterRel="nextClick" afterEffect="1"/>
                                        <p:tgtEl>
                                          <p:spTgt spid="6"/>
                                        </p:tgtEl>
                                        <p:attrNameLst>
                                          <p:attrName>style.visibility</p:attrName>
                                        </p:attrNameLst>
                                      </p:cBhvr>
                                      <p:to>
                                        <p:strVal val="hidden"/>
                                      </p:to>
                                    </p:set>
                                  </p:sub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blinds(horizontal)">
                                      <p:cBhvr>
                                        <p:cTn id="2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8" grpId="0"/>
    </p:bldLst>
  </p:timing>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42" name="Rectangle 2"/>
          <p:cNvSpPr>
            <a:spLocks noGrp="1" noChangeArrowheads="1"/>
          </p:cNvSpPr>
          <p:nvPr>
            <p:ph type="title"/>
          </p:nvPr>
        </p:nvSpPr>
        <p:spPr>
          <a:xfrm>
            <a:off x="469900" y="560510"/>
            <a:ext cx="8429625" cy="769937"/>
          </a:xfrm>
          <a:effectLst/>
        </p:spPr>
        <p:txBody>
          <a:bodyPr anchor="ctr"/>
          <a:lstStyle/>
          <a:p>
            <a:pPr eaLnBrk="1" hangingPunct="1"/>
            <a:r>
              <a:rPr lang="en-US" altLang="zh-CN" sz="4000" b="1" dirty="0">
                <a:solidFill>
                  <a:schemeClr val="accent2"/>
                </a:solidFill>
                <a:latin typeface="黑体" panose="02010609060101010101" pitchFamily="49" charset="-122"/>
                <a:ea typeface="黑体" panose="02010609060101010101" pitchFamily="49" charset="-122"/>
              </a:rPr>
              <a:t>8.2.3 </a:t>
            </a:r>
            <a:r>
              <a:rPr lang="zh-CN" altLang="zh-CN" sz="4000" b="1" dirty="0">
                <a:solidFill>
                  <a:schemeClr val="accent2"/>
                </a:solidFill>
                <a:latin typeface="黑体" panose="02010609060101010101" pitchFamily="49" charset="-122"/>
                <a:ea typeface="黑体" panose="02010609060101010101" pitchFamily="49" charset="-122"/>
              </a:rPr>
              <a:t>怎样引用指针变量</a:t>
            </a:r>
            <a:endParaRPr lang="zh-CN" altLang="en-US" sz="4000" b="1" dirty="0">
              <a:solidFill>
                <a:schemeClr val="accent2"/>
              </a:solidFill>
              <a:latin typeface="黑体" panose="02010609060101010101" pitchFamily="49" charset="-122"/>
              <a:ea typeface="黑体" panose="02010609060101010101" pitchFamily="49" charset="-122"/>
            </a:endParaRPr>
          </a:p>
        </p:txBody>
      </p:sp>
      <p:sp>
        <p:nvSpPr>
          <p:cNvPr id="6147" name="Rectangle 3"/>
          <p:cNvSpPr>
            <a:spLocks noGrp="1" noChangeArrowheads="1"/>
          </p:cNvSpPr>
          <p:nvPr>
            <p:ph type="body" idx="1"/>
          </p:nvPr>
        </p:nvSpPr>
        <p:spPr>
          <a:xfrm>
            <a:off x="377825" y="1558084"/>
            <a:ext cx="8286750" cy="4500563"/>
          </a:xfrm>
        </p:spPr>
        <p:txBody>
          <a:bodyPr/>
          <a:lstStyle/>
          <a:p>
            <a:pPr marL="457200" indent="-457200">
              <a:buFont typeface="Wingdings" pitchFamily="2" charset="2"/>
              <a:buChar char="Ø"/>
            </a:pPr>
            <a:r>
              <a:rPr lang="zh-CN" altLang="zh-CN" sz="3200" dirty="0" smtClean="0">
                <a:latin typeface="黑体" pitchFamily="49" charset="-122"/>
                <a:ea typeface="黑体" pitchFamily="49" charset="-122"/>
              </a:rPr>
              <a:t>在引用指针变量时，可能有三种情况：</a:t>
            </a:r>
            <a:endParaRPr lang="en-US" altLang="zh-CN" sz="3200" dirty="0" smtClean="0">
              <a:latin typeface="黑体" pitchFamily="49" charset="-122"/>
              <a:ea typeface="黑体" pitchFamily="49" charset="-122"/>
            </a:endParaRPr>
          </a:p>
          <a:p>
            <a:pPr marL="914400" lvl="1" indent="-457200">
              <a:lnSpc>
                <a:spcPct val="150000"/>
              </a:lnSpc>
              <a:spcBef>
                <a:spcPts val="0"/>
              </a:spcBef>
              <a:buFont typeface="Wingdings" pitchFamily="2" charset="2"/>
              <a:buChar char="u"/>
            </a:pPr>
            <a:r>
              <a:rPr lang="zh-CN" altLang="zh-CN" sz="2800" dirty="0" smtClean="0">
                <a:latin typeface="黑体" pitchFamily="49" charset="-122"/>
                <a:ea typeface="黑体" pitchFamily="49" charset="-122"/>
              </a:rPr>
              <a:t>给指针变量赋值。如：</a:t>
            </a:r>
            <a:r>
              <a:rPr lang="en-US" altLang="zh-CN" sz="2800" dirty="0" smtClean="0">
                <a:latin typeface="黑体" pitchFamily="49" charset="-122"/>
                <a:ea typeface="黑体" pitchFamily="49" charset="-122"/>
              </a:rPr>
              <a:t>p=&amp;a;</a:t>
            </a:r>
          </a:p>
          <a:p>
            <a:pPr marL="914400" lvl="1" indent="-457200">
              <a:lnSpc>
                <a:spcPct val="150000"/>
              </a:lnSpc>
              <a:spcBef>
                <a:spcPts val="0"/>
              </a:spcBef>
              <a:buFont typeface="Wingdings" pitchFamily="2" charset="2"/>
              <a:buChar char="u"/>
            </a:pPr>
            <a:r>
              <a:rPr lang="zh-CN" altLang="zh-CN" sz="2800" dirty="0" smtClean="0">
                <a:latin typeface="黑体" pitchFamily="49" charset="-122"/>
                <a:ea typeface="黑体" pitchFamily="49" charset="-122"/>
              </a:rPr>
              <a:t>引用指针变量指向的变量</a:t>
            </a:r>
            <a:r>
              <a:rPr lang="zh-CN" altLang="en-US" sz="2800" dirty="0" smtClean="0">
                <a:latin typeface="黑体" pitchFamily="49" charset="-122"/>
                <a:ea typeface="黑体" pitchFamily="49" charset="-122"/>
              </a:rPr>
              <a:t>。</a:t>
            </a:r>
            <a:r>
              <a:rPr lang="zh-CN" altLang="zh-CN" sz="2800" dirty="0" smtClean="0">
                <a:latin typeface="黑体" pitchFamily="49" charset="-122"/>
                <a:ea typeface="黑体" pitchFamily="49" charset="-122"/>
              </a:rPr>
              <a:t>如</a:t>
            </a:r>
            <a:r>
              <a:rPr lang="zh-CN" altLang="en-US" sz="2800" dirty="0" smtClean="0">
                <a:latin typeface="黑体" pitchFamily="49" charset="-122"/>
                <a:ea typeface="黑体" pitchFamily="49" charset="-122"/>
              </a:rPr>
              <a:t>有</a:t>
            </a:r>
            <a:endParaRPr lang="en-US" altLang="zh-CN" sz="2800" dirty="0" smtClean="0">
              <a:latin typeface="黑体" pitchFamily="49" charset="-122"/>
              <a:ea typeface="黑体" pitchFamily="49" charset="-122"/>
            </a:endParaRPr>
          </a:p>
          <a:p>
            <a:pPr lvl="1">
              <a:lnSpc>
                <a:spcPct val="150000"/>
              </a:lnSpc>
              <a:spcBef>
                <a:spcPts val="0"/>
              </a:spcBef>
              <a:buFont typeface="Wingdings" pitchFamily="2" charset="2"/>
              <a:buNone/>
            </a:pPr>
            <a:r>
              <a:rPr lang="en-US" altLang="zh-CN" sz="2800" dirty="0" smtClean="0">
                <a:latin typeface="黑体" pitchFamily="49" charset="-122"/>
                <a:ea typeface="黑体" pitchFamily="49" charset="-122"/>
              </a:rPr>
              <a:t>   p=&amp;a;  *p=1;</a:t>
            </a:r>
          </a:p>
          <a:p>
            <a:pPr lvl="1">
              <a:lnSpc>
                <a:spcPct val="150000"/>
              </a:lnSpc>
              <a:spcBef>
                <a:spcPts val="0"/>
              </a:spcBef>
              <a:buFont typeface="Wingdings" pitchFamily="2" charset="2"/>
              <a:buNone/>
            </a:pPr>
            <a:r>
              <a:rPr lang="en-US" altLang="zh-CN" sz="2800" dirty="0" smtClean="0">
                <a:latin typeface="黑体" pitchFamily="49" charset="-122"/>
                <a:ea typeface="黑体" pitchFamily="49" charset="-122"/>
              </a:rPr>
              <a:t>   </a:t>
            </a:r>
            <a:r>
              <a:rPr lang="zh-CN" altLang="en-US" sz="2800" dirty="0" smtClean="0">
                <a:latin typeface="黑体" pitchFamily="49" charset="-122"/>
                <a:ea typeface="黑体" pitchFamily="49" charset="-122"/>
              </a:rPr>
              <a:t>则执行</a:t>
            </a:r>
            <a:r>
              <a:rPr lang="en-US" altLang="zh-CN" sz="2800" dirty="0" err="1" smtClean="0">
                <a:latin typeface="黑体" pitchFamily="49" charset="-122"/>
                <a:ea typeface="黑体" pitchFamily="49" charset="-122"/>
              </a:rPr>
              <a:t>printf</a:t>
            </a:r>
            <a:r>
              <a:rPr lang="en-US" altLang="zh-CN" sz="2800" dirty="0" smtClean="0">
                <a:latin typeface="黑体" pitchFamily="49" charset="-122"/>
                <a:ea typeface="黑体" pitchFamily="49" charset="-122"/>
              </a:rPr>
              <a:t>(“%d”,*p);  </a:t>
            </a:r>
            <a:r>
              <a:rPr lang="zh-CN" altLang="en-US" sz="2800" dirty="0" smtClean="0">
                <a:latin typeface="黑体" pitchFamily="49" charset="-122"/>
                <a:ea typeface="黑体" pitchFamily="49" charset="-122"/>
              </a:rPr>
              <a:t>将输出</a:t>
            </a:r>
            <a:r>
              <a:rPr lang="en-US" altLang="zh-CN" sz="2800" dirty="0" smtClean="0">
                <a:latin typeface="黑体" pitchFamily="49" charset="-122"/>
                <a:ea typeface="黑体" pitchFamily="49" charset="-122"/>
              </a:rPr>
              <a:t>1</a:t>
            </a:r>
          </a:p>
          <a:p>
            <a:pPr marL="914400" lvl="1" indent="-457200">
              <a:lnSpc>
                <a:spcPct val="150000"/>
              </a:lnSpc>
              <a:spcBef>
                <a:spcPts val="0"/>
              </a:spcBef>
              <a:buFont typeface="Wingdings" pitchFamily="2" charset="2"/>
              <a:buChar char="u"/>
            </a:pPr>
            <a:r>
              <a:rPr lang="zh-CN" altLang="zh-CN" sz="2800" dirty="0" smtClean="0">
                <a:latin typeface="黑体" pitchFamily="49" charset="-122"/>
                <a:ea typeface="黑体" pitchFamily="49" charset="-122"/>
              </a:rPr>
              <a:t>引用指针变量的值。如：</a:t>
            </a:r>
            <a:r>
              <a:rPr lang="en-US" altLang="zh-CN" sz="2800" dirty="0" err="1" smtClean="0">
                <a:latin typeface="黑体" pitchFamily="49" charset="-122"/>
                <a:ea typeface="黑体" pitchFamily="49" charset="-122"/>
              </a:rPr>
              <a:t>printf</a:t>
            </a:r>
            <a:r>
              <a:rPr lang="en-US" altLang="zh-CN" sz="2800" dirty="0" smtClean="0">
                <a:latin typeface="黑体" pitchFamily="49" charset="-122"/>
                <a:ea typeface="黑体" pitchFamily="49" charset="-122"/>
              </a:rPr>
              <a:t>(“%</a:t>
            </a:r>
            <a:r>
              <a:rPr lang="en-US" altLang="zh-CN" sz="2800" dirty="0" err="1" smtClean="0">
                <a:latin typeface="黑体" pitchFamily="49" charset="-122"/>
                <a:ea typeface="黑体" pitchFamily="49" charset="-122"/>
              </a:rPr>
              <a:t>o”,p</a:t>
            </a:r>
            <a:r>
              <a:rPr lang="en-US" altLang="zh-CN" sz="2800" dirty="0" smtClean="0">
                <a:latin typeface="黑体" pitchFamily="49" charset="-122"/>
                <a:ea typeface="黑体" pitchFamily="49" charset="-122"/>
              </a:rPr>
              <a:t>);</a:t>
            </a:r>
          </a:p>
        </p:txBody>
      </p:sp>
      <p:sp>
        <p:nvSpPr>
          <p:cNvPr id="4" name="圆角矩形标注 3"/>
          <p:cNvSpPr>
            <a:spLocks noChangeArrowheads="1"/>
          </p:cNvSpPr>
          <p:nvPr/>
        </p:nvSpPr>
        <p:spPr bwMode="auto">
          <a:xfrm>
            <a:off x="5643563" y="1357313"/>
            <a:ext cx="2214562" cy="642937"/>
          </a:xfrm>
          <a:prstGeom prst="wedgeRoundRectCallout">
            <a:avLst>
              <a:gd name="adj1" fmla="val -41181"/>
              <a:gd name="adj2" fmla="val 120310"/>
              <a:gd name="adj3" fmla="val 16667"/>
            </a:avLst>
          </a:prstGeom>
          <a:solidFill>
            <a:srgbClr val="FFFFCC"/>
          </a:solidFill>
          <a:ln w="9525" algn="ctr">
            <a:solidFill>
              <a:schemeClr val="tx1"/>
            </a:solidFill>
            <a:miter lim="800000"/>
            <a:headEnd/>
            <a:tailEnd/>
          </a:ln>
        </p:spPr>
        <p:txBody>
          <a:bodyPr/>
          <a:lstStyle/>
          <a:p>
            <a:pPr algn="ctr"/>
            <a:r>
              <a:rPr lang="zh-CN" altLang="en-US" sz="2800" b="1">
                <a:solidFill>
                  <a:srgbClr val="0000CC"/>
                </a:solidFill>
              </a:rPr>
              <a:t>使</a:t>
            </a:r>
            <a:r>
              <a:rPr lang="en-US" altLang="zh-CN" sz="2800" b="1">
                <a:solidFill>
                  <a:srgbClr val="0000CC"/>
                </a:solidFill>
              </a:rPr>
              <a:t>p</a:t>
            </a:r>
            <a:r>
              <a:rPr lang="zh-CN" altLang="zh-CN" sz="2800" b="1">
                <a:solidFill>
                  <a:srgbClr val="0000CC"/>
                </a:solidFill>
              </a:rPr>
              <a:t>指向</a:t>
            </a:r>
            <a:r>
              <a:rPr lang="en-US" altLang="zh-CN" sz="2800" b="1">
                <a:solidFill>
                  <a:srgbClr val="0000CC"/>
                </a:solidFill>
              </a:rPr>
              <a:t>a</a:t>
            </a:r>
            <a:endParaRPr lang="zh-CN" altLang="en-US" sz="2800" b="1">
              <a:solidFill>
                <a:srgbClr val="0000CC"/>
              </a:solidFill>
            </a:endParaRPr>
          </a:p>
        </p:txBody>
      </p:sp>
      <p:sp>
        <p:nvSpPr>
          <p:cNvPr id="5" name="圆角矩形标注 4"/>
          <p:cNvSpPr>
            <a:spLocks noChangeArrowheads="1"/>
          </p:cNvSpPr>
          <p:nvPr/>
        </p:nvSpPr>
        <p:spPr bwMode="auto">
          <a:xfrm>
            <a:off x="2857500" y="2571750"/>
            <a:ext cx="2214563" cy="642938"/>
          </a:xfrm>
          <a:prstGeom prst="wedgeRoundRectCallout">
            <a:avLst>
              <a:gd name="adj1" fmla="val -41181"/>
              <a:gd name="adj2" fmla="val 120310"/>
              <a:gd name="adj3" fmla="val 16667"/>
            </a:avLst>
          </a:prstGeom>
          <a:solidFill>
            <a:srgbClr val="FFFFCC"/>
          </a:solidFill>
          <a:ln w="9525" algn="ctr">
            <a:solidFill>
              <a:schemeClr val="tx1"/>
            </a:solidFill>
            <a:miter lim="800000"/>
            <a:headEnd/>
            <a:tailEnd/>
          </a:ln>
        </p:spPr>
        <p:txBody>
          <a:bodyPr/>
          <a:lstStyle/>
          <a:p>
            <a:pPr algn="ctr"/>
            <a:r>
              <a:rPr lang="en-US" altLang="zh-CN" sz="2800" b="1">
                <a:solidFill>
                  <a:srgbClr val="0000CC"/>
                </a:solidFill>
              </a:rPr>
              <a:t>*p</a:t>
            </a:r>
            <a:r>
              <a:rPr lang="zh-CN" altLang="en-US" sz="2800" b="1">
                <a:solidFill>
                  <a:srgbClr val="0000CC"/>
                </a:solidFill>
              </a:rPr>
              <a:t>相当于</a:t>
            </a:r>
            <a:r>
              <a:rPr lang="en-US" altLang="zh-CN" sz="2800" b="1">
                <a:solidFill>
                  <a:srgbClr val="0000CC"/>
                </a:solidFill>
              </a:rPr>
              <a:t>a</a:t>
            </a:r>
            <a:endParaRPr lang="zh-CN" altLang="en-US" sz="2800" b="1">
              <a:solidFill>
                <a:srgbClr val="0000CC"/>
              </a:solidFill>
            </a:endParaRPr>
          </a:p>
        </p:txBody>
      </p:sp>
      <p:sp>
        <p:nvSpPr>
          <p:cNvPr id="6" name="圆角矩形标注 5"/>
          <p:cNvSpPr>
            <a:spLocks noChangeArrowheads="1"/>
          </p:cNvSpPr>
          <p:nvPr/>
        </p:nvSpPr>
        <p:spPr bwMode="auto">
          <a:xfrm>
            <a:off x="4788024" y="5235575"/>
            <a:ext cx="2286000" cy="1143000"/>
          </a:xfrm>
          <a:prstGeom prst="wedgeRoundRectCallout">
            <a:avLst>
              <a:gd name="adj1" fmla="val 59644"/>
              <a:gd name="adj2" fmla="val -67940"/>
              <a:gd name="adj3" fmla="val 16667"/>
            </a:avLst>
          </a:prstGeom>
          <a:solidFill>
            <a:srgbClr val="FFFFCC"/>
          </a:solidFill>
          <a:ln w="9525" algn="ctr">
            <a:solidFill>
              <a:schemeClr val="tx1"/>
            </a:solidFill>
            <a:miter lim="800000"/>
            <a:headEnd/>
            <a:tailEnd/>
          </a:ln>
        </p:spPr>
        <p:txBody>
          <a:bodyPr/>
          <a:lstStyle/>
          <a:p>
            <a:r>
              <a:rPr lang="zh-CN" altLang="zh-CN" sz="2800" b="1" dirty="0">
                <a:solidFill>
                  <a:srgbClr val="0000CC"/>
                </a:solidFill>
                <a:latin typeface="黑体" pitchFamily="49" charset="-122"/>
                <a:ea typeface="黑体" pitchFamily="49" charset="-122"/>
              </a:rPr>
              <a:t>以</a:t>
            </a:r>
            <a:r>
              <a:rPr lang="zh-CN" altLang="en-US" sz="2800" b="1" dirty="0">
                <a:solidFill>
                  <a:srgbClr val="0000CC"/>
                </a:solidFill>
                <a:latin typeface="黑体" pitchFamily="49" charset="-122"/>
                <a:ea typeface="黑体" pitchFamily="49" charset="-122"/>
              </a:rPr>
              <a:t>八</a:t>
            </a:r>
            <a:r>
              <a:rPr lang="zh-CN" altLang="zh-CN" sz="2800" b="1" dirty="0">
                <a:solidFill>
                  <a:srgbClr val="0000CC"/>
                </a:solidFill>
                <a:latin typeface="黑体" pitchFamily="49" charset="-122"/>
                <a:ea typeface="黑体" pitchFamily="49" charset="-122"/>
              </a:rPr>
              <a:t>进制输出</a:t>
            </a:r>
            <a:r>
              <a:rPr lang="en-US" altLang="zh-CN" sz="2800" b="1" dirty="0">
                <a:solidFill>
                  <a:srgbClr val="0000CC"/>
                </a:solidFill>
                <a:latin typeface="黑体" pitchFamily="49" charset="-122"/>
                <a:ea typeface="黑体" pitchFamily="49" charset="-122"/>
              </a:rPr>
              <a:t>a</a:t>
            </a:r>
            <a:r>
              <a:rPr lang="zh-CN" altLang="zh-CN" sz="2800" b="1" dirty="0">
                <a:solidFill>
                  <a:srgbClr val="0000CC"/>
                </a:solidFill>
                <a:latin typeface="黑体" pitchFamily="49" charset="-122"/>
                <a:ea typeface="黑体" pitchFamily="49" charset="-122"/>
              </a:rPr>
              <a:t>的地址</a:t>
            </a:r>
            <a:endParaRPr lang="zh-CN" altLang="en-US" sz="2800" b="1" dirty="0">
              <a:solidFill>
                <a:srgbClr val="0000CC"/>
              </a:solidFill>
              <a:latin typeface="黑体" pitchFamily="49" charset="-122"/>
              <a:ea typeface="黑体" pitchFamily="49" charset="-122"/>
            </a:endParaRPr>
          </a:p>
        </p:txBody>
      </p:sp>
      <p:pic>
        <p:nvPicPr>
          <p:cNvPr id="22535" name="图片 6" descr="Untitled2.png">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429625" y="6143625"/>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21043239"/>
      </p:ext>
    </p:extLst>
  </p:cSld>
  <p:clrMapOvr>
    <a:masterClrMapping/>
  </p:clrMapOvr>
  <p:transition spd="med">
    <p:blinds/>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6147">
                                            <p:txEl>
                                              <p:pRg st="1" end="1"/>
                                            </p:txEl>
                                          </p:spTgt>
                                        </p:tgtEl>
                                        <p:attrNameLst>
                                          <p:attrName>style.visibility</p:attrName>
                                        </p:attrNameLst>
                                      </p:cBhvr>
                                      <p:to>
                                        <p:strVal val="visible"/>
                                      </p:to>
                                    </p:set>
                                    <p:animEffect transition="in" filter="blinds(horizontal)">
                                      <p:cBhvr>
                                        <p:cTn id="7" dur="500"/>
                                        <p:tgtEl>
                                          <p:spTgt spid="6147">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blinds(horizontal)">
                                      <p:cBhvr>
                                        <p:cTn id="12" dur="500"/>
                                        <p:tgtEl>
                                          <p:spTgt spid="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6147">
                                            <p:txEl>
                                              <p:pRg st="2" end="2"/>
                                            </p:txEl>
                                          </p:spTgt>
                                        </p:tgtEl>
                                        <p:attrNameLst>
                                          <p:attrName>style.visibility</p:attrName>
                                        </p:attrNameLst>
                                      </p:cBhvr>
                                      <p:to>
                                        <p:strVal val="visible"/>
                                      </p:to>
                                    </p:set>
                                    <p:animEffect transition="in" filter="blinds(horizontal)">
                                      <p:cBhvr>
                                        <p:cTn id="17" dur="500"/>
                                        <p:tgtEl>
                                          <p:spTgt spid="6147">
                                            <p:txEl>
                                              <p:pRg st="2" end="2"/>
                                            </p:txEl>
                                          </p:spTgt>
                                        </p:tgtEl>
                                      </p:cBhvr>
                                    </p:animEffect>
                                  </p:childTnLst>
                                </p:cTn>
                              </p:par>
                              <p:par>
                                <p:cTn id="18" presetID="3" presetClass="entr" presetSubtype="10" fill="hold" nodeType="withEffect">
                                  <p:stCondLst>
                                    <p:cond delay="0"/>
                                  </p:stCondLst>
                                  <p:childTnLst>
                                    <p:set>
                                      <p:cBhvr>
                                        <p:cTn id="19" dur="1" fill="hold">
                                          <p:stCondLst>
                                            <p:cond delay="0"/>
                                          </p:stCondLst>
                                        </p:cTn>
                                        <p:tgtEl>
                                          <p:spTgt spid="6147">
                                            <p:txEl>
                                              <p:pRg st="3" end="3"/>
                                            </p:txEl>
                                          </p:spTgt>
                                        </p:tgtEl>
                                        <p:attrNameLst>
                                          <p:attrName>style.visibility</p:attrName>
                                        </p:attrNameLst>
                                      </p:cBhvr>
                                      <p:to>
                                        <p:strVal val="visible"/>
                                      </p:to>
                                    </p:set>
                                    <p:animEffect transition="in" filter="blinds(horizontal)">
                                      <p:cBhvr>
                                        <p:cTn id="20" dur="500"/>
                                        <p:tgtEl>
                                          <p:spTgt spid="6147">
                                            <p:txEl>
                                              <p:pRg st="3" end="3"/>
                                            </p:txEl>
                                          </p:spTgt>
                                        </p:tgtEl>
                                      </p:cBhvr>
                                    </p:animEffect>
                                  </p:childTnLst>
                                </p:cTn>
                              </p:par>
                              <p:par>
                                <p:cTn id="21" presetID="3" presetClass="entr" presetSubtype="10" fill="hold" nodeType="withEffect">
                                  <p:stCondLst>
                                    <p:cond delay="0"/>
                                  </p:stCondLst>
                                  <p:childTnLst>
                                    <p:set>
                                      <p:cBhvr>
                                        <p:cTn id="22" dur="1" fill="hold">
                                          <p:stCondLst>
                                            <p:cond delay="0"/>
                                          </p:stCondLst>
                                        </p:cTn>
                                        <p:tgtEl>
                                          <p:spTgt spid="6147">
                                            <p:txEl>
                                              <p:pRg st="4" end="4"/>
                                            </p:txEl>
                                          </p:spTgt>
                                        </p:tgtEl>
                                        <p:attrNameLst>
                                          <p:attrName>style.visibility</p:attrName>
                                        </p:attrNameLst>
                                      </p:cBhvr>
                                      <p:to>
                                        <p:strVal val="visible"/>
                                      </p:to>
                                    </p:set>
                                    <p:animEffect transition="in" filter="blinds(horizontal)">
                                      <p:cBhvr>
                                        <p:cTn id="23" dur="500"/>
                                        <p:tgtEl>
                                          <p:spTgt spid="6147">
                                            <p:txEl>
                                              <p:pRg st="4" end="4"/>
                                            </p:txEl>
                                          </p:spTgt>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3" presetClass="entr" presetSubtype="10" fill="hold" grpId="0" nodeType="clickEffect">
                                  <p:stCondLst>
                                    <p:cond delay="0"/>
                                  </p:stCondLst>
                                  <p:childTnLst>
                                    <p:set>
                                      <p:cBhvr>
                                        <p:cTn id="27" dur="1" fill="hold">
                                          <p:stCondLst>
                                            <p:cond delay="0"/>
                                          </p:stCondLst>
                                        </p:cTn>
                                        <p:tgtEl>
                                          <p:spTgt spid="5"/>
                                        </p:tgtEl>
                                        <p:attrNameLst>
                                          <p:attrName>style.visibility</p:attrName>
                                        </p:attrNameLst>
                                      </p:cBhvr>
                                      <p:to>
                                        <p:strVal val="visible"/>
                                      </p:to>
                                    </p:set>
                                    <p:animEffect transition="in" filter="blinds(horizontal)">
                                      <p:cBhvr>
                                        <p:cTn id="28" dur="500"/>
                                        <p:tgtEl>
                                          <p:spTgt spid="5"/>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3" presetClass="entr" presetSubtype="10" fill="hold" nodeType="clickEffect">
                                  <p:stCondLst>
                                    <p:cond delay="0"/>
                                  </p:stCondLst>
                                  <p:childTnLst>
                                    <p:set>
                                      <p:cBhvr>
                                        <p:cTn id="32" dur="1" fill="hold">
                                          <p:stCondLst>
                                            <p:cond delay="0"/>
                                          </p:stCondLst>
                                        </p:cTn>
                                        <p:tgtEl>
                                          <p:spTgt spid="6147">
                                            <p:txEl>
                                              <p:pRg st="5" end="5"/>
                                            </p:txEl>
                                          </p:spTgt>
                                        </p:tgtEl>
                                        <p:attrNameLst>
                                          <p:attrName>style.visibility</p:attrName>
                                        </p:attrNameLst>
                                      </p:cBhvr>
                                      <p:to>
                                        <p:strVal val="visible"/>
                                      </p:to>
                                    </p:set>
                                    <p:animEffect transition="in" filter="blinds(horizontal)">
                                      <p:cBhvr>
                                        <p:cTn id="33" dur="500"/>
                                        <p:tgtEl>
                                          <p:spTgt spid="6147">
                                            <p:txEl>
                                              <p:pRg st="5" end="5"/>
                                            </p:txEl>
                                          </p:spTgt>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3" presetClass="entr" presetSubtype="10" fill="hold" grpId="0" nodeType="clickEffect">
                                  <p:stCondLst>
                                    <p:cond delay="0"/>
                                  </p:stCondLst>
                                  <p:childTnLst>
                                    <p:set>
                                      <p:cBhvr>
                                        <p:cTn id="37" dur="1" fill="hold">
                                          <p:stCondLst>
                                            <p:cond delay="0"/>
                                          </p:stCondLst>
                                        </p:cTn>
                                        <p:tgtEl>
                                          <p:spTgt spid="6"/>
                                        </p:tgtEl>
                                        <p:attrNameLst>
                                          <p:attrName>style.visibility</p:attrName>
                                        </p:attrNameLst>
                                      </p:cBhvr>
                                      <p:to>
                                        <p:strVal val="visible"/>
                                      </p:to>
                                    </p:set>
                                    <p:animEffect transition="in" filter="blinds(horizontal)">
                                      <p:cBhvr>
                                        <p:cTn id="38"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Lst>
  </p:timing>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42" name="Rectangle 2"/>
          <p:cNvSpPr>
            <a:spLocks noGrp="1" noChangeArrowheads="1"/>
          </p:cNvSpPr>
          <p:nvPr>
            <p:ph type="title"/>
          </p:nvPr>
        </p:nvSpPr>
        <p:spPr>
          <a:xfrm>
            <a:off x="469900" y="476672"/>
            <a:ext cx="8429625" cy="769937"/>
          </a:xfrm>
          <a:effectLst/>
        </p:spPr>
        <p:txBody>
          <a:bodyPr anchor="ctr"/>
          <a:lstStyle/>
          <a:p>
            <a:pPr eaLnBrk="1" hangingPunct="1"/>
            <a:r>
              <a:rPr lang="en-US" altLang="zh-CN" sz="4000" b="1" dirty="0">
                <a:solidFill>
                  <a:schemeClr val="accent2"/>
                </a:solidFill>
                <a:latin typeface="黑体" panose="02010609060101010101" pitchFamily="49" charset="-122"/>
                <a:ea typeface="黑体" panose="02010609060101010101" pitchFamily="49" charset="-122"/>
              </a:rPr>
              <a:t>8.2.3 </a:t>
            </a:r>
            <a:r>
              <a:rPr lang="zh-CN" altLang="zh-CN" sz="4000" b="1" dirty="0">
                <a:solidFill>
                  <a:schemeClr val="accent2"/>
                </a:solidFill>
                <a:latin typeface="黑体" panose="02010609060101010101" pitchFamily="49" charset="-122"/>
                <a:ea typeface="黑体" panose="02010609060101010101" pitchFamily="49" charset="-122"/>
              </a:rPr>
              <a:t>怎样引用指针变量</a:t>
            </a:r>
            <a:endParaRPr lang="zh-CN" altLang="en-US" sz="4000" b="1" dirty="0">
              <a:solidFill>
                <a:schemeClr val="accent2"/>
              </a:solidFill>
              <a:latin typeface="黑体" panose="02010609060101010101" pitchFamily="49" charset="-122"/>
              <a:ea typeface="黑体" panose="02010609060101010101" pitchFamily="49" charset="-122"/>
            </a:endParaRPr>
          </a:p>
        </p:txBody>
      </p:sp>
      <p:sp>
        <p:nvSpPr>
          <p:cNvPr id="23555" name="Rectangle 3"/>
          <p:cNvSpPr>
            <a:spLocks noGrp="1" noChangeArrowheads="1"/>
          </p:cNvSpPr>
          <p:nvPr>
            <p:ph type="body" idx="1"/>
          </p:nvPr>
        </p:nvSpPr>
        <p:spPr>
          <a:xfrm>
            <a:off x="377825" y="1340768"/>
            <a:ext cx="8286750" cy="4500563"/>
          </a:xfrm>
        </p:spPr>
        <p:txBody>
          <a:bodyPr/>
          <a:lstStyle/>
          <a:p>
            <a:pPr marL="457200" indent="-457200">
              <a:lnSpc>
                <a:spcPct val="150000"/>
              </a:lnSpc>
              <a:spcBef>
                <a:spcPts val="0"/>
              </a:spcBef>
              <a:buFont typeface="Wingdings" pitchFamily="2" charset="2"/>
              <a:buChar char="Ø"/>
            </a:pPr>
            <a:r>
              <a:rPr lang="zh-CN" altLang="zh-CN" sz="2800" dirty="0" smtClean="0">
                <a:latin typeface="黑体" pitchFamily="49" charset="-122"/>
                <a:ea typeface="黑体" pitchFamily="49" charset="-122"/>
              </a:rPr>
              <a:t>要熟练掌握两个有关的运算符：</a:t>
            </a:r>
          </a:p>
          <a:p>
            <a:pPr lvl="1">
              <a:lnSpc>
                <a:spcPct val="150000"/>
              </a:lnSpc>
              <a:spcBef>
                <a:spcPts val="0"/>
              </a:spcBef>
              <a:buFont typeface="Wingdings" pitchFamily="2" charset="2"/>
              <a:buNone/>
            </a:pPr>
            <a:r>
              <a:rPr lang="en-US" altLang="zh-CN" sz="2800" dirty="0" smtClean="0">
                <a:latin typeface="黑体" pitchFamily="49" charset="-122"/>
                <a:ea typeface="黑体" pitchFamily="49" charset="-122"/>
              </a:rPr>
              <a:t>(1)</a:t>
            </a:r>
            <a:r>
              <a:rPr lang="zh-CN" altLang="zh-CN" sz="2800" dirty="0" smtClean="0">
                <a:solidFill>
                  <a:srgbClr val="0000FF"/>
                </a:solidFill>
                <a:latin typeface="黑体" pitchFamily="49" charset="-122"/>
                <a:ea typeface="黑体" pitchFamily="49" charset="-122"/>
              </a:rPr>
              <a:t>＆</a:t>
            </a:r>
            <a:r>
              <a:rPr lang="en-US" altLang="zh-CN" sz="2800" dirty="0" smtClean="0">
                <a:solidFill>
                  <a:srgbClr val="0000FF"/>
                </a:solidFill>
                <a:latin typeface="黑体" pitchFamily="49" charset="-122"/>
                <a:ea typeface="黑体" pitchFamily="49" charset="-122"/>
              </a:rPr>
              <a:t>  </a:t>
            </a:r>
            <a:r>
              <a:rPr lang="zh-CN" altLang="zh-CN" sz="2800" dirty="0" smtClean="0">
                <a:solidFill>
                  <a:srgbClr val="0000FF"/>
                </a:solidFill>
                <a:latin typeface="黑体" pitchFamily="49" charset="-122"/>
                <a:ea typeface="黑体" pitchFamily="49" charset="-122"/>
              </a:rPr>
              <a:t>取地址运算符</a:t>
            </a:r>
            <a:r>
              <a:rPr lang="zh-CN" altLang="zh-CN" sz="2800" dirty="0" smtClean="0">
                <a:latin typeface="黑体" pitchFamily="49" charset="-122"/>
                <a:ea typeface="黑体" pitchFamily="49" charset="-122"/>
              </a:rPr>
              <a:t>。</a:t>
            </a:r>
            <a:endParaRPr lang="en-US" altLang="zh-CN" sz="2800" dirty="0" smtClean="0">
              <a:latin typeface="黑体" pitchFamily="49" charset="-122"/>
              <a:ea typeface="黑体" pitchFamily="49" charset="-122"/>
            </a:endParaRPr>
          </a:p>
          <a:p>
            <a:pPr>
              <a:lnSpc>
                <a:spcPct val="150000"/>
              </a:lnSpc>
              <a:spcBef>
                <a:spcPts val="0"/>
              </a:spcBef>
              <a:buFont typeface="Wingdings" pitchFamily="2" charset="2"/>
              <a:buNone/>
            </a:pPr>
            <a:r>
              <a:rPr lang="en-US" altLang="zh-CN" sz="2800" dirty="0" smtClean="0">
                <a:latin typeface="黑体" pitchFamily="49" charset="-122"/>
                <a:ea typeface="黑体" pitchFamily="49" charset="-122"/>
              </a:rPr>
              <a:t>           &amp;a</a:t>
            </a:r>
            <a:r>
              <a:rPr lang="zh-CN" altLang="zh-CN" sz="2800" dirty="0" smtClean="0">
                <a:latin typeface="黑体" pitchFamily="49" charset="-122"/>
                <a:ea typeface="黑体" pitchFamily="49" charset="-122"/>
              </a:rPr>
              <a:t>是变量</a:t>
            </a:r>
            <a:r>
              <a:rPr lang="en-US" altLang="zh-CN" sz="2800" dirty="0" smtClean="0">
                <a:latin typeface="黑体" pitchFamily="49" charset="-122"/>
                <a:ea typeface="黑体" pitchFamily="49" charset="-122"/>
              </a:rPr>
              <a:t>a</a:t>
            </a:r>
            <a:r>
              <a:rPr lang="zh-CN" altLang="zh-CN" sz="2800" dirty="0" smtClean="0">
                <a:latin typeface="黑体" pitchFamily="49" charset="-122"/>
                <a:ea typeface="黑体" pitchFamily="49" charset="-122"/>
              </a:rPr>
              <a:t>的地址</a:t>
            </a:r>
          </a:p>
          <a:p>
            <a:pPr lvl="1">
              <a:lnSpc>
                <a:spcPct val="150000"/>
              </a:lnSpc>
              <a:spcBef>
                <a:spcPts val="0"/>
              </a:spcBef>
              <a:buFont typeface="Wingdings" pitchFamily="2" charset="2"/>
              <a:buNone/>
            </a:pPr>
            <a:r>
              <a:rPr lang="en-US" altLang="zh-CN" sz="2800" dirty="0" smtClean="0">
                <a:latin typeface="黑体" pitchFamily="49" charset="-122"/>
                <a:ea typeface="黑体" pitchFamily="49" charset="-122"/>
              </a:rPr>
              <a:t>(2</a:t>
            </a:r>
            <a:r>
              <a:rPr lang="en-US" altLang="zh-CN" sz="2800" dirty="0" smtClean="0">
                <a:solidFill>
                  <a:srgbClr val="0000FF"/>
                </a:solidFill>
                <a:latin typeface="黑体" pitchFamily="49" charset="-122"/>
                <a:ea typeface="黑体" pitchFamily="49" charset="-122"/>
              </a:rPr>
              <a:t>)*  </a:t>
            </a:r>
            <a:r>
              <a:rPr lang="zh-CN" altLang="zh-CN" sz="2800" dirty="0" smtClean="0">
                <a:solidFill>
                  <a:srgbClr val="0000FF"/>
                </a:solidFill>
                <a:latin typeface="黑体" pitchFamily="49" charset="-122"/>
                <a:ea typeface="黑体" pitchFamily="49" charset="-122"/>
              </a:rPr>
              <a:t>指针运算符</a:t>
            </a:r>
            <a:r>
              <a:rPr lang="zh-CN" altLang="zh-CN" sz="2800" dirty="0" smtClean="0">
                <a:latin typeface="黑体" pitchFamily="49" charset="-122"/>
                <a:ea typeface="黑体" pitchFamily="49" charset="-122"/>
              </a:rPr>
              <a:t>（“间接访问”运算符）</a:t>
            </a:r>
            <a:endParaRPr lang="zh-CN" altLang="en-US" sz="2800" dirty="0" smtClean="0">
              <a:latin typeface="黑体" pitchFamily="49" charset="-122"/>
              <a:ea typeface="黑体" pitchFamily="49" charset="-122"/>
            </a:endParaRPr>
          </a:p>
          <a:p>
            <a:pPr lvl="1">
              <a:lnSpc>
                <a:spcPct val="150000"/>
              </a:lnSpc>
              <a:spcBef>
                <a:spcPts val="0"/>
              </a:spcBef>
              <a:buFont typeface="Wingdings" pitchFamily="2" charset="2"/>
              <a:buNone/>
            </a:pPr>
            <a:r>
              <a:rPr lang="zh-CN" altLang="en-US" sz="2800" dirty="0" smtClean="0">
                <a:latin typeface="黑体" pitchFamily="49" charset="-122"/>
                <a:ea typeface="黑体" pitchFamily="49" charset="-122"/>
              </a:rPr>
              <a:t>  如果</a:t>
            </a:r>
            <a:r>
              <a:rPr lang="en-US" altLang="zh-CN" sz="2800" dirty="0" smtClean="0">
                <a:latin typeface="黑体" pitchFamily="49" charset="-122"/>
                <a:ea typeface="黑体" pitchFamily="49" charset="-122"/>
              </a:rPr>
              <a:t>： p</a:t>
            </a:r>
            <a:r>
              <a:rPr lang="zh-CN" altLang="en-US" sz="2800" dirty="0" smtClean="0">
                <a:latin typeface="黑体" pitchFamily="49" charset="-122"/>
                <a:ea typeface="黑体" pitchFamily="49" charset="-122"/>
              </a:rPr>
              <a:t>指向变量</a:t>
            </a:r>
            <a:r>
              <a:rPr lang="en-US" altLang="zh-CN" sz="2800" dirty="0" smtClean="0">
                <a:latin typeface="黑体" pitchFamily="49" charset="-122"/>
                <a:ea typeface="黑体" pitchFamily="49" charset="-122"/>
              </a:rPr>
              <a:t>a，</a:t>
            </a:r>
            <a:r>
              <a:rPr lang="zh-CN" altLang="en-US" sz="2800" dirty="0" smtClean="0">
                <a:latin typeface="黑体" pitchFamily="49" charset="-122"/>
                <a:ea typeface="黑体" pitchFamily="49" charset="-122"/>
              </a:rPr>
              <a:t>则*</a:t>
            </a:r>
            <a:r>
              <a:rPr lang="en-US" altLang="zh-CN" sz="2800" dirty="0" smtClean="0">
                <a:latin typeface="黑体" pitchFamily="49" charset="-122"/>
                <a:ea typeface="黑体" pitchFamily="49" charset="-122"/>
              </a:rPr>
              <a:t>p</a:t>
            </a:r>
            <a:r>
              <a:rPr lang="zh-CN" altLang="en-US" sz="2800" dirty="0" smtClean="0">
                <a:latin typeface="黑体" pitchFamily="49" charset="-122"/>
                <a:ea typeface="黑体" pitchFamily="49" charset="-122"/>
              </a:rPr>
              <a:t>就代表</a:t>
            </a:r>
            <a:r>
              <a:rPr lang="en-US" altLang="zh-CN" sz="2800" dirty="0" smtClean="0">
                <a:latin typeface="黑体" pitchFamily="49" charset="-122"/>
                <a:ea typeface="黑体" pitchFamily="49" charset="-122"/>
              </a:rPr>
              <a:t>a。</a:t>
            </a:r>
          </a:p>
          <a:p>
            <a:pPr lvl="1">
              <a:lnSpc>
                <a:spcPct val="150000"/>
              </a:lnSpc>
              <a:spcBef>
                <a:spcPts val="0"/>
              </a:spcBef>
              <a:buFont typeface="Wingdings" pitchFamily="2" charset="2"/>
              <a:buNone/>
            </a:pPr>
            <a:r>
              <a:rPr lang="en-US" altLang="zh-CN" sz="2800" dirty="0" smtClean="0">
                <a:latin typeface="黑体" pitchFamily="49" charset="-122"/>
                <a:ea typeface="黑体" pitchFamily="49" charset="-122"/>
              </a:rPr>
              <a:t>  k=*p;       (</a:t>
            </a:r>
            <a:r>
              <a:rPr lang="zh-CN" altLang="en-US" sz="2800" dirty="0" smtClean="0">
                <a:latin typeface="黑体" pitchFamily="49" charset="-122"/>
                <a:ea typeface="黑体" pitchFamily="49" charset="-122"/>
              </a:rPr>
              <a:t>把</a:t>
            </a:r>
            <a:r>
              <a:rPr lang="en-US" altLang="zh-CN" sz="2800" dirty="0" smtClean="0">
                <a:latin typeface="黑体" pitchFamily="49" charset="-122"/>
                <a:ea typeface="黑体" pitchFamily="49" charset="-122"/>
              </a:rPr>
              <a:t>a</a:t>
            </a:r>
            <a:r>
              <a:rPr lang="zh-CN" altLang="zh-CN" sz="2800" dirty="0" smtClean="0">
                <a:latin typeface="黑体" pitchFamily="49" charset="-122"/>
                <a:ea typeface="黑体" pitchFamily="49" charset="-122"/>
              </a:rPr>
              <a:t>的值</a:t>
            </a:r>
            <a:r>
              <a:rPr lang="zh-CN" altLang="en-US" sz="2800" dirty="0" smtClean="0">
                <a:latin typeface="黑体" pitchFamily="49" charset="-122"/>
                <a:ea typeface="黑体" pitchFamily="49" charset="-122"/>
              </a:rPr>
              <a:t>赋给</a:t>
            </a:r>
            <a:r>
              <a:rPr lang="en-US" altLang="zh-CN" sz="2800" dirty="0" smtClean="0">
                <a:latin typeface="黑体" pitchFamily="49" charset="-122"/>
                <a:ea typeface="黑体" pitchFamily="49" charset="-122"/>
              </a:rPr>
              <a:t>k)</a:t>
            </a:r>
          </a:p>
          <a:p>
            <a:pPr lvl="1">
              <a:lnSpc>
                <a:spcPct val="150000"/>
              </a:lnSpc>
              <a:spcBef>
                <a:spcPts val="0"/>
              </a:spcBef>
              <a:buFont typeface="Wingdings" pitchFamily="2" charset="2"/>
              <a:buNone/>
            </a:pPr>
            <a:r>
              <a:rPr lang="zh-CN" altLang="en-US" sz="2800" dirty="0" smtClean="0">
                <a:latin typeface="黑体" pitchFamily="49" charset="-122"/>
                <a:ea typeface="黑体" pitchFamily="49" charset="-122"/>
              </a:rPr>
              <a:t>  </a:t>
            </a:r>
            <a:r>
              <a:rPr lang="en-US" altLang="zh-CN" sz="2800" dirty="0" smtClean="0">
                <a:latin typeface="黑体" pitchFamily="49" charset="-122"/>
                <a:ea typeface="黑体" pitchFamily="49" charset="-122"/>
              </a:rPr>
              <a:t>*p=1;       (</a:t>
            </a:r>
            <a:r>
              <a:rPr lang="zh-CN" altLang="en-US" sz="2800" dirty="0" smtClean="0">
                <a:latin typeface="黑体" pitchFamily="49" charset="-122"/>
                <a:ea typeface="黑体" pitchFamily="49" charset="-122"/>
              </a:rPr>
              <a:t>把1赋给</a:t>
            </a:r>
            <a:r>
              <a:rPr lang="en-US" altLang="zh-CN" sz="2800" dirty="0" smtClean="0">
                <a:latin typeface="黑体" pitchFamily="49" charset="-122"/>
                <a:ea typeface="黑体" pitchFamily="49" charset="-122"/>
              </a:rPr>
              <a:t>a)</a:t>
            </a:r>
          </a:p>
        </p:txBody>
      </p:sp>
      <p:pic>
        <p:nvPicPr>
          <p:cNvPr id="23556" name="图片 3" descr="Untitled2.png">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429625" y="6143625"/>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06559630"/>
      </p:ext>
    </p:extLst>
  </p:cSld>
  <p:clrMapOvr>
    <a:masterClrMapping/>
  </p:clrMapOvr>
  <p:transition spd="med">
    <p:blinds/>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3555">
                                            <p:txEl>
                                              <p:pRg st="3" end="3"/>
                                            </p:txEl>
                                          </p:spTgt>
                                        </p:tgtEl>
                                        <p:attrNameLst>
                                          <p:attrName>style.visibility</p:attrName>
                                        </p:attrNameLst>
                                      </p:cBhvr>
                                      <p:to>
                                        <p:strVal val="visible"/>
                                      </p:to>
                                    </p:set>
                                    <p:animEffect transition="in" filter="blinds(horizontal)">
                                      <p:cBhvr>
                                        <p:cTn id="7" dur="500"/>
                                        <p:tgtEl>
                                          <p:spTgt spid="23555">
                                            <p:txEl>
                                              <p:pRg st="3" end="3"/>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23555">
                                            <p:txEl>
                                              <p:pRg st="4" end="4"/>
                                            </p:txEl>
                                          </p:spTgt>
                                        </p:tgtEl>
                                        <p:attrNameLst>
                                          <p:attrName>style.visibility</p:attrName>
                                        </p:attrNameLst>
                                      </p:cBhvr>
                                      <p:to>
                                        <p:strVal val="visible"/>
                                      </p:to>
                                    </p:set>
                                    <p:animEffect transition="in" filter="blinds(horizontal)">
                                      <p:cBhvr>
                                        <p:cTn id="10" dur="500"/>
                                        <p:tgtEl>
                                          <p:spTgt spid="23555">
                                            <p:txEl>
                                              <p:pRg st="4" end="4"/>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23555">
                                            <p:txEl>
                                              <p:pRg st="5" end="5"/>
                                            </p:txEl>
                                          </p:spTgt>
                                        </p:tgtEl>
                                        <p:attrNameLst>
                                          <p:attrName>style.visibility</p:attrName>
                                        </p:attrNameLst>
                                      </p:cBhvr>
                                      <p:to>
                                        <p:strVal val="visible"/>
                                      </p:to>
                                    </p:set>
                                    <p:animEffect transition="in" filter="blinds(horizontal)">
                                      <p:cBhvr>
                                        <p:cTn id="13" dur="500"/>
                                        <p:tgtEl>
                                          <p:spTgt spid="23555">
                                            <p:txEl>
                                              <p:pRg st="5" end="5"/>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23555">
                                            <p:txEl>
                                              <p:pRg st="6" end="6"/>
                                            </p:txEl>
                                          </p:spTgt>
                                        </p:tgtEl>
                                        <p:attrNameLst>
                                          <p:attrName>style.visibility</p:attrName>
                                        </p:attrNameLst>
                                      </p:cBhvr>
                                      <p:to>
                                        <p:strVal val="visible"/>
                                      </p:to>
                                    </p:set>
                                    <p:animEffect transition="in" filter="blinds(horizontal)">
                                      <p:cBhvr>
                                        <p:cTn id="16" dur="500"/>
                                        <p:tgtEl>
                                          <p:spTgt spid="2355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76549" y="620688"/>
            <a:ext cx="8401943" cy="4495800"/>
          </a:xfrm>
        </p:spPr>
        <p:txBody>
          <a:bodyPr/>
          <a:lstStyle/>
          <a:p>
            <a:pPr marL="0" indent="0">
              <a:lnSpc>
                <a:spcPct val="150000"/>
              </a:lnSpc>
              <a:spcBef>
                <a:spcPts val="0"/>
              </a:spcBef>
              <a:buFont typeface="Wingdings" pitchFamily="2" charset="2"/>
              <a:buNone/>
            </a:pPr>
            <a:r>
              <a:rPr lang="zh-CN" altLang="zh-CN" sz="2800" dirty="0" smtClean="0">
                <a:latin typeface="黑体" pitchFamily="49" charset="-122"/>
                <a:ea typeface="黑体" pitchFamily="49" charset="-122"/>
              </a:rPr>
              <a:t>例</a:t>
            </a:r>
            <a:r>
              <a:rPr lang="en-US" altLang="zh-CN" sz="2800" dirty="0" smtClean="0">
                <a:latin typeface="黑体" pitchFamily="49" charset="-122"/>
                <a:ea typeface="黑体" pitchFamily="49" charset="-122"/>
              </a:rPr>
              <a:t>8.2</a:t>
            </a:r>
            <a:r>
              <a:rPr lang="zh-CN" altLang="zh-CN" sz="2800" dirty="0" smtClean="0">
                <a:latin typeface="黑体" pitchFamily="49" charset="-122"/>
                <a:ea typeface="黑体" pitchFamily="49" charset="-122"/>
              </a:rPr>
              <a:t> 输入</a:t>
            </a:r>
            <a:r>
              <a:rPr lang="en-US" altLang="zh-CN" sz="2800" dirty="0" smtClean="0">
                <a:latin typeface="黑体" pitchFamily="49" charset="-122"/>
                <a:ea typeface="黑体" pitchFamily="49" charset="-122"/>
              </a:rPr>
              <a:t>a</a:t>
            </a:r>
            <a:r>
              <a:rPr lang="zh-CN" altLang="zh-CN" sz="2800" dirty="0" smtClean="0">
                <a:latin typeface="黑体" pitchFamily="49" charset="-122"/>
                <a:ea typeface="黑体" pitchFamily="49" charset="-122"/>
              </a:rPr>
              <a:t>和</a:t>
            </a:r>
            <a:r>
              <a:rPr lang="en-US" altLang="zh-CN" sz="2800" dirty="0" smtClean="0">
                <a:latin typeface="黑体" pitchFamily="49" charset="-122"/>
                <a:ea typeface="黑体" pitchFamily="49" charset="-122"/>
              </a:rPr>
              <a:t>b</a:t>
            </a:r>
            <a:r>
              <a:rPr lang="zh-CN" altLang="zh-CN" sz="2800" dirty="0" smtClean="0">
                <a:latin typeface="黑体" pitchFamily="49" charset="-122"/>
                <a:ea typeface="黑体" pitchFamily="49" charset="-122"/>
              </a:rPr>
              <a:t>两个整数，按先大后小的顺序输出</a:t>
            </a:r>
            <a:r>
              <a:rPr lang="en-US" altLang="zh-CN" sz="2800" dirty="0" smtClean="0">
                <a:latin typeface="黑体" pitchFamily="49" charset="-122"/>
                <a:ea typeface="黑体" pitchFamily="49" charset="-122"/>
              </a:rPr>
              <a:t>a</a:t>
            </a:r>
            <a:r>
              <a:rPr lang="zh-CN" altLang="zh-CN" sz="2800" dirty="0" smtClean="0">
                <a:latin typeface="黑体" pitchFamily="49" charset="-122"/>
                <a:ea typeface="黑体" pitchFamily="49" charset="-122"/>
              </a:rPr>
              <a:t>和</a:t>
            </a:r>
            <a:r>
              <a:rPr lang="en-US" altLang="zh-CN" sz="2800" dirty="0" smtClean="0">
                <a:latin typeface="黑体" pitchFamily="49" charset="-122"/>
                <a:ea typeface="黑体" pitchFamily="49" charset="-122"/>
              </a:rPr>
              <a:t>b</a:t>
            </a:r>
            <a:r>
              <a:rPr lang="zh-CN" altLang="zh-CN" sz="2800" dirty="0" smtClean="0">
                <a:latin typeface="黑体" pitchFamily="49" charset="-122"/>
                <a:ea typeface="黑体" pitchFamily="49" charset="-122"/>
              </a:rPr>
              <a:t>。</a:t>
            </a:r>
            <a:endParaRPr lang="en-US" altLang="zh-CN" sz="2800" dirty="0" smtClean="0">
              <a:latin typeface="黑体" pitchFamily="49" charset="-122"/>
              <a:ea typeface="黑体" pitchFamily="49" charset="-122"/>
            </a:endParaRPr>
          </a:p>
          <a:p>
            <a:pPr marL="457200" indent="-457200">
              <a:lnSpc>
                <a:spcPct val="150000"/>
              </a:lnSpc>
              <a:spcBef>
                <a:spcPts val="0"/>
              </a:spcBef>
              <a:buFont typeface="Wingdings" pitchFamily="2" charset="2"/>
              <a:buChar char="Ø"/>
            </a:pPr>
            <a:r>
              <a:rPr lang="zh-CN" altLang="zh-CN" sz="2800" dirty="0" smtClean="0">
                <a:latin typeface="黑体" pitchFamily="49" charset="-122"/>
                <a:ea typeface="黑体" pitchFamily="49" charset="-122"/>
              </a:rPr>
              <a:t>解题思路：用指针方法来处理这个问题。不交换整型变量的值，而是交换两个指针变量的值。</a:t>
            </a:r>
            <a:endParaRPr lang="zh-CN" altLang="en-US" sz="2800" dirty="0" smtClean="0">
              <a:latin typeface="黑体" pitchFamily="49" charset="-122"/>
              <a:ea typeface="黑体" pitchFamily="49" charset="-122"/>
            </a:endParaRPr>
          </a:p>
        </p:txBody>
      </p:sp>
      <p:pic>
        <p:nvPicPr>
          <p:cNvPr id="24579" name="图片 3" descr="Untitled2.png">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429625" y="6143625"/>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4301146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linds(horizontal)">
                                      <p:cBhvr>
                                        <p:cTn id="7"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内容占位符 2"/>
          <p:cNvSpPr>
            <a:spLocks noGrp="1"/>
          </p:cNvSpPr>
          <p:nvPr>
            <p:ph idx="1"/>
          </p:nvPr>
        </p:nvSpPr>
        <p:spPr>
          <a:xfrm>
            <a:off x="357188" y="1285875"/>
            <a:ext cx="8153400" cy="5429250"/>
          </a:xfrm>
        </p:spPr>
        <p:txBody>
          <a:bodyPr/>
          <a:lstStyle/>
          <a:p>
            <a:pPr>
              <a:lnSpc>
                <a:spcPts val="2800"/>
              </a:lnSpc>
              <a:buFont typeface="Wingdings" pitchFamily="2" charset="2"/>
              <a:buNone/>
            </a:pPr>
            <a:r>
              <a:rPr lang="en-US" altLang="zh-CN" sz="2800" smtClean="0"/>
              <a:t>#include &lt;stdio.h&gt;</a:t>
            </a:r>
            <a:endParaRPr lang="zh-CN" altLang="zh-CN" sz="2800" smtClean="0"/>
          </a:p>
          <a:p>
            <a:pPr>
              <a:lnSpc>
                <a:spcPts val="2800"/>
              </a:lnSpc>
              <a:buFont typeface="Wingdings" pitchFamily="2" charset="2"/>
              <a:buNone/>
            </a:pPr>
            <a:r>
              <a:rPr lang="en-US" altLang="zh-CN" sz="2800" smtClean="0"/>
              <a:t>int main()</a:t>
            </a:r>
            <a:endParaRPr lang="zh-CN" altLang="zh-CN" sz="2800" smtClean="0"/>
          </a:p>
          <a:p>
            <a:pPr>
              <a:lnSpc>
                <a:spcPts val="2800"/>
              </a:lnSpc>
              <a:buFont typeface="Wingdings" pitchFamily="2" charset="2"/>
              <a:buNone/>
            </a:pPr>
            <a:r>
              <a:rPr lang="en-US" altLang="zh-CN" sz="2800" smtClean="0"/>
              <a:t>{ int *p1,*p2,*p,a,b; </a:t>
            </a:r>
            <a:endParaRPr lang="zh-CN" altLang="zh-CN" sz="2800" smtClean="0"/>
          </a:p>
          <a:p>
            <a:pPr>
              <a:lnSpc>
                <a:spcPts val="2800"/>
              </a:lnSpc>
              <a:buFont typeface="Wingdings" pitchFamily="2" charset="2"/>
              <a:buNone/>
            </a:pPr>
            <a:r>
              <a:rPr lang="en-US" altLang="zh-CN" sz="2800" smtClean="0"/>
              <a:t>   printf(“integer numbers:");</a:t>
            </a:r>
            <a:endParaRPr lang="zh-CN" altLang="zh-CN" sz="2800" smtClean="0"/>
          </a:p>
          <a:p>
            <a:pPr>
              <a:lnSpc>
                <a:spcPts val="2800"/>
              </a:lnSpc>
              <a:buFont typeface="Wingdings" pitchFamily="2" charset="2"/>
              <a:buNone/>
            </a:pPr>
            <a:r>
              <a:rPr lang="en-US" altLang="zh-CN" sz="2800" smtClean="0"/>
              <a:t>   scanf(“%d,%d”,&amp;a,&amp;b);  </a:t>
            </a:r>
            <a:endParaRPr lang="zh-CN" altLang="zh-CN" sz="2800" smtClean="0"/>
          </a:p>
          <a:p>
            <a:pPr>
              <a:lnSpc>
                <a:spcPts val="2800"/>
              </a:lnSpc>
              <a:buFont typeface="Wingdings" pitchFamily="2" charset="2"/>
              <a:buNone/>
            </a:pPr>
            <a:r>
              <a:rPr lang="en-US" altLang="zh-CN" sz="2800" smtClean="0"/>
              <a:t>   p1=&amp;a;    p2=&amp;b; </a:t>
            </a:r>
            <a:endParaRPr lang="zh-CN" altLang="zh-CN" sz="2800" smtClean="0"/>
          </a:p>
          <a:p>
            <a:pPr>
              <a:lnSpc>
                <a:spcPts val="2800"/>
              </a:lnSpc>
              <a:buFont typeface="Wingdings" pitchFamily="2" charset="2"/>
              <a:buNone/>
            </a:pPr>
            <a:r>
              <a:rPr lang="en-US" altLang="zh-CN" sz="2800" smtClean="0"/>
              <a:t>   if(a&lt;b) </a:t>
            </a:r>
            <a:endParaRPr lang="zh-CN" altLang="zh-CN" sz="2800" smtClean="0"/>
          </a:p>
          <a:p>
            <a:pPr>
              <a:lnSpc>
                <a:spcPts val="2800"/>
              </a:lnSpc>
              <a:buFont typeface="Wingdings" pitchFamily="2" charset="2"/>
              <a:buNone/>
            </a:pPr>
            <a:r>
              <a:rPr lang="en-US" altLang="zh-CN" sz="2800" smtClean="0"/>
              <a:t>   {  p=p1; p1=p2; p2=p; } </a:t>
            </a:r>
            <a:endParaRPr lang="zh-CN" altLang="zh-CN" sz="2800" smtClean="0"/>
          </a:p>
          <a:p>
            <a:pPr>
              <a:lnSpc>
                <a:spcPts val="2800"/>
              </a:lnSpc>
              <a:buFont typeface="Wingdings" pitchFamily="2" charset="2"/>
              <a:buNone/>
            </a:pPr>
            <a:r>
              <a:rPr lang="en-US" altLang="zh-CN" sz="2800" smtClean="0"/>
              <a:t>   printf(“a=%d,b=%d\n”,a,b);</a:t>
            </a:r>
            <a:endParaRPr lang="zh-CN" altLang="zh-CN" sz="2800" smtClean="0"/>
          </a:p>
          <a:p>
            <a:pPr>
              <a:lnSpc>
                <a:spcPts val="2800"/>
              </a:lnSpc>
              <a:buFont typeface="Wingdings" pitchFamily="2" charset="2"/>
              <a:buNone/>
            </a:pPr>
            <a:r>
              <a:rPr lang="en-US" altLang="zh-CN" sz="2800" smtClean="0"/>
              <a:t>   printf(“%d,%d\n”,*p1,*p2); </a:t>
            </a:r>
            <a:endParaRPr lang="zh-CN" altLang="zh-CN" sz="2800" smtClean="0"/>
          </a:p>
          <a:p>
            <a:pPr>
              <a:lnSpc>
                <a:spcPts val="2800"/>
              </a:lnSpc>
              <a:buFont typeface="Wingdings" pitchFamily="2" charset="2"/>
              <a:buNone/>
            </a:pPr>
            <a:r>
              <a:rPr lang="en-US" altLang="zh-CN" sz="2800" smtClean="0"/>
              <a:t>   return 0;</a:t>
            </a:r>
            <a:endParaRPr lang="zh-CN" altLang="zh-CN" sz="2800" smtClean="0"/>
          </a:p>
          <a:p>
            <a:pPr>
              <a:lnSpc>
                <a:spcPts val="2800"/>
              </a:lnSpc>
              <a:buFont typeface="Wingdings" pitchFamily="2" charset="2"/>
              <a:buNone/>
            </a:pPr>
            <a:r>
              <a:rPr lang="en-US" altLang="zh-CN" sz="2800" smtClean="0"/>
              <a:t>}</a:t>
            </a:r>
            <a:endParaRPr lang="zh-CN" altLang="zh-CN" sz="2800" smtClean="0"/>
          </a:p>
        </p:txBody>
      </p:sp>
      <p:sp>
        <p:nvSpPr>
          <p:cNvPr id="5" name="矩形 4"/>
          <p:cNvSpPr>
            <a:spLocks noChangeArrowheads="1"/>
          </p:cNvSpPr>
          <p:nvPr/>
        </p:nvSpPr>
        <p:spPr bwMode="auto">
          <a:xfrm>
            <a:off x="8001000" y="642938"/>
            <a:ext cx="714375" cy="714375"/>
          </a:xfrm>
          <a:prstGeom prst="rect">
            <a:avLst/>
          </a:prstGeom>
          <a:solidFill>
            <a:schemeClr val="accent1"/>
          </a:solidFill>
          <a:ln w="38100" algn="ctr">
            <a:solidFill>
              <a:schemeClr val="tx1"/>
            </a:solidFill>
            <a:miter lim="800000"/>
            <a:headEnd/>
            <a:tailEnd/>
          </a:ln>
        </p:spPr>
        <p:txBody>
          <a:bodyPr wrap="none"/>
          <a:lstStyle/>
          <a:p>
            <a:endParaRPr lang="zh-CN" altLang="en-US"/>
          </a:p>
        </p:txBody>
      </p:sp>
      <p:cxnSp>
        <p:nvCxnSpPr>
          <p:cNvPr id="7" name="直接连接符 6"/>
          <p:cNvCxnSpPr>
            <a:cxnSpLocks noChangeShapeType="1"/>
          </p:cNvCxnSpPr>
          <p:nvPr/>
        </p:nvCxnSpPr>
        <p:spPr bwMode="auto">
          <a:xfrm>
            <a:off x="714375" y="2584450"/>
            <a:ext cx="2921521" cy="0"/>
          </a:xfrm>
          <a:prstGeom prst="line">
            <a:avLst/>
          </a:prstGeom>
          <a:noFill/>
          <a:ln w="38100" algn="ctr">
            <a:solidFill>
              <a:srgbClr val="FF0000"/>
            </a:solidFill>
            <a:miter lim="800000"/>
            <a:headEnd/>
            <a:tailEnd/>
          </a:ln>
          <a:extLst>
            <a:ext uri="{909E8E84-426E-40DD-AFC4-6F175D3DCCD1}">
              <a14:hiddenFill xmlns:a14="http://schemas.microsoft.com/office/drawing/2010/main">
                <a:noFill/>
              </a14:hiddenFill>
            </a:ext>
          </a:extLst>
        </p:spPr>
      </p:cxnSp>
      <p:sp>
        <p:nvSpPr>
          <p:cNvPr id="8" name="矩形 7"/>
          <p:cNvSpPr>
            <a:spLocks noChangeArrowheads="1"/>
          </p:cNvSpPr>
          <p:nvPr/>
        </p:nvSpPr>
        <p:spPr bwMode="auto">
          <a:xfrm>
            <a:off x="8001000" y="1785938"/>
            <a:ext cx="714375" cy="714375"/>
          </a:xfrm>
          <a:prstGeom prst="rect">
            <a:avLst/>
          </a:prstGeom>
          <a:solidFill>
            <a:schemeClr val="accent1"/>
          </a:solidFill>
          <a:ln w="38100" algn="ctr">
            <a:solidFill>
              <a:schemeClr val="tx1"/>
            </a:solidFill>
            <a:miter lim="800000"/>
            <a:headEnd/>
            <a:tailEnd/>
          </a:ln>
        </p:spPr>
        <p:txBody>
          <a:bodyPr wrap="none"/>
          <a:lstStyle/>
          <a:p>
            <a:endParaRPr lang="zh-CN" altLang="en-US"/>
          </a:p>
        </p:txBody>
      </p:sp>
      <p:sp>
        <p:nvSpPr>
          <p:cNvPr id="9" name="矩形 8"/>
          <p:cNvSpPr>
            <a:spLocks noChangeArrowheads="1"/>
          </p:cNvSpPr>
          <p:nvPr/>
        </p:nvSpPr>
        <p:spPr bwMode="auto">
          <a:xfrm>
            <a:off x="6572250" y="642938"/>
            <a:ext cx="714375" cy="714375"/>
          </a:xfrm>
          <a:prstGeom prst="rect">
            <a:avLst/>
          </a:prstGeom>
          <a:solidFill>
            <a:schemeClr val="accent1"/>
          </a:solidFill>
          <a:ln w="38100" algn="ctr">
            <a:solidFill>
              <a:schemeClr val="tx1"/>
            </a:solidFill>
            <a:miter lim="800000"/>
            <a:headEnd/>
            <a:tailEnd/>
          </a:ln>
        </p:spPr>
        <p:txBody>
          <a:bodyPr wrap="none"/>
          <a:lstStyle/>
          <a:p>
            <a:endParaRPr lang="zh-CN" altLang="en-US"/>
          </a:p>
        </p:txBody>
      </p:sp>
      <p:sp>
        <p:nvSpPr>
          <p:cNvPr id="10" name="矩形 9"/>
          <p:cNvSpPr>
            <a:spLocks noChangeArrowheads="1"/>
          </p:cNvSpPr>
          <p:nvPr/>
        </p:nvSpPr>
        <p:spPr bwMode="auto">
          <a:xfrm>
            <a:off x="6572250" y="1785938"/>
            <a:ext cx="714375" cy="714375"/>
          </a:xfrm>
          <a:prstGeom prst="rect">
            <a:avLst/>
          </a:prstGeom>
          <a:solidFill>
            <a:schemeClr val="accent1"/>
          </a:solidFill>
          <a:ln w="38100" algn="ctr">
            <a:solidFill>
              <a:schemeClr val="tx1"/>
            </a:solidFill>
            <a:miter lim="800000"/>
            <a:headEnd/>
            <a:tailEnd/>
          </a:ln>
        </p:spPr>
        <p:txBody>
          <a:bodyPr wrap="none"/>
          <a:lstStyle/>
          <a:p>
            <a:endParaRPr lang="zh-CN" altLang="en-US"/>
          </a:p>
        </p:txBody>
      </p:sp>
      <p:sp>
        <p:nvSpPr>
          <p:cNvPr id="11" name="矩形 10"/>
          <p:cNvSpPr>
            <a:spLocks noChangeArrowheads="1"/>
          </p:cNvSpPr>
          <p:nvPr/>
        </p:nvSpPr>
        <p:spPr bwMode="auto">
          <a:xfrm>
            <a:off x="5143500" y="1285875"/>
            <a:ext cx="714375" cy="714375"/>
          </a:xfrm>
          <a:prstGeom prst="rect">
            <a:avLst/>
          </a:prstGeom>
          <a:solidFill>
            <a:schemeClr val="accent1"/>
          </a:solidFill>
          <a:ln w="38100" algn="ctr">
            <a:solidFill>
              <a:schemeClr val="tx1"/>
            </a:solidFill>
            <a:miter lim="800000"/>
            <a:headEnd/>
            <a:tailEnd/>
          </a:ln>
        </p:spPr>
        <p:txBody>
          <a:bodyPr wrap="none"/>
          <a:lstStyle/>
          <a:p>
            <a:endParaRPr lang="zh-CN" altLang="en-US"/>
          </a:p>
        </p:txBody>
      </p:sp>
      <p:sp>
        <p:nvSpPr>
          <p:cNvPr id="12" name="TextBox 11"/>
          <p:cNvSpPr txBox="1">
            <a:spLocks noChangeArrowheads="1"/>
          </p:cNvSpPr>
          <p:nvPr/>
        </p:nvSpPr>
        <p:spPr bwMode="auto">
          <a:xfrm>
            <a:off x="8185150" y="133350"/>
            <a:ext cx="500063"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000">
                <a:solidFill>
                  <a:schemeClr val="tx1"/>
                </a:solidFill>
                <a:latin typeface="Arial" charset="0"/>
                <a:ea typeface="宋体" pitchFamily="2" charset="-122"/>
              </a:defRPr>
            </a:lvl1pPr>
            <a:lvl2pPr marL="742950" indent="-285750" eaLnBrk="0" hangingPunct="0">
              <a:defRPr kumimoji="1" sz="4000">
                <a:solidFill>
                  <a:schemeClr val="tx1"/>
                </a:solidFill>
                <a:latin typeface="Arial" charset="0"/>
                <a:ea typeface="宋体" pitchFamily="2" charset="-122"/>
              </a:defRPr>
            </a:lvl2pPr>
            <a:lvl3pPr marL="1143000" indent="-228600" eaLnBrk="0" hangingPunct="0">
              <a:defRPr kumimoji="1" sz="4000">
                <a:solidFill>
                  <a:schemeClr val="tx1"/>
                </a:solidFill>
                <a:latin typeface="Arial" charset="0"/>
                <a:ea typeface="宋体" pitchFamily="2" charset="-122"/>
              </a:defRPr>
            </a:lvl3pPr>
            <a:lvl4pPr marL="1600200" indent="-228600" eaLnBrk="0" hangingPunct="0">
              <a:defRPr kumimoji="1" sz="4000">
                <a:solidFill>
                  <a:schemeClr val="tx1"/>
                </a:solidFill>
                <a:latin typeface="Arial" charset="0"/>
                <a:ea typeface="宋体" pitchFamily="2" charset="-122"/>
              </a:defRPr>
            </a:lvl4pPr>
            <a:lvl5pPr marL="2057400" indent="-228600" eaLnBrk="0" hangingPunct="0">
              <a:defRPr kumimoji="1" sz="4000">
                <a:solidFill>
                  <a:schemeClr val="tx1"/>
                </a:solidFill>
                <a:latin typeface="Arial" charset="0"/>
                <a:ea typeface="宋体" pitchFamily="2" charset="-122"/>
              </a:defRPr>
            </a:lvl5pPr>
            <a:lvl6pPr marL="2514600" indent="-228600" eaLnBrk="0" fontAlgn="base" hangingPunct="0">
              <a:spcBef>
                <a:spcPct val="0"/>
              </a:spcBef>
              <a:spcAft>
                <a:spcPct val="0"/>
              </a:spcAft>
              <a:defRPr kumimoji="1" sz="4000">
                <a:solidFill>
                  <a:schemeClr val="tx1"/>
                </a:solidFill>
                <a:latin typeface="Arial" charset="0"/>
                <a:ea typeface="宋体" pitchFamily="2" charset="-122"/>
              </a:defRPr>
            </a:lvl6pPr>
            <a:lvl7pPr marL="2971800" indent="-228600" eaLnBrk="0" fontAlgn="base" hangingPunct="0">
              <a:spcBef>
                <a:spcPct val="0"/>
              </a:spcBef>
              <a:spcAft>
                <a:spcPct val="0"/>
              </a:spcAft>
              <a:defRPr kumimoji="1" sz="4000">
                <a:solidFill>
                  <a:schemeClr val="tx1"/>
                </a:solidFill>
                <a:latin typeface="Arial" charset="0"/>
                <a:ea typeface="宋体" pitchFamily="2" charset="-122"/>
              </a:defRPr>
            </a:lvl7pPr>
            <a:lvl8pPr marL="3429000" indent="-228600" eaLnBrk="0" fontAlgn="base" hangingPunct="0">
              <a:spcBef>
                <a:spcPct val="0"/>
              </a:spcBef>
              <a:spcAft>
                <a:spcPct val="0"/>
              </a:spcAft>
              <a:defRPr kumimoji="1" sz="4000">
                <a:solidFill>
                  <a:schemeClr val="tx1"/>
                </a:solidFill>
                <a:latin typeface="Arial" charset="0"/>
                <a:ea typeface="宋体" pitchFamily="2" charset="-122"/>
              </a:defRPr>
            </a:lvl8pPr>
            <a:lvl9pPr marL="3886200" indent="-228600" eaLnBrk="0" fontAlgn="base" hangingPunct="0">
              <a:spcBef>
                <a:spcPct val="0"/>
              </a:spcBef>
              <a:spcAft>
                <a:spcPct val="0"/>
              </a:spcAft>
              <a:defRPr kumimoji="1" sz="4000">
                <a:solidFill>
                  <a:schemeClr val="tx1"/>
                </a:solidFill>
                <a:latin typeface="Arial" charset="0"/>
                <a:ea typeface="宋体" pitchFamily="2" charset="-122"/>
              </a:defRPr>
            </a:lvl9pPr>
          </a:lstStyle>
          <a:p>
            <a:pPr eaLnBrk="1" hangingPunct="1"/>
            <a:r>
              <a:rPr lang="en-US" altLang="zh-CN" sz="3200">
                <a:solidFill>
                  <a:srgbClr val="FF0000"/>
                </a:solidFill>
              </a:rPr>
              <a:t>a</a:t>
            </a:r>
            <a:endParaRPr lang="zh-CN" altLang="en-US" sz="3200">
              <a:solidFill>
                <a:srgbClr val="FF0000"/>
              </a:solidFill>
            </a:endParaRPr>
          </a:p>
        </p:txBody>
      </p:sp>
      <p:sp>
        <p:nvSpPr>
          <p:cNvPr id="13" name="TextBox 12"/>
          <p:cNvSpPr txBox="1">
            <a:spLocks noChangeArrowheads="1"/>
          </p:cNvSpPr>
          <p:nvPr/>
        </p:nvSpPr>
        <p:spPr bwMode="auto">
          <a:xfrm>
            <a:off x="8164513" y="2416175"/>
            <a:ext cx="500062"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000">
                <a:solidFill>
                  <a:schemeClr val="tx1"/>
                </a:solidFill>
                <a:latin typeface="Arial" charset="0"/>
                <a:ea typeface="宋体" pitchFamily="2" charset="-122"/>
              </a:defRPr>
            </a:lvl1pPr>
            <a:lvl2pPr marL="742950" indent="-285750" eaLnBrk="0" hangingPunct="0">
              <a:defRPr kumimoji="1" sz="4000">
                <a:solidFill>
                  <a:schemeClr val="tx1"/>
                </a:solidFill>
                <a:latin typeface="Arial" charset="0"/>
                <a:ea typeface="宋体" pitchFamily="2" charset="-122"/>
              </a:defRPr>
            </a:lvl2pPr>
            <a:lvl3pPr marL="1143000" indent="-228600" eaLnBrk="0" hangingPunct="0">
              <a:defRPr kumimoji="1" sz="4000">
                <a:solidFill>
                  <a:schemeClr val="tx1"/>
                </a:solidFill>
                <a:latin typeface="Arial" charset="0"/>
                <a:ea typeface="宋体" pitchFamily="2" charset="-122"/>
              </a:defRPr>
            </a:lvl3pPr>
            <a:lvl4pPr marL="1600200" indent="-228600" eaLnBrk="0" hangingPunct="0">
              <a:defRPr kumimoji="1" sz="4000">
                <a:solidFill>
                  <a:schemeClr val="tx1"/>
                </a:solidFill>
                <a:latin typeface="Arial" charset="0"/>
                <a:ea typeface="宋体" pitchFamily="2" charset="-122"/>
              </a:defRPr>
            </a:lvl4pPr>
            <a:lvl5pPr marL="2057400" indent="-228600" eaLnBrk="0" hangingPunct="0">
              <a:defRPr kumimoji="1" sz="4000">
                <a:solidFill>
                  <a:schemeClr val="tx1"/>
                </a:solidFill>
                <a:latin typeface="Arial" charset="0"/>
                <a:ea typeface="宋体" pitchFamily="2" charset="-122"/>
              </a:defRPr>
            </a:lvl5pPr>
            <a:lvl6pPr marL="2514600" indent="-228600" eaLnBrk="0" fontAlgn="base" hangingPunct="0">
              <a:spcBef>
                <a:spcPct val="0"/>
              </a:spcBef>
              <a:spcAft>
                <a:spcPct val="0"/>
              </a:spcAft>
              <a:defRPr kumimoji="1" sz="4000">
                <a:solidFill>
                  <a:schemeClr val="tx1"/>
                </a:solidFill>
                <a:latin typeface="Arial" charset="0"/>
                <a:ea typeface="宋体" pitchFamily="2" charset="-122"/>
              </a:defRPr>
            </a:lvl6pPr>
            <a:lvl7pPr marL="2971800" indent="-228600" eaLnBrk="0" fontAlgn="base" hangingPunct="0">
              <a:spcBef>
                <a:spcPct val="0"/>
              </a:spcBef>
              <a:spcAft>
                <a:spcPct val="0"/>
              </a:spcAft>
              <a:defRPr kumimoji="1" sz="4000">
                <a:solidFill>
                  <a:schemeClr val="tx1"/>
                </a:solidFill>
                <a:latin typeface="Arial" charset="0"/>
                <a:ea typeface="宋体" pitchFamily="2" charset="-122"/>
              </a:defRPr>
            </a:lvl7pPr>
            <a:lvl8pPr marL="3429000" indent="-228600" eaLnBrk="0" fontAlgn="base" hangingPunct="0">
              <a:spcBef>
                <a:spcPct val="0"/>
              </a:spcBef>
              <a:spcAft>
                <a:spcPct val="0"/>
              </a:spcAft>
              <a:defRPr kumimoji="1" sz="4000">
                <a:solidFill>
                  <a:schemeClr val="tx1"/>
                </a:solidFill>
                <a:latin typeface="Arial" charset="0"/>
                <a:ea typeface="宋体" pitchFamily="2" charset="-122"/>
              </a:defRPr>
            </a:lvl8pPr>
            <a:lvl9pPr marL="3886200" indent="-228600" eaLnBrk="0" fontAlgn="base" hangingPunct="0">
              <a:spcBef>
                <a:spcPct val="0"/>
              </a:spcBef>
              <a:spcAft>
                <a:spcPct val="0"/>
              </a:spcAft>
              <a:defRPr kumimoji="1" sz="4000">
                <a:solidFill>
                  <a:schemeClr val="tx1"/>
                </a:solidFill>
                <a:latin typeface="Arial" charset="0"/>
                <a:ea typeface="宋体" pitchFamily="2" charset="-122"/>
              </a:defRPr>
            </a:lvl9pPr>
          </a:lstStyle>
          <a:p>
            <a:pPr eaLnBrk="1" hangingPunct="1"/>
            <a:r>
              <a:rPr lang="en-US" altLang="zh-CN" sz="3200">
                <a:solidFill>
                  <a:srgbClr val="FF0000"/>
                </a:solidFill>
              </a:rPr>
              <a:t>b</a:t>
            </a:r>
            <a:endParaRPr lang="zh-CN" altLang="en-US" sz="3200">
              <a:solidFill>
                <a:srgbClr val="FF0000"/>
              </a:solidFill>
            </a:endParaRPr>
          </a:p>
        </p:txBody>
      </p:sp>
      <p:sp>
        <p:nvSpPr>
          <p:cNvPr id="14" name="TextBox 13"/>
          <p:cNvSpPr txBox="1">
            <a:spLocks noChangeArrowheads="1"/>
          </p:cNvSpPr>
          <p:nvPr/>
        </p:nvSpPr>
        <p:spPr bwMode="auto">
          <a:xfrm>
            <a:off x="6640513" y="58738"/>
            <a:ext cx="71437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000">
                <a:solidFill>
                  <a:schemeClr val="tx1"/>
                </a:solidFill>
                <a:latin typeface="Arial" charset="0"/>
                <a:ea typeface="宋体" pitchFamily="2" charset="-122"/>
              </a:defRPr>
            </a:lvl1pPr>
            <a:lvl2pPr marL="742950" indent="-285750" eaLnBrk="0" hangingPunct="0">
              <a:defRPr kumimoji="1" sz="4000">
                <a:solidFill>
                  <a:schemeClr val="tx1"/>
                </a:solidFill>
                <a:latin typeface="Arial" charset="0"/>
                <a:ea typeface="宋体" pitchFamily="2" charset="-122"/>
              </a:defRPr>
            </a:lvl2pPr>
            <a:lvl3pPr marL="1143000" indent="-228600" eaLnBrk="0" hangingPunct="0">
              <a:defRPr kumimoji="1" sz="4000">
                <a:solidFill>
                  <a:schemeClr val="tx1"/>
                </a:solidFill>
                <a:latin typeface="Arial" charset="0"/>
                <a:ea typeface="宋体" pitchFamily="2" charset="-122"/>
              </a:defRPr>
            </a:lvl3pPr>
            <a:lvl4pPr marL="1600200" indent="-228600" eaLnBrk="0" hangingPunct="0">
              <a:defRPr kumimoji="1" sz="4000">
                <a:solidFill>
                  <a:schemeClr val="tx1"/>
                </a:solidFill>
                <a:latin typeface="Arial" charset="0"/>
                <a:ea typeface="宋体" pitchFamily="2" charset="-122"/>
              </a:defRPr>
            </a:lvl4pPr>
            <a:lvl5pPr marL="2057400" indent="-228600" eaLnBrk="0" hangingPunct="0">
              <a:defRPr kumimoji="1" sz="4000">
                <a:solidFill>
                  <a:schemeClr val="tx1"/>
                </a:solidFill>
                <a:latin typeface="Arial" charset="0"/>
                <a:ea typeface="宋体" pitchFamily="2" charset="-122"/>
              </a:defRPr>
            </a:lvl5pPr>
            <a:lvl6pPr marL="2514600" indent="-228600" eaLnBrk="0" fontAlgn="base" hangingPunct="0">
              <a:spcBef>
                <a:spcPct val="0"/>
              </a:spcBef>
              <a:spcAft>
                <a:spcPct val="0"/>
              </a:spcAft>
              <a:defRPr kumimoji="1" sz="4000">
                <a:solidFill>
                  <a:schemeClr val="tx1"/>
                </a:solidFill>
                <a:latin typeface="Arial" charset="0"/>
                <a:ea typeface="宋体" pitchFamily="2" charset="-122"/>
              </a:defRPr>
            </a:lvl6pPr>
            <a:lvl7pPr marL="2971800" indent="-228600" eaLnBrk="0" fontAlgn="base" hangingPunct="0">
              <a:spcBef>
                <a:spcPct val="0"/>
              </a:spcBef>
              <a:spcAft>
                <a:spcPct val="0"/>
              </a:spcAft>
              <a:defRPr kumimoji="1" sz="4000">
                <a:solidFill>
                  <a:schemeClr val="tx1"/>
                </a:solidFill>
                <a:latin typeface="Arial" charset="0"/>
                <a:ea typeface="宋体" pitchFamily="2" charset="-122"/>
              </a:defRPr>
            </a:lvl7pPr>
            <a:lvl8pPr marL="3429000" indent="-228600" eaLnBrk="0" fontAlgn="base" hangingPunct="0">
              <a:spcBef>
                <a:spcPct val="0"/>
              </a:spcBef>
              <a:spcAft>
                <a:spcPct val="0"/>
              </a:spcAft>
              <a:defRPr kumimoji="1" sz="4000">
                <a:solidFill>
                  <a:schemeClr val="tx1"/>
                </a:solidFill>
                <a:latin typeface="Arial" charset="0"/>
                <a:ea typeface="宋体" pitchFamily="2" charset="-122"/>
              </a:defRPr>
            </a:lvl8pPr>
            <a:lvl9pPr marL="3886200" indent="-228600" eaLnBrk="0" fontAlgn="base" hangingPunct="0">
              <a:spcBef>
                <a:spcPct val="0"/>
              </a:spcBef>
              <a:spcAft>
                <a:spcPct val="0"/>
              </a:spcAft>
              <a:defRPr kumimoji="1" sz="4000">
                <a:solidFill>
                  <a:schemeClr val="tx1"/>
                </a:solidFill>
                <a:latin typeface="Arial" charset="0"/>
                <a:ea typeface="宋体" pitchFamily="2" charset="-122"/>
              </a:defRPr>
            </a:lvl9pPr>
          </a:lstStyle>
          <a:p>
            <a:pPr eaLnBrk="1" hangingPunct="1"/>
            <a:r>
              <a:rPr lang="en-US" altLang="zh-CN" sz="3200" b="1">
                <a:solidFill>
                  <a:srgbClr val="FF0000"/>
                </a:solidFill>
              </a:rPr>
              <a:t>p1</a:t>
            </a:r>
            <a:endParaRPr lang="zh-CN" altLang="en-US" sz="3200" b="1">
              <a:solidFill>
                <a:srgbClr val="FF0000"/>
              </a:solidFill>
            </a:endParaRPr>
          </a:p>
        </p:txBody>
      </p:sp>
      <p:sp>
        <p:nvSpPr>
          <p:cNvPr id="15" name="TextBox 14"/>
          <p:cNvSpPr txBox="1">
            <a:spLocks noChangeArrowheads="1"/>
          </p:cNvSpPr>
          <p:nvPr/>
        </p:nvSpPr>
        <p:spPr bwMode="auto">
          <a:xfrm>
            <a:off x="6643688" y="2416175"/>
            <a:ext cx="71437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000">
                <a:solidFill>
                  <a:schemeClr val="tx1"/>
                </a:solidFill>
                <a:latin typeface="Arial" charset="0"/>
                <a:ea typeface="宋体" pitchFamily="2" charset="-122"/>
              </a:defRPr>
            </a:lvl1pPr>
            <a:lvl2pPr marL="742950" indent="-285750" eaLnBrk="0" hangingPunct="0">
              <a:defRPr kumimoji="1" sz="4000">
                <a:solidFill>
                  <a:schemeClr val="tx1"/>
                </a:solidFill>
                <a:latin typeface="Arial" charset="0"/>
                <a:ea typeface="宋体" pitchFamily="2" charset="-122"/>
              </a:defRPr>
            </a:lvl2pPr>
            <a:lvl3pPr marL="1143000" indent="-228600" eaLnBrk="0" hangingPunct="0">
              <a:defRPr kumimoji="1" sz="4000">
                <a:solidFill>
                  <a:schemeClr val="tx1"/>
                </a:solidFill>
                <a:latin typeface="Arial" charset="0"/>
                <a:ea typeface="宋体" pitchFamily="2" charset="-122"/>
              </a:defRPr>
            </a:lvl3pPr>
            <a:lvl4pPr marL="1600200" indent="-228600" eaLnBrk="0" hangingPunct="0">
              <a:defRPr kumimoji="1" sz="4000">
                <a:solidFill>
                  <a:schemeClr val="tx1"/>
                </a:solidFill>
                <a:latin typeface="Arial" charset="0"/>
                <a:ea typeface="宋体" pitchFamily="2" charset="-122"/>
              </a:defRPr>
            </a:lvl4pPr>
            <a:lvl5pPr marL="2057400" indent="-228600" eaLnBrk="0" hangingPunct="0">
              <a:defRPr kumimoji="1" sz="4000">
                <a:solidFill>
                  <a:schemeClr val="tx1"/>
                </a:solidFill>
                <a:latin typeface="Arial" charset="0"/>
                <a:ea typeface="宋体" pitchFamily="2" charset="-122"/>
              </a:defRPr>
            </a:lvl5pPr>
            <a:lvl6pPr marL="2514600" indent="-228600" eaLnBrk="0" fontAlgn="base" hangingPunct="0">
              <a:spcBef>
                <a:spcPct val="0"/>
              </a:spcBef>
              <a:spcAft>
                <a:spcPct val="0"/>
              </a:spcAft>
              <a:defRPr kumimoji="1" sz="4000">
                <a:solidFill>
                  <a:schemeClr val="tx1"/>
                </a:solidFill>
                <a:latin typeface="Arial" charset="0"/>
                <a:ea typeface="宋体" pitchFamily="2" charset="-122"/>
              </a:defRPr>
            </a:lvl6pPr>
            <a:lvl7pPr marL="2971800" indent="-228600" eaLnBrk="0" fontAlgn="base" hangingPunct="0">
              <a:spcBef>
                <a:spcPct val="0"/>
              </a:spcBef>
              <a:spcAft>
                <a:spcPct val="0"/>
              </a:spcAft>
              <a:defRPr kumimoji="1" sz="4000">
                <a:solidFill>
                  <a:schemeClr val="tx1"/>
                </a:solidFill>
                <a:latin typeface="Arial" charset="0"/>
                <a:ea typeface="宋体" pitchFamily="2" charset="-122"/>
              </a:defRPr>
            </a:lvl7pPr>
            <a:lvl8pPr marL="3429000" indent="-228600" eaLnBrk="0" fontAlgn="base" hangingPunct="0">
              <a:spcBef>
                <a:spcPct val="0"/>
              </a:spcBef>
              <a:spcAft>
                <a:spcPct val="0"/>
              </a:spcAft>
              <a:defRPr kumimoji="1" sz="4000">
                <a:solidFill>
                  <a:schemeClr val="tx1"/>
                </a:solidFill>
                <a:latin typeface="Arial" charset="0"/>
                <a:ea typeface="宋体" pitchFamily="2" charset="-122"/>
              </a:defRPr>
            </a:lvl8pPr>
            <a:lvl9pPr marL="3886200" indent="-228600" eaLnBrk="0" fontAlgn="base" hangingPunct="0">
              <a:spcBef>
                <a:spcPct val="0"/>
              </a:spcBef>
              <a:spcAft>
                <a:spcPct val="0"/>
              </a:spcAft>
              <a:defRPr kumimoji="1" sz="4000">
                <a:solidFill>
                  <a:schemeClr val="tx1"/>
                </a:solidFill>
                <a:latin typeface="Arial" charset="0"/>
                <a:ea typeface="宋体" pitchFamily="2" charset="-122"/>
              </a:defRPr>
            </a:lvl9pPr>
          </a:lstStyle>
          <a:p>
            <a:pPr eaLnBrk="1" hangingPunct="1"/>
            <a:r>
              <a:rPr lang="en-US" altLang="zh-CN" sz="3200">
                <a:solidFill>
                  <a:srgbClr val="FF0000"/>
                </a:solidFill>
              </a:rPr>
              <a:t>p2</a:t>
            </a:r>
            <a:endParaRPr lang="zh-CN" altLang="en-US" sz="3200">
              <a:solidFill>
                <a:srgbClr val="FF0000"/>
              </a:solidFill>
            </a:endParaRPr>
          </a:p>
        </p:txBody>
      </p:sp>
      <p:sp>
        <p:nvSpPr>
          <p:cNvPr id="16" name="TextBox 15"/>
          <p:cNvSpPr txBox="1">
            <a:spLocks noChangeArrowheads="1"/>
          </p:cNvSpPr>
          <p:nvPr/>
        </p:nvSpPr>
        <p:spPr bwMode="auto">
          <a:xfrm>
            <a:off x="5143500" y="714375"/>
            <a:ext cx="71437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000">
                <a:solidFill>
                  <a:schemeClr val="tx1"/>
                </a:solidFill>
                <a:latin typeface="Arial" charset="0"/>
                <a:ea typeface="宋体" pitchFamily="2" charset="-122"/>
              </a:defRPr>
            </a:lvl1pPr>
            <a:lvl2pPr marL="742950" indent="-285750" eaLnBrk="0" hangingPunct="0">
              <a:defRPr kumimoji="1" sz="4000">
                <a:solidFill>
                  <a:schemeClr val="tx1"/>
                </a:solidFill>
                <a:latin typeface="Arial" charset="0"/>
                <a:ea typeface="宋体" pitchFamily="2" charset="-122"/>
              </a:defRPr>
            </a:lvl2pPr>
            <a:lvl3pPr marL="1143000" indent="-228600" eaLnBrk="0" hangingPunct="0">
              <a:defRPr kumimoji="1" sz="4000">
                <a:solidFill>
                  <a:schemeClr val="tx1"/>
                </a:solidFill>
                <a:latin typeface="Arial" charset="0"/>
                <a:ea typeface="宋体" pitchFamily="2" charset="-122"/>
              </a:defRPr>
            </a:lvl3pPr>
            <a:lvl4pPr marL="1600200" indent="-228600" eaLnBrk="0" hangingPunct="0">
              <a:defRPr kumimoji="1" sz="4000">
                <a:solidFill>
                  <a:schemeClr val="tx1"/>
                </a:solidFill>
                <a:latin typeface="Arial" charset="0"/>
                <a:ea typeface="宋体" pitchFamily="2" charset="-122"/>
              </a:defRPr>
            </a:lvl4pPr>
            <a:lvl5pPr marL="2057400" indent="-228600" eaLnBrk="0" hangingPunct="0">
              <a:defRPr kumimoji="1" sz="4000">
                <a:solidFill>
                  <a:schemeClr val="tx1"/>
                </a:solidFill>
                <a:latin typeface="Arial" charset="0"/>
                <a:ea typeface="宋体" pitchFamily="2" charset="-122"/>
              </a:defRPr>
            </a:lvl5pPr>
            <a:lvl6pPr marL="2514600" indent="-228600" eaLnBrk="0" fontAlgn="base" hangingPunct="0">
              <a:spcBef>
                <a:spcPct val="0"/>
              </a:spcBef>
              <a:spcAft>
                <a:spcPct val="0"/>
              </a:spcAft>
              <a:defRPr kumimoji="1" sz="4000">
                <a:solidFill>
                  <a:schemeClr val="tx1"/>
                </a:solidFill>
                <a:latin typeface="Arial" charset="0"/>
                <a:ea typeface="宋体" pitchFamily="2" charset="-122"/>
              </a:defRPr>
            </a:lvl6pPr>
            <a:lvl7pPr marL="2971800" indent="-228600" eaLnBrk="0" fontAlgn="base" hangingPunct="0">
              <a:spcBef>
                <a:spcPct val="0"/>
              </a:spcBef>
              <a:spcAft>
                <a:spcPct val="0"/>
              </a:spcAft>
              <a:defRPr kumimoji="1" sz="4000">
                <a:solidFill>
                  <a:schemeClr val="tx1"/>
                </a:solidFill>
                <a:latin typeface="Arial" charset="0"/>
                <a:ea typeface="宋体" pitchFamily="2" charset="-122"/>
              </a:defRPr>
            </a:lvl7pPr>
            <a:lvl8pPr marL="3429000" indent="-228600" eaLnBrk="0" fontAlgn="base" hangingPunct="0">
              <a:spcBef>
                <a:spcPct val="0"/>
              </a:spcBef>
              <a:spcAft>
                <a:spcPct val="0"/>
              </a:spcAft>
              <a:defRPr kumimoji="1" sz="4000">
                <a:solidFill>
                  <a:schemeClr val="tx1"/>
                </a:solidFill>
                <a:latin typeface="Arial" charset="0"/>
                <a:ea typeface="宋体" pitchFamily="2" charset="-122"/>
              </a:defRPr>
            </a:lvl8pPr>
            <a:lvl9pPr marL="3886200" indent="-228600" eaLnBrk="0" fontAlgn="base" hangingPunct="0">
              <a:spcBef>
                <a:spcPct val="0"/>
              </a:spcBef>
              <a:spcAft>
                <a:spcPct val="0"/>
              </a:spcAft>
              <a:defRPr kumimoji="1" sz="4000">
                <a:solidFill>
                  <a:schemeClr val="tx1"/>
                </a:solidFill>
                <a:latin typeface="Arial" charset="0"/>
                <a:ea typeface="宋体" pitchFamily="2" charset="-122"/>
              </a:defRPr>
            </a:lvl9pPr>
          </a:lstStyle>
          <a:p>
            <a:pPr algn="ctr" eaLnBrk="1" hangingPunct="1"/>
            <a:r>
              <a:rPr lang="en-US" altLang="zh-CN" sz="3200">
                <a:solidFill>
                  <a:srgbClr val="FF0000"/>
                </a:solidFill>
              </a:rPr>
              <a:t>p</a:t>
            </a:r>
            <a:endParaRPr lang="zh-CN" altLang="en-US" sz="3200">
              <a:solidFill>
                <a:srgbClr val="FF0000"/>
              </a:solidFill>
            </a:endParaRPr>
          </a:p>
        </p:txBody>
      </p:sp>
      <p:cxnSp>
        <p:nvCxnSpPr>
          <p:cNvPr id="17" name="直接连接符 16"/>
          <p:cNvCxnSpPr>
            <a:cxnSpLocks noChangeShapeType="1"/>
          </p:cNvCxnSpPr>
          <p:nvPr/>
        </p:nvCxnSpPr>
        <p:spPr bwMode="auto">
          <a:xfrm>
            <a:off x="785813" y="3500438"/>
            <a:ext cx="3786187" cy="0"/>
          </a:xfrm>
          <a:prstGeom prst="line">
            <a:avLst/>
          </a:prstGeom>
          <a:noFill/>
          <a:ln w="38100" algn="ctr">
            <a:solidFill>
              <a:srgbClr val="FF0000"/>
            </a:solidFill>
            <a:miter lim="800000"/>
            <a:headEnd/>
            <a:tailEnd/>
          </a:ln>
          <a:extLst>
            <a:ext uri="{909E8E84-426E-40DD-AFC4-6F175D3DCCD1}">
              <a14:hiddenFill xmlns:a14="http://schemas.microsoft.com/office/drawing/2010/main">
                <a:noFill/>
              </a14:hiddenFill>
            </a:ext>
          </a:extLst>
        </p:spPr>
      </p:cxnSp>
      <p:sp>
        <p:nvSpPr>
          <p:cNvPr id="20" name="TextBox 19"/>
          <p:cNvSpPr txBox="1">
            <a:spLocks noChangeArrowheads="1"/>
          </p:cNvSpPr>
          <p:nvPr/>
        </p:nvSpPr>
        <p:spPr bwMode="auto">
          <a:xfrm>
            <a:off x="8143875" y="714375"/>
            <a:ext cx="500063"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000">
                <a:solidFill>
                  <a:schemeClr val="tx1"/>
                </a:solidFill>
                <a:latin typeface="Arial" charset="0"/>
                <a:ea typeface="宋体" pitchFamily="2" charset="-122"/>
              </a:defRPr>
            </a:lvl1pPr>
            <a:lvl2pPr marL="742950" indent="-285750" eaLnBrk="0" hangingPunct="0">
              <a:defRPr kumimoji="1" sz="4000">
                <a:solidFill>
                  <a:schemeClr val="tx1"/>
                </a:solidFill>
                <a:latin typeface="Arial" charset="0"/>
                <a:ea typeface="宋体" pitchFamily="2" charset="-122"/>
              </a:defRPr>
            </a:lvl2pPr>
            <a:lvl3pPr marL="1143000" indent="-228600" eaLnBrk="0" hangingPunct="0">
              <a:defRPr kumimoji="1" sz="4000">
                <a:solidFill>
                  <a:schemeClr val="tx1"/>
                </a:solidFill>
                <a:latin typeface="Arial" charset="0"/>
                <a:ea typeface="宋体" pitchFamily="2" charset="-122"/>
              </a:defRPr>
            </a:lvl3pPr>
            <a:lvl4pPr marL="1600200" indent="-228600" eaLnBrk="0" hangingPunct="0">
              <a:defRPr kumimoji="1" sz="4000">
                <a:solidFill>
                  <a:schemeClr val="tx1"/>
                </a:solidFill>
                <a:latin typeface="Arial" charset="0"/>
                <a:ea typeface="宋体" pitchFamily="2" charset="-122"/>
              </a:defRPr>
            </a:lvl4pPr>
            <a:lvl5pPr marL="2057400" indent="-228600" eaLnBrk="0" hangingPunct="0">
              <a:defRPr kumimoji="1" sz="4000">
                <a:solidFill>
                  <a:schemeClr val="tx1"/>
                </a:solidFill>
                <a:latin typeface="Arial" charset="0"/>
                <a:ea typeface="宋体" pitchFamily="2" charset="-122"/>
              </a:defRPr>
            </a:lvl5pPr>
            <a:lvl6pPr marL="2514600" indent="-228600" eaLnBrk="0" fontAlgn="base" hangingPunct="0">
              <a:spcBef>
                <a:spcPct val="0"/>
              </a:spcBef>
              <a:spcAft>
                <a:spcPct val="0"/>
              </a:spcAft>
              <a:defRPr kumimoji="1" sz="4000">
                <a:solidFill>
                  <a:schemeClr val="tx1"/>
                </a:solidFill>
                <a:latin typeface="Arial" charset="0"/>
                <a:ea typeface="宋体" pitchFamily="2" charset="-122"/>
              </a:defRPr>
            </a:lvl6pPr>
            <a:lvl7pPr marL="2971800" indent="-228600" eaLnBrk="0" fontAlgn="base" hangingPunct="0">
              <a:spcBef>
                <a:spcPct val="0"/>
              </a:spcBef>
              <a:spcAft>
                <a:spcPct val="0"/>
              </a:spcAft>
              <a:defRPr kumimoji="1" sz="4000">
                <a:solidFill>
                  <a:schemeClr val="tx1"/>
                </a:solidFill>
                <a:latin typeface="Arial" charset="0"/>
                <a:ea typeface="宋体" pitchFamily="2" charset="-122"/>
              </a:defRPr>
            </a:lvl7pPr>
            <a:lvl8pPr marL="3429000" indent="-228600" eaLnBrk="0" fontAlgn="base" hangingPunct="0">
              <a:spcBef>
                <a:spcPct val="0"/>
              </a:spcBef>
              <a:spcAft>
                <a:spcPct val="0"/>
              </a:spcAft>
              <a:defRPr kumimoji="1" sz="4000">
                <a:solidFill>
                  <a:schemeClr val="tx1"/>
                </a:solidFill>
                <a:latin typeface="Arial" charset="0"/>
                <a:ea typeface="宋体" pitchFamily="2" charset="-122"/>
              </a:defRPr>
            </a:lvl8pPr>
            <a:lvl9pPr marL="3886200" indent="-228600" eaLnBrk="0" fontAlgn="base" hangingPunct="0">
              <a:spcBef>
                <a:spcPct val="0"/>
              </a:spcBef>
              <a:spcAft>
                <a:spcPct val="0"/>
              </a:spcAft>
              <a:defRPr kumimoji="1" sz="4000">
                <a:solidFill>
                  <a:schemeClr val="tx1"/>
                </a:solidFill>
                <a:latin typeface="Arial" charset="0"/>
                <a:ea typeface="宋体" pitchFamily="2" charset="-122"/>
              </a:defRPr>
            </a:lvl9pPr>
          </a:lstStyle>
          <a:p>
            <a:pPr eaLnBrk="1" hangingPunct="1"/>
            <a:r>
              <a:rPr lang="en-US" altLang="zh-CN" sz="3200" b="1">
                <a:solidFill>
                  <a:srgbClr val="0000CC"/>
                </a:solidFill>
              </a:rPr>
              <a:t>5</a:t>
            </a:r>
            <a:endParaRPr lang="zh-CN" altLang="en-US" sz="3200" b="1">
              <a:solidFill>
                <a:srgbClr val="0000CC"/>
              </a:solidFill>
            </a:endParaRPr>
          </a:p>
        </p:txBody>
      </p:sp>
      <p:sp>
        <p:nvSpPr>
          <p:cNvPr id="21" name="TextBox 20"/>
          <p:cNvSpPr txBox="1">
            <a:spLocks noChangeArrowheads="1"/>
          </p:cNvSpPr>
          <p:nvPr/>
        </p:nvSpPr>
        <p:spPr bwMode="auto">
          <a:xfrm>
            <a:off x="8143875" y="1857375"/>
            <a:ext cx="500063"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000">
                <a:solidFill>
                  <a:schemeClr val="tx1"/>
                </a:solidFill>
                <a:latin typeface="Arial" charset="0"/>
                <a:ea typeface="宋体" pitchFamily="2" charset="-122"/>
              </a:defRPr>
            </a:lvl1pPr>
            <a:lvl2pPr marL="742950" indent="-285750" eaLnBrk="0" hangingPunct="0">
              <a:defRPr kumimoji="1" sz="4000">
                <a:solidFill>
                  <a:schemeClr val="tx1"/>
                </a:solidFill>
                <a:latin typeface="Arial" charset="0"/>
                <a:ea typeface="宋体" pitchFamily="2" charset="-122"/>
              </a:defRPr>
            </a:lvl2pPr>
            <a:lvl3pPr marL="1143000" indent="-228600" eaLnBrk="0" hangingPunct="0">
              <a:defRPr kumimoji="1" sz="4000">
                <a:solidFill>
                  <a:schemeClr val="tx1"/>
                </a:solidFill>
                <a:latin typeface="Arial" charset="0"/>
                <a:ea typeface="宋体" pitchFamily="2" charset="-122"/>
              </a:defRPr>
            </a:lvl3pPr>
            <a:lvl4pPr marL="1600200" indent="-228600" eaLnBrk="0" hangingPunct="0">
              <a:defRPr kumimoji="1" sz="4000">
                <a:solidFill>
                  <a:schemeClr val="tx1"/>
                </a:solidFill>
                <a:latin typeface="Arial" charset="0"/>
                <a:ea typeface="宋体" pitchFamily="2" charset="-122"/>
              </a:defRPr>
            </a:lvl4pPr>
            <a:lvl5pPr marL="2057400" indent="-228600" eaLnBrk="0" hangingPunct="0">
              <a:defRPr kumimoji="1" sz="4000">
                <a:solidFill>
                  <a:schemeClr val="tx1"/>
                </a:solidFill>
                <a:latin typeface="Arial" charset="0"/>
                <a:ea typeface="宋体" pitchFamily="2" charset="-122"/>
              </a:defRPr>
            </a:lvl5pPr>
            <a:lvl6pPr marL="2514600" indent="-228600" eaLnBrk="0" fontAlgn="base" hangingPunct="0">
              <a:spcBef>
                <a:spcPct val="0"/>
              </a:spcBef>
              <a:spcAft>
                <a:spcPct val="0"/>
              </a:spcAft>
              <a:defRPr kumimoji="1" sz="4000">
                <a:solidFill>
                  <a:schemeClr val="tx1"/>
                </a:solidFill>
                <a:latin typeface="Arial" charset="0"/>
                <a:ea typeface="宋体" pitchFamily="2" charset="-122"/>
              </a:defRPr>
            </a:lvl6pPr>
            <a:lvl7pPr marL="2971800" indent="-228600" eaLnBrk="0" fontAlgn="base" hangingPunct="0">
              <a:spcBef>
                <a:spcPct val="0"/>
              </a:spcBef>
              <a:spcAft>
                <a:spcPct val="0"/>
              </a:spcAft>
              <a:defRPr kumimoji="1" sz="4000">
                <a:solidFill>
                  <a:schemeClr val="tx1"/>
                </a:solidFill>
                <a:latin typeface="Arial" charset="0"/>
                <a:ea typeface="宋体" pitchFamily="2" charset="-122"/>
              </a:defRPr>
            </a:lvl7pPr>
            <a:lvl8pPr marL="3429000" indent="-228600" eaLnBrk="0" fontAlgn="base" hangingPunct="0">
              <a:spcBef>
                <a:spcPct val="0"/>
              </a:spcBef>
              <a:spcAft>
                <a:spcPct val="0"/>
              </a:spcAft>
              <a:defRPr kumimoji="1" sz="4000">
                <a:solidFill>
                  <a:schemeClr val="tx1"/>
                </a:solidFill>
                <a:latin typeface="Arial" charset="0"/>
                <a:ea typeface="宋体" pitchFamily="2" charset="-122"/>
              </a:defRPr>
            </a:lvl8pPr>
            <a:lvl9pPr marL="3886200" indent="-228600" eaLnBrk="0" fontAlgn="base" hangingPunct="0">
              <a:spcBef>
                <a:spcPct val="0"/>
              </a:spcBef>
              <a:spcAft>
                <a:spcPct val="0"/>
              </a:spcAft>
              <a:defRPr kumimoji="1" sz="4000">
                <a:solidFill>
                  <a:schemeClr val="tx1"/>
                </a:solidFill>
                <a:latin typeface="Arial" charset="0"/>
                <a:ea typeface="宋体" pitchFamily="2" charset="-122"/>
              </a:defRPr>
            </a:lvl9pPr>
          </a:lstStyle>
          <a:p>
            <a:pPr eaLnBrk="1" hangingPunct="1"/>
            <a:r>
              <a:rPr lang="en-US" altLang="zh-CN" sz="3200" b="1">
                <a:solidFill>
                  <a:srgbClr val="0000CC"/>
                </a:solidFill>
              </a:rPr>
              <a:t>9</a:t>
            </a:r>
            <a:endParaRPr lang="zh-CN" altLang="en-US" sz="3200" b="1">
              <a:solidFill>
                <a:srgbClr val="0000CC"/>
              </a:solidFill>
            </a:endParaRPr>
          </a:p>
        </p:txBody>
      </p:sp>
      <p:cxnSp>
        <p:nvCxnSpPr>
          <p:cNvPr id="22" name="直接连接符 21"/>
          <p:cNvCxnSpPr>
            <a:cxnSpLocks noChangeShapeType="1"/>
          </p:cNvCxnSpPr>
          <p:nvPr/>
        </p:nvCxnSpPr>
        <p:spPr bwMode="auto">
          <a:xfrm>
            <a:off x="785813" y="3929063"/>
            <a:ext cx="3429000" cy="0"/>
          </a:xfrm>
          <a:prstGeom prst="line">
            <a:avLst/>
          </a:prstGeom>
          <a:noFill/>
          <a:ln w="38100" algn="ctr">
            <a:solidFill>
              <a:srgbClr val="FF0000"/>
            </a:solidFill>
            <a:miter lim="800000"/>
            <a:headEnd/>
            <a:tailEnd/>
          </a:ln>
          <a:extLst>
            <a:ext uri="{909E8E84-426E-40DD-AFC4-6F175D3DCCD1}">
              <a14:hiddenFill xmlns:a14="http://schemas.microsoft.com/office/drawing/2010/main">
                <a:noFill/>
              </a14:hiddenFill>
            </a:ext>
          </a:extLst>
        </p:spPr>
      </p:cxnSp>
      <p:sp>
        <p:nvSpPr>
          <p:cNvPr id="24" name="TextBox 23"/>
          <p:cNvSpPr txBox="1">
            <a:spLocks noChangeArrowheads="1"/>
          </p:cNvSpPr>
          <p:nvPr/>
        </p:nvSpPr>
        <p:spPr bwMode="auto">
          <a:xfrm>
            <a:off x="6556375" y="688975"/>
            <a:ext cx="785813"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000">
                <a:solidFill>
                  <a:schemeClr val="tx1"/>
                </a:solidFill>
                <a:latin typeface="Arial" charset="0"/>
                <a:ea typeface="宋体" pitchFamily="2" charset="-122"/>
              </a:defRPr>
            </a:lvl1pPr>
            <a:lvl2pPr marL="742950" indent="-285750" eaLnBrk="0" hangingPunct="0">
              <a:defRPr kumimoji="1" sz="4000">
                <a:solidFill>
                  <a:schemeClr val="tx1"/>
                </a:solidFill>
                <a:latin typeface="Arial" charset="0"/>
                <a:ea typeface="宋体" pitchFamily="2" charset="-122"/>
              </a:defRPr>
            </a:lvl2pPr>
            <a:lvl3pPr marL="1143000" indent="-228600" eaLnBrk="0" hangingPunct="0">
              <a:defRPr kumimoji="1" sz="4000">
                <a:solidFill>
                  <a:schemeClr val="tx1"/>
                </a:solidFill>
                <a:latin typeface="Arial" charset="0"/>
                <a:ea typeface="宋体" pitchFamily="2" charset="-122"/>
              </a:defRPr>
            </a:lvl3pPr>
            <a:lvl4pPr marL="1600200" indent="-228600" eaLnBrk="0" hangingPunct="0">
              <a:defRPr kumimoji="1" sz="4000">
                <a:solidFill>
                  <a:schemeClr val="tx1"/>
                </a:solidFill>
                <a:latin typeface="Arial" charset="0"/>
                <a:ea typeface="宋体" pitchFamily="2" charset="-122"/>
              </a:defRPr>
            </a:lvl4pPr>
            <a:lvl5pPr marL="2057400" indent="-228600" eaLnBrk="0" hangingPunct="0">
              <a:defRPr kumimoji="1" sz="4000">
                <a:solidFill>
                  <a:schemeClr val="tx1"/>
                </a:solidFill>
                <a:latin typeface="Arial" charset="0"/>
                <a:ea typeface="宋体" pitchFamily="2" charset="-122"/>
              </a:defRPr>
            </a:lvl5pPr>
            <a:lvl6pPr marL="2514600" indent="-228600" eaLnBrk="0" fontAlgn="base" hangingPunct="0">
              <a:spcBef>
                <a:spcPct val="0"/>
              </a:spcBef>
              <a:spcAft>
                <a:spcPct val="0"/>
              </a:spcAft>
              <a:defRPr kumimoji="1" sz="4000">
                <a:solidFill>
                  <a:schemeClr val="tx1"/>
                </a:solidFill>
                <a:latin typeface="Arial" charset="0"/>
                <a:ea typeface="宋体" pitchFamily="2" charset="-122"/>
              </a:defRPr>
            </a:lvl6pPr>
            <a:lvl7pPr marL="2971800" indent="-228600" eaLnBrk="0" fontAlgn="base" hangingPunct="0">
              <a:spcBef>
                <a:spcPct val="0"/>
              </a:spcBef>
              <a:spcAft>
                <a:spcPct val="0"/>
              </a:spcAft>
              <a:defRPr kumimoji="1" sz="4000">
                <a:solidFill>
                  <a:schemeClr val="tx1"/>
                </a:solidFill>
                <a:latin typeface="Arial" charset="0"/>
                <a:ea typeface="宋体" pitchFamily="2" charset="-122"/>
              </a:defRPr>
            </a:lvl7pPr>
            <a:lvl8pPr marL="3429000" indent="-228600" eaLnBrk="0" fontAlgn="base" hangingPunct="0">
              <a:spcBef>
                <a:spcPct val="0"/>
              </a:spcBef>
              <a:spcAft>
                <a:spcPct val="0"/>
              </a:spcAft>
              <a:defRPr kumimoji="1" sz="4000">
                <a:solidFill>
                  <a:schemeClr val="tx1"/>
                </a:solidFill>
                <a:latin typeface="Arial" charset="0"/>
                <a:ea typeface="宋体" pitchFamily="2" charset="-122"/>
              </a:defRPr>
            </a:lvl8pPr>
            <a:lvl9pPr marL="3886200" indent="-228600" eaLnBrk="0" fontAlgn="base" hangingPunct="0">
              <a:spcBef>
                <a:spcPct val="0"/>
              </a:spcBef>
              <a:spcAft>
                <a:spcPct val="0"/>
              </a:spcAft>
              <a:defRPr kumimoji="1" sz="4000">
                <a:solidFill>
                  <a:schemeClr val="tx1"/>
                </a:solidFill>
                <a:latin typeface="Arial" charset="0"/>
                <a:ea typeface="宋体" pitchFamily="2" charset="-122"/>
              </a:defRPr>
            </a:lvl9pPr>
          </a:lstStyle>
          <a:p>
            <a:pPr algn="ctr" eaLnBrk="1" hangingPunct="1"/>
            <a:r>
              <a:rPr lang="en-US" altLang="zh-CN" sz="3200" b="1">
                <a:solidFill>
                  <a:srgbClr val="0000CC"/>
                </a:solidFill>
              </a:rPr>
              <a:t>&amp;a</a:t>
            </a:r>
            <a:endParaRPr lang="zh-CN" altLang="en-US" sz="3200" b="1">
              <a:solidFill>
                <a:srgbClr val="0000CC"/>
              </a:solidFill>
            </a:endParaRPr>
          </a:p>
        </p:txBody>
      </p:sp>
      <p:cxnSp>
        <p:nvCxnSpPr>
          <p:cNvPr id="28" name="直接箭头连接符 27"/>
          <p:cNvCxnSpPr>
            <a:cxnSpLocks noChangeShapeType="1"/>
            <a:endCxn id="5" idx="1"/>
          </p:cNvCxnSpPr>
          <p:nvPr/>
        </p:nvCxnSpPr>
        <p:spPr bwMode="auto">
          <a:xfrm>
            <a:off x="7286625" y="1000125"/>
            <a:ext cx="714375" cy="1588"/>
          </a:xfrm>
          <a:prstGeom prst="straightConnector1">
            <a:avLst/>
          </a:prstGeom>
          <a:noFill/>
          <a:ln w="38100" algn="ctr">
            <a:solidFill>
              <a:srgbClr val="FF0000"/>
            </a:solidFill>
            <a:miter lim="800000"/>
            <a:headEnd/>
            <a:tailEnd type="arrow" w="med" len="med"/>
          </a:ln>
          <a:extLst>
            <a:ext uri="{909E8E84-426E-40DD-AFC4-6F175D3DCCD1}">
              <a14:hiddenFill xmlns:a14="http://schemas.microsoft.com/office/drawing/2010/main">
                <a:noFill/>
              </a14:hiddenFill>
            </a:ext>
          </a:extLst>
        </p:spPr>
      </p:cxnSp>
      <p:sp>
        <p:nvSpPr>
          <p:cNvPr id="30" name="TextBox 29"/>
          <p:cNvSpPr txBox="1">
            <a:spLocks noChangeArrowheads="1"/>
          </p:cNvSpPr>
          <p:nvPr/>
        </p:nvSpPr>
        <p:spPr bwMode="auto">
          <a:xfrm>
            <a:off x="6572250" y="1857375"/>
            <a:ext cx="785813"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000">
                <a:solidFill>
                  <a:schemeClr val="tx1"/>
                </a:solidFill>
                <a:latin typeface="Arial" charset="0"/>
                <a:ea typeface="宋体" pitchFamily="2" charset="-122"/>
              </a:defRPr>
            </a:lvl1pPr>
            <a:lvl2pPr marL="742950" indent="-285750" eaLnBrk="0" hangingPunct="0">
              <a:defRPr kumimoji="1" sz="4000">
                <a:solidFill>
                  <a:schemeClr val="tx1"/>
                </a:solidFill>
                <a:latin typeface="Arial" charset="0"/>
                <a:ea typeface="宋体" pitchFamily="2" charset="-122"/>
              </a:defRPr>
            </a:lvl2pPr>
            <a:lvl3pPr marL="1143000" indent="-228600" eaLnBrk="0" hangingPunct="0">
              <a:defRPr kumimoji="1" sz="4000">
                <a:solidFill>
                  <a:schemeClr val="tx1"/>
                </a:solidFill>
                <a:latin typeface="Arial" charset="0"/>
                <a:ea typeface="宋体" pitchFamily="2" charset="-122"/>
              </a:defRPr>
            </a:lvl3pPr>
            <a:lvl4pPr marL="1600200" indent="-228600" eaLnBrk="0" hangingPunct="0">
              <a:defRPr kumimoji="1" sz="4000">
                <a:solidFill>
                  <a:schemeClr val="tx1"/>
                </a:solidFill>
                <a:latin typeface="Arial" charset="0"/>
                <a:ea typeface="宋体" pitchFamily="2" charset="-122"/>
              </a:defRPr>
            </a:lvl4pPr>
            <a:lvl5pPr marL="2057400" indent="-228600" eaLnBrk="0" hangingPunct="0">
              <a:defRPr kumimoji="1" sz="4000">
                <a:solidFill>
                  <a:schemeClr val="tx1"/>
                </a:solidFill>
                <a:latin typeface="Arial" charset="0"/>
                <a:ea typeface="宋体" pitchFamily="2" charset="-122"/>
              </a:defRPr>
            </a:lvl5pPr>
            <a:lvl6pPr marL="2514600" indent="-228600" eaLnBrk="0" fontAlgn="base" hangingPunct="0">
              <a:spcBef>
                <a:spcPct val="0"/>
              </a:spcBef>
              <a:spcAft>
                <a:spcPct val="0"/>
              </a:spcAft>
              <a:defRPr kumimoji="1" sz="4000">
                <a:solidFill>
                  <a:schemeClr val="tx1"/>
                </a:solidFill>
                <a:latin typeface="Arial" charset="0"/>
                <a:ea typeface="宋体" pitchFamily="2" charset="-122"/>
              </a:defRPr>
            </a:lvl6pPr>
            <a:lvl7pPr marL="2971800" indent="-228600" eaLnBrk="0" fontAlgn="base" hangingPunct="0">
              <a:spcBef>
                <a:spcPct val="0"/>
              </a:spcBef>
              <a:spcAft>
                <a:spcPct val="0"/>
              </a:spcAft>
              <a:defRPr kumimoji="1" sz="4000">
                <a:solidFill>
                  <a:schemeClr val="tx1"/>
                </a:solidFill>
                <a:latin typeface="Arial" charset="0"/>
                <a:ea typeface="宋体" pitchFamily="2" charset="-122"/>
              </a:defRPr>
            </a:lvl7pPr>
            <a:lvl8pPr marL="3429000" indent="-228600" eaLnBrk="0" fontAlgn="base" hangingPunct="0">
              <a:spcBef>
                <a:spcPct val="0"/>
              </a:spcBef>
              <a:spcAft>
                <a:spcPct val="0"/>
              </a:spcAft>
              <a:defRPr kumimoji="1" sz="4000">
                <a:solidFill>
                  <a:schemeClr val="tx1"/>
                </a:solidFill>
                <a:latin typeface="Arial" charset="0"/>
                <a:ea typeface="宋体" pitchFamily="2" charset="-122"/>
              </a:defRPr>
            </a:lvl8pPr>
            <a:lvl9pPr marL="3886200" indent="-228600" eaLnBrk="0" fontAlgn="base" hangingPunct="0">
              <a:spcBef>
                <a:spcPct val="0"/>
              </a:spcBef>
              <a:spcAft>
                <a:spcPct val="0"/>
              </a:spcAft>
              <a:defRPr kumimoji="1" sz="4000">
                <a:solidFill>
                  <a:schemeClr val="tx1"/>
                </a:solidFill>
                <a:latin typeface="Arial" charset="0"/>
                <a:ea typeface="宋体" pitchFamily="2" charset="-122"/>
              </a:defRPr>
            </a:lvl9pPr>
          </a:lstStyle>
          <a:p>
            <a:pPr algn="ctr" eaLnBrk="1" hangingPunct="1"/>
            <a:r>
              <a:rPr lang="en-US" altLang="zh-CN" sz="3200" b="1">
                <a:solidFill>
                  <a:srgbClr val="0000CC"/>
                </a:solidFill>
              </a:rPr>
              <a:t>&amp;b</a:t>
            </a:r>
            <a:endParaRPr lang="zh-CN" altLang="en-US" sz="3200" b="1">
              <a:solidFill>
                <a:srgbClr val="0000CC"/>
              </a:solidFill>
            </a:endParaRPr>
          </a:p>
        </p:txBody>
      </p:sp>
      <p:cxnSp>
        <p:nvCxnSpPr>
          <p:cNvPr id="31" name="直接箭头连接符 30"/>
          <p:cNvCxnSpPr>
            <a:cxnSpLocks noChangeShapeType="1"/>
          </p:cNvCxnSpPr>
          <p:nvPr/>
        </p:nvCxnSpPr>
        <p:spPr bwMode="auto">
          <a:xfrm>
            <a:off x="7286625" y="2143125"/>
            <a:ext cx="714375" cy="1588"/>
          </a:xfrm>
          <a:prstGeom prst="straightConnector1">
            <a:avLst/>
          </a:prstGeom>
          <a:noFill/>
          <a:ln w="38100" algn="ctr">
            <a:solidFill>
              <a:srgbClr val="FF0000"/>
            </a:solidFill>
            <a:miter lim="800000"/>
            <a:headEnd/>
            <a:tailEnd type="arrow" w="med" len="med"/>
          </a:ln>
          <a:extLst>
            <a:ext uri="{909E8E84-426E-40DD-AFC4-6F175D3DCCD1}">
              <a14:hiddenFill xmlns:a14="http://schemas.microsoft.com/office/drawing/2010/main">
                <a:noFill/>
              </a14:hiddenFill>
            </a:ext>
          </a:extLst>
        </p:spPr>
      </p:cxnSp>
      <p:cxnSp>
        <p:nvCxnSpPr>
          <p:cNvPr id="32" name="直接连接符 31"/>
          <p:cNvCxnSpPr>
            <a:cxnSpLocks noChangeShapeType="1"/>
          </p:cNvCxnSpPr>
          <p:nvPr/>
        </p:nvCxnSpPr>
        <p:spPr bwMode="auto">
          <a:xfrm>
            <a:off x="785813" y="4357688"/>
            <a:ext cx="1571625" cy="0"/>
          </a:xfrm>
          <a:prstGeom prst="line">
            <a:avLst/>
          </a:prstGeom>
          <a:noFill/>
          <a:ln w="38100" algn="ctr">
            <a:solidFill>
              <a:srgbClr val="FF0000"/>
            </a:solidFill>
            <a:miter lim="800000"/>
            <a:headEnd/>
            <a:tailEnd/>
          </a:ln>
          <a:extLst>
            <a:ext uri="{909E8E84-426E-40DD-AFC4-6F175D3DCCD1}">
              <a14:hiddenFill xmlns:a14="http://schemas.microsoft.com/office/drawing/2010/main">
                <a:noFill/>
              </a14:hiddenFill>
            </a:ext>
          </a:extLst>
        </p:spPr>
      </p:cxnSp>
      <p:sp>
        <p:nvSpPr>
          <p:cNvPr id="34" name="TextBox 33"/>
          <p:cNvSpPr txBox="1">
            <a:spLocks noChangeArrowheads="1"/>
          </p:cNvSpPr>
          <p:nvPr/>
        </p:nvSpPr>
        <p:spPr bwMode="auto">
          <a:xfrm>
            <a:off x="2571750" y="3857625"/>
            <a:ext cx="121443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000">
                <a:solidFill>
                  <a:schemeClr val="tx1"/>
                </a:solidFill>
                <a:latin typeface="Arial" charset="0"/>
                <a:ea typeface="宋体" pitchFamily="2" charset="-122"/>
              </a:defRPr>
            </a:lvl1pPr>
            <a:lvl2pPr marL="742950" indent="-285750" eaLnBrk="0" hangingPunct="0">
              <a:defRPr kumimoji="1" sz="4000">
                <a:solidFill>
                  <a:schemeClr val="tx1"/>
                </a:solidFill>
                <a:latin typeface="Arial" charset="0"/>
                <a:ea typeface="宋体" pitchFamily="2" charset="-122"/>
              </a:defRPr>
            </a:lvl2pPr>
            <a:lvl3pPr marL="1143000" indent="-228600" eaLnBrk="0" hangingPunct="0">
              <a:defRPr kumimoji="1" sz="4000">
                <a:solidFill>
                  <a:schemeClr val="tx1"/>
                </a:solidFill>
                <a:latin typeface="Arial" charset="0"/>
                <a:ea typeface="宋体" pitchFamily="2" charset="-122"/>
              </a:defRPr>
            </a:lvl3pPr>
            <a:lvl4pPr marL="1600200" indent="-228600" eaLnBrk="0" hangingPunct="0">
              <a:defRPr kumimoji="1" sz="4000">
                <a:solidFill>
                  <a:schemeClr val="tx1"/>
                </a:solidFill>
                <a:latin typeface="Arial" charset="0"/>
                <a:ea typeface="宋体" pitchFamily="2" charset="-122"/>
              </a:defRPr>
            </a:lvl4pPr>
            <a:lvl5pPr marL="2057400" indent="-228600" eaLnBrk="0" hangingPunct="0">
              <a:defRPr kumimoji="1" sz="4000">
                <a:solidFill>
                  <a:schemeClr val="tx1"/>
                </a:solidFill>
                <a:latin typeface="Arial" charset="0"/>
                <a:ea typeface="宋体" pitchFamily="2" charset="-122"/>
              </a:defRPr>
            </a:lvl5pPr>
            <a:lvl6pPr marL="2514600" indent="-228600" eaLnBrk="0" fontAlgn="base" hangingPunct="0">
              <a:spcBef>
                <a:spcPct val="0"/>
              </a:spcBef>
              <a:spcAft>
                <a:spcPct val="0"/>
              </a:spcAft>
              <a:defRPr kumimoji="1" sz="4000">
                <a:solidFill>
                  <a:schemeClr val="tx1"/>
                </a:solidFill>
                <a:latin typeface="Arial" charset="0"/>
                <a:ea typeface="宋体" pitchFamily="2" charset="-122"/>
              </a:defRPr>
            </a:lvl6pPr>
            <a:lvl7pPr marL="2971800" indent="-228600" eaLnBrk="0" fontAlgn="base" hangingPunct="0">
              <a:spcBef>
                <a:spcPct val="0"/>
              </a:spcBef>
              <a:spcAft>
                <a:spcPct val="0"/>
              </a:spcAft>
              <a:defRPr kumimoji="1" sz="4000">
                <a:solidFill>
                  <a:schemeClr val="tx1"/>
                </a:solidFill>
                <a:latin typeface="Arial" charset="0"/>
                <a:ea typeface="宋体" pitchFamily="2" charset="-122"/>
              </a:defRPr>
            </a:lvl7pPr>
            <a:lvl8pPr marL="3429000" indent="-228600" eaLnBrk="0" fontAlgn="base" hangingPunct="0">
              <a:spcBef>
                <a:spcPct val="0"/>
              </a:spcBef>
              <a:spcAft>
                <a:spcPct val="0"/>
              </a:spcAft>
              <a:defRPr kumimoji="1" sz="4000">
                <a:solidFill>
                  <a:schemeClr val="tx1"/>
                </a:solidFill>
                <a:latin typeface="Arial" charset="0"/>
                <a:ea typeface="宋体" pitchFamily="2" charset="-122"/>
              </a:defRPr>
            </a:lvl8pPr>
            <a:lvl9pPr marL="3886200" indent="-228600" eaLnBrk="0" fontAlgn="base" hangingPunct="0">
              <a:spcBef>
                <a:spcPct val="0"/>
              </a:spcBef>
              <a:spcAft>
                <a:spcPct val="0"/>
              </a:spcAft>
              <a:defRPr kumimoji="1" sz="4000">
                <a:solidFill>
                  <a:schemeClr val="tx1"/>
                </a:solidFill>
                <a:latin typeface="Arial" charset="0"/>
                <a:ea typeface="宋体" pitchFamily="2" charset="-122"/>
              </a:defRPr>
            </a:lvl9pPr>
          </a:lstStyle>
          <a:p>
            <a:pPr eaLnBrk="1" hangingPunct="1"/>
            <a:r>
              <a:rPr lang="zh-CN" altLang="en-US" sz="3200" b="1" dirty="0">
                <a:solidFill>
                  <a:srgbClr val="0000CC"/>
                </a:solidFill>
                <a:latin typeface="黑体" pitchFamily="49" charset="-122"/>
                <a:ea typeface="黑体" pitchFamily="49" charset="-122"/>
              </a:rPr>
              <a:t>成立</a:t>
            </a:r>
          </a:p>
        </p:txBody>
      </p:sp>
      <p:cxnSp>
        <p:nvCxnSpPr>
          <p:cNvPr id="35" name="直接连接符 34"/>
          <p:cNvCxnSpPr>
            <a:cxnSpLocks noChangeShapeType="1"/>
          </p:cNvCxnSpPr>
          <p:nvPr/>
        </p:nvCxnSpPr>
        <p:spPr bwMode="auto">
          <a:xfrm>
            <a:off x="827584" y="4805766"/>
            <a:ext cx="3679137" cy="0"/>
          </a:xfrm>
          <a:prstGeom prst="line">
            <a:avLst/>
          </a:prstGeom>
          <a:noFill/>
          <a:ln w="38100" algn="ctr">
            <a:solidFill>
              <a:srgbClr val="FF0000"/>
            </a:solidFill>
            <a:miter lim="800000"/>
            <a:headEnd/>
            <a:tailEnd/>
          </a:ln>
          <a:extLst>
            <a:ext uri="{909E8E84-426E-40DD-AFC4-6F175D3DCCD1}">
              <a14:hiddenFill xmlns:a14="http://schemas.microsoft.com/office/drawing/2010/main">
                <a:noFill/>
              </a14:hiddenFill>
            </a:ext>
          </a:extLst>
        </p:spPr>
      </p:cxnSp>
      <p:pic>
        <p:nvPicPr>
          <p:cNvPr id="2385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57875" y="3071813"/>
            <a:ext cx="928688"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26" name="图片 25" descr="Untitled2.png">
            <a:hlinkClick r:id="rId3" action="ppaction://hlinksldjump"/>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8429625" y="6143625"/>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8069759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8"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slide(fromLeft)">
                                      <p:cBhvr>
                                        <p:cTn id="7" dur="500"/>
                                        <p:tgtEl>
                                          <p:spTgt spid="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linds(horizontal)">
                                      <p:cBhvr>
                                        <p:cTn id="12" dur="500"/>
                                        <p:tgtEl>
                                          <p:spTgt spid="5"/>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blinds(horizontal)">
                                      <p:cBhvr>
                                        <p:cTn id="15" dur="500"/>
                                        <p:tgtEl>
                                          <p:spTgt spid="8"/>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blinds(horizontal)">
                                      <p:cBhvr>
                                        <p:cTn id="18" dur="500"/>
                                        <p:tgtEl>
                                          <p:spTgt spid="9"/>
                                        </p:tgtEl>
                                      </p:cBhvr>
                                    </p:animEffect>
                                  </p:childTnLst>
                                </p:cTn>
                              </p:par>
                              <p:par>
                                <p:cTn id="19" presetID="3" presetClass="entr" presetSubtype="1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blinds(horizontal)">
                                      <p:cBhvr>
                                        <p:cTn id="21" dur="500"/>
                                        <p:tgtEl>
                                          <p:spTgt spid="10"/>
                                        </p:tgtEl>
                                      </p:cBhvr>
                                    </p:animEffect>
                                  </p:childTnLst>
                                </p:cTn>
                              </p:par>
                              <p:par>
                                <p:cTn id="22" presetID="3" presetClass="entr" presetSubtype="10" fill="hold" grpId="0" nodeType="with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blinds(horizontal)">
                                      <p:cBhvr>
                                        <p:cTn id="24" dur="500"/>
                                        <p:tgtEl>
                                          <p:spTgt spid="11"/>
                                        </p:tgtEl>
                                      </p:cBhvr>
                                    </p:animEffect>
                                  </p:childTnLst>
                                </p:cTn>
                              </p:par>
                              <p:par>
                                <p:cTn id="25" presetID="3" presetClass="entr" presetSubtype="10"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blinds(horizontal)">
                                      <p:cBhvr>
                                        <p:cTn id="27" dur="500"/>
                                        <p:tgtEl>
                                          <p:spTgt spid="12"/>
                                        </p:tgtEl>
                                      </p:cBhvr>
                                    </p:animEffect>
                                  </p:childTnLst>
                                </p:cTn>
                              </p:par>
                              <p:par>
                                <p:cTn id="28" presetID="3" presetClass="entr" presetSubtype="10" fill="hold" grpId="0"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blinds(horizontal)">
                                      <p:cBhvr>
                                        <p:cTn id="30" dur="500"/>
                                        <p:tgtEl>
                                          <p:spTgt spid="13"/>
                                        </p:tgtEl>
                                      </p:cBhvr>
                                    </p:animEffect>
                                  </p:childTnLst>
                                </p:cTn>
                              </p:par>
                              <p:par>
                                <p:cTn id="31" presetID="3" presetClass="entr" presetSubtype="1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blinds(horizontal)">
                                      <p:cBhvr>
                                        <p:cTn id="33" dur="500"/>
                                        <p:tgtEl>
                                          <p:spTgt spid="14"/>
                                        </p:tgtEl>
                                      </p:cBhvr>
                                    </p:animEffect>
                                  </p:childTnLst>
                                </p:cTn>
                              </p:par>
                              <p:par>
                                <p:cTn id="34" presetID="3" presetClass="entr" presetSubtype="10"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blinds(horizontal)">
                                      <p:cBhvr>
                                        <p:cTn id="36" dur="500"/>
                                        <p:tgtEl>
                                          <p:spTgt spid="15"/>
                                        </p:tgtEl>
                                      </p:cBhvr>
                                    </p:animEffect>
                                  </p:childTnLst>
                                </p:cTn>
                              </p:par>
                              <p:par>
                                <p:cTn id="37" presetID="3" presetClass="entr" presetSubtype="10" fill="hold" grpId="0" nodeType="withEffect">
                                  <p:stCondLst>
                                    <p:cond delay="0"/>
                                  </p:stCondLst>
                                  <p:childTnLst>
                                    <p:set>
                                      <p:cBhvr>
                                        <p:cTn id="38" dur="1" fill="hold">
                                          <p:stCondLst>
                                            <p:cond delay="0"/>
                                          </p:stCondLst>
                                        </p:cTn>
                                        <p:tgtEl>
                                          <p:spTgt spid="16"/>
                                        </p:tgtEl>
                                        <p:attrNameLst>
                                          <p:attrName>style.visibility</p:attrName>
                                        </p:attrNameLst>
                                      </p:cBhvr>
                                      <p:to>
                                        <p:strVal val="visible"/>
                                      </p:to>
                                    </p:set>
                                    <p:animEffect transition="in" filter="blinds(horizontal)">
                                      <p:cBhvr>
                                        <p:cTn id="39" dur="500"/>
                                        <p:tgtEl>
                                          <p:spTgt spid="16"/>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12" presetClass="entr" presetSubtype="8" fill="hold" nodeType="click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slide(fromLeft)">
                                      <p:cBhvr>
                                        <p:cTn id="44" dur="500"/>
                                        <p:tgtEl>
                                          <p:spTgt spid="17"/>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3" presetClass="entr" presetSubtype="10" fill="hold" nodeType="clickEffect">
                                  <p:stCondLst>
                                    <p:cond delay="0"/>
                                  </p:stCondLst>
                                  <p:childTnLst>
                                    <p:set>
                                      <p:cBhvr>
                                        <p:cTn id="48" dur="1" fill="hold">
                                          <p:stCondLst>
                                            <p:cond delay="0"/>
                                          </p:stCondLst>
                                        </p:cTn>
                                        <p:tgtEl>
                                          <p:spTgt spid="238594"/>
                                        </p:tgtEl>
                                        <p:attrNameLst>
                                          <p:attrName>style.visibility</p:attrName>
                                        </p:attrNameLst>
                                      </p:cBhvr>
                                      <p:to>
                                        <p:strVal val="visible"/>
                                      </p:to>
                                    </p:set>
                                    <p:animEffect transition="in" filter="blinds(horizontal)">
                                      <p:cBhvr>
                                        <p:cTn id="49" dur="500"/>
                                        <p:tgtEl>
                                          <p:spTgt spid="238594"/>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3" presetClass="entr" presetSubtype="10" fill="hold" grpId="0" nodeType="clickEffect">
                                  <p:stCondLst>
                                    <p:cond delay="0"/>
                                  </p:stCondLst>
                                  <p:childTnLst>
                                    <p:set>
                                      <p:cBhvr>
                                        <p:cTn id="53" dur="1" fill="hold">
                                          <p:stCondLst>
                                            <p:cond delay="0"/>
                                          </p:stCondLst>
                                        </p:cTn>
                                        <p:tgtEl>
                                          <p:spTgt spid="20"/>
                                        </p:tgtEl>
                                        <p:attrNameLst>
                                          <p:attrName>style.visibility</p:attrName>
                                        </p:attrNameLst>
                                      </p:cBhvr>
                                      <p:to>
                                        <p:strVal val="visible"/>
                                      </p:to>
                                    </p:set>
                                    <p:animEffect transition="in" filter="blinds(horizontal)">
                                      <p:cBhvr>
                                        <p:cTn id="54" dur="500"/>
                                        <p:tgtEl>
                                          <p:spTgt spid="20"/>
                                        </p:tgtEl>
                                      </p:cBhvr>
                                    </p:animEffect>
                                  </p:childTnLst>
                                </p:cTn>
                              </p:par>
                              <p:par>
                                <p:cTn id="55" presetID="3" presetClass="entr" presetSubtype="10" fill="hold" grpId="0" nodeType="withEffect">
                                  <p:stCondLst>
                                    <p:cond delay="0"/>
                                  </p:stCondLst>
                                  <p:childTnLst>
                                    <p:set>
                                      <p:cBhvr>
                                        <p:cTn id="56" dur="1" fill="hold">
                                          <p:stCondLst>
                                            <p:cond delay="0"/>
                                          </p:stCondLst>
                                        </p:cTn>
                                        <p:tgtEl>
                                          <p:spTgt spid="21"/>
                                        </p:tgtEl>
                                        <p:attrNameLst>
                                          <p:attrName>style.visibility</p:attrName>
                                        </p:attrNameLst>
                                      </p:cBhvr>
                                      <p:to>
                                        <p:strVal val="visible"/>
                                      </p:to>
                                    </p:set>
                                    <p:animEffect transition="in" filter="blinds(horizontal)">
                                      <p:cBhvr>
                                        <p:cTn id="57" dur="500"/>
                                        <p:tgtEl>
                                          <p:spTgt spid="21"/>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12" presetClass="entr" presetSubtype="8" fill="hold" nodeType="clickEffect">
                                  <p:stCondLst>
                                    <p:cond delay="0"/>
                                  </p:stCondLst>
                                  <p:childTnLst>
                                    <p:set>
                                      <p:cBhvr>
                                        <p:cTn id="61" dur="1" fill="hold">
                                          <p:stCondLst>
                                            <p:cond delay="0"/>
                                          </p:stCondLst>
                                        </p:cTn>
                                        <p:tgtEl>
                                          <p:spTgt spid="22"/>
                                        </p:tgtEl>
                                        <p:attrNameLst>
                                          <p:attrName>style.visibility</p:attrName>
                                        </p:attrNameLst>
                                      </p:cBhvr>
                                      <p:to>
                                        <p:strVal val="visible"/>
                                      </p:to>
                                    </p:set>
                                    <p:animEffect transition="in" filter="slide(fromLeft)">
                                      <p:cBhvr>
                                        <p:cTn id="62" dur="500"/>
                                        <p:tgtEl>
                                          <p:spTgt spid="22"/>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3" presetClass="entr" presetSubtype="10" fill="hold" grpId="0" nodeType="clickEffect">
                                  <p:stCondLst>
                                    <p:cond delay="0"/>
                                  </p:stCondLst>
                                  <p:childTnLst>
                                    <p:set>
                                      <p:cBhvr>
                                        <p:cTn id="66" dur="1" fill="hold">
                                          <p:stCondLst>
                                            <p:cond delay="0"/>
                                          </p:stCondLst>
                                        </p:cTn>
                                        <p:tgtEl>
                                          <p:spTgt spid="24"/>
                                        </p:tgtEl>
                                        <p:attrNameLst>
                                          <p:attrName>style.visibility</p:attrName>
                                        </p:attrNameLst>
                                      </p:cBhvr>
                                      <p:to>
                                        <p:strVal val="visible"/>
                                      </p:to>
                                    </p:set>
                                    <p:animEffect transition="in" filter="blinds(horizontal)">
                                      <p:cBhvr>
                                        <p:cTn id="67" dur="500"/>
                                        <p:tgtEl>
                                          <p:spTgt spid="24"/>
                                        </p:tgtEl>
                                      </p:cBhvr>
                                    </p:animEffect>
                                  </p:childTnLst>
                                </p:cTn>
                              </p:par>
                            </p:childTnLst>
                          </p:cTn>
                        </p:par>
                        <p:par>
                          <p:cTn id="68" fill="hold" nodeType="afterGroup">
                            <p:stCondLst>
                              <p:cond delay="500"/>
                            </p:stCondLst>
                            <p:childTnLst>
                              <p:par>
                                <p:cTn id="69" presetID="12" presetClass="entr" presetSubtype="8" fill="hold" nodeType="afterEffect">
                                  <p:stCondLst>
                                    <p:cond delay="0"/>
                                  </p:stCondLst>
                                  <p:childTnLst>
                                    <p:set>
                                      <p:cBhvr>
                                        <p:cTn id="70" dur="1" fill="hold">
                                          <p:stCondLst>
                                            <p:cond delay="0"/>
                                          </p:stCondLst>
                                        </p:cTn>
                                        <p:tgtEl>
                                          <p:spTgt spid="28"/>
                                        </p:tgtEl>
                                        <p:attrNameLst>
                                          <p:attrName>style.visibility</p:attrName>
                                        </p:attrNameLst>
                                      </p:cBhvr>
                                      <p:to>
                                        <p:strVal val="visible"/>
                                      </p:to>
                                    </p:set>
                                    <p:animEffect transition="in" filter="slide(fromLeft)">
                                      <p:cBhvr>
                                        <p:cTn id="71" dur="500"/>
                                        <p:tgtEl>
                                          <p:spTgt spid="28"/>
                                        </p:tgtEl>
                                      </p:cBhvr>
                                    </p:animEffect>
                                  </p:childTnLst>
                                </p:cTn>
                              </p:par>
                            </p:childTnLst>
                          </p:cTn>
                        </p:par>
                        <p:par>
                          <p:cTn id="72" fill="hold" nodeType="afterGroup">
                            <p:stCondLst>
                              <p:cond delay="1000"/>
                            </p:stCondLst>
                            <p:childTnLst>
                              <p:par>
                                <p:cTn id="73" presetID="3" presetClass="entr" presetSubtype="10" fill="hold" grpId="0" nodeType="afterEffect">
                                  <p:stCondLst>
                                    <p:cond delay="0"/>
                                  </p:stCondLst>
                                  <p:childTnLst>
                                    <p:set>
                                      <p:cBhvr>
                                        <p:cTn id="74" dur="1" fill="hold">
                                          <p:stCondLst>
                                            <p:cond delay="0"/>
                                          </p:stCondLst>
                                        </p:cTn>
                                        <p:tgtEl>
                                          <p:spTgt spid="30"/>
                                        </p:tgtEl>
                                        <p:attrNameLst>
                                          <p:attrName>style.visibility</p:attrName>
                                        </p:attrNameLst>
                                      </p:cBhvr>
                                      <p:to>
                                        <p:strVal val="visible"/>
                                      </p:to>
                                    </p:set>
                                    <p:animEffect transition="in" filter="blinds(horizontal)">
                                      <p:cBhvr>
                                        <p:cTn id="75" dur="500"/>
                                        <p:tgtEl>
                                          <p:spTgt spid="30"/>
                                        </p:tgtEl>
                                      </p:cBhvr>
                                    </p:animEffect>
                                  </p:childTnLst>
                                </p:cTn>
                              </p:par>
                            </p:childTnLst>
                          </p:cTn>
                        </p:par>
                        <p:par>
                          <p:cTn id="76" fill="hold" nodeType="afterGroup">
                            <p:stCondLst>
                              <p:cond delay="1500"/>
                            </p:stCondLst>
                            <p:childTnLst>
                              <p:par>
                                <p:cTn id="77" presetID="12" presetClass="entr" presetSubtype="8" fill="hold" nodeType="afterEffect">
                                  <p:stCondLst>
                                    <p:cond delay="0"/>
                                  </p:stCondLst>
                                  <p:childTnLst>
                                    <p:set>
                                      <p:cBhvr>
                                        <p:cTn id="78" dur="1" fill="hold">
                                          <p:stCondLst>
                                            <p:cond delay="0"/>
                                          </p:stCondLst>
                                        </p:cTn>
                                        <p:tgtEl>
                                          <p:spTgt spid="31"/>
                                        </p:tgtEl>
                                        <p:attrNameLst>
                                          <p:attrName>style.visibility</p:attrName>
                                        </p:attrNameLst>
                                      </p:cBhvr>
                                      <p:to>
                                        <p:strVal val="visible"/>
                                      </p:to>
                                    </p:set>
                                    <p:animEffect transition="in" filter="slide(fromLeft)">
                                      <p:cBhvr>
                                        <p:cTn id="79" dur="500"/>
                                        <p:tgtEl>
                                          <p:spTgt spid="31"/>
                                        </p:tgtEl>
                                      </p:cBhvr>
                                    </p:animEffect>
                                  </p:childTnLst>
                                </p:cTn>
                              </p:par>
                            </p:childTnLst>
                          </p:cTn>
                        </p:par>
                      </p:childTnLst>
                    </p:cTn>
                  </p:par>
                  <p:par>
                    <p:cTn id="80" fill="hold" nodeType="clickPar">
                      <p:stCondLst>
                        <p:cond delay="indefinite"/>
                      </p:stCondLst>
                      <p:childTnLst>
                        <p:par>
                          <p:cTn id="81" fill="hold" nodeType="withGroup">
                            <p:stCondLst>
                              <p:cond delay="0"/>
                            </p:stCondLst>
                            <p:childTnLst>
                              <p:par>
                                <p:cTn id="82" presetID="12" presetClass="entr" presetSubtype="8" fill="hold" nodeType="clickEffect">
                                  <p:stCondLst>
                                    <p:cond delay="0"/>
                                  </p:stCondLst>
                                  <p:childTnLst>
                                    <p:set>
                                      <p:cBhvr>
                                        <p:cTn id="83" dur="1" fill="hold">
                                          <p:stCondLst>
                                            <p:cond delay="0"/>
                                          </p:stCondLst>
                                        </p:cTn>
                                        <p:tgtEl>
                                          <p:spTgt spid="32"/>
                                        </p:tgtEl>
                                        <p:attrNameLst>
                                          <p:attrName>style.visibility</p:attrName>
                                        </p:attrNameLst>
                                      </p:cBhvr>
                                      <p:to>
                                        <p:strVal val="visible"/>
                                      </p:to>
                                    </p:set>
                                    <p:animEffect transition="in" filter="slide(fromLeft)">
                                      <p:cBhvr>
                                        <p:cTn id="84" dur="500"/>
                                        <p:tgtEl>
                                          <p:spTgt spid="32"/>
                                        </p:tgtEl>
                                      </p:cBhvr>
                                    </p:animEffect>
                                  </p:childTnLst>
                                </p:cTn>
                              </p:par>
                            </p:childTnLst>
                          </p:cTn>
                        </p:par>
                      </p:childTnLst>
                    </p:cTn>
                  </p:par>
                  <p:par>
                    <p:cTn id="85" fill="hold" nodeType="clickPar">
                      <p:stCondLst>
                        <p:cond delay="indefinite"/>
                      </p:stCondLst>
                      <p:childTnLst>
                        <p:par>
                          <p:cTn id="86" fill="hold" nodeType="withGroup">
                            <p:stCondLst>
                              <p:cond delay="0"/>
                            </p:stCondLst>
                            <p:childTnLst>
                              <p:par>
                                <p:cTn id="87" presetID="3" presetClass="entr" presetSubtype="10" fill="hold" grpId="0" nodeType="clickEffect">
                                  <p:stCondLst>
                                    <p:cond delay="0"/>
                                  </p:stCondLst>
                                  <p:childTnLst>
                                    <p:set>
                                      <p:cBhvr>
                                        <p:cTn id="88" dur="1" fill="hold">
                                          <p:stCondLst>
                                            <p:cond delay="0"/>
                                          </p:stCondLst>
                                        </p:cTn>
                                        <p:tgtEl>
                                          <p:spTgt spid="34"/>
                                        </p:tgtEl>
                                        <p:attrNameLst>
                                          <p:attrName>style.visibility</p:attrName>
                                        </p:attrNameLst>
                                      </p:cBhvr>
                                      <p:to>
                                        <p:strVal val="visible"/>
                                      </p:to>
                                    </p:set>
                                    <p:animEffect transition="in" filter="blinds(horizontal)">
                                      <p:cBhvr>
                                        <p:cTn id="89" dur="500"/>
                                        <p:tgtEl>
                                          <p:spTgt spid="34"/>
                                        </p:tgtEl>
                                      </p:cBhvr>
                                    </p:animEffect>
                                  </p:childTnLst>
                                </p:cTn>
                              </p:par>
                            </p:childTnLst>
                          </p:cTn>
                        </p:par>
                      </p:childTnLst>
                    </p:cTn>
                  </p:par>
                  <p:par>
                    <p:cTn id="90" fill="hold" nodeType="clickPar">
                      <p:stCondLst>
                        <p:cond delay="indefinite"/>
                      </p:stCondLst>
                      <p:childTnLst>
                        <p:par>
                          <p:cTn id="91" fill="hold" nodeType="withGroup">
                            <p:stCondLst>
                              <p:cond delay="0"/>
                            </p:stCondLst>
                            <p:childTnLst>
                              <p:par>
                                <p:cTn id="92" presetID="12" presetClass="entr" presetSubtype="8" fill="hold" nodeType="click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slide(fromLeft)">
                                      <p:cBhvr>
                                        <p:cTn id="94"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8" grpId="0" animBg="1"/>
      <p:bldP spid="9" grpId="0" animBg="1"/>
      <p:bldP spid="10" grpId="0" animBg="1"/>
      <p:bldP spid="11" grpId="0" animBg="1"/>
      <p:bldP spid="12" grpId="0"/>
      <p:bldP spid="13" grpId="0"/>
      <p:bldP spid="14" grpId="0"/>
      <p:bldP spid="15" grpId="0"/>
      <p:bldP spid="16" grpId="0"/>
      <p:bldP spid="20" grpId="0"/>
      <p:bldP spid="21" grpId="0"/>
      <p:bldP spid="24" grpId="0"/>
      <p:bldP spid="30" grpId="0"/>
      <p:bldP spid="34"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内容占位符 2"/>
          <p:cNvSpPr>
            <a:spLocks noGrp="1"/>
          </p:cNvSpPr>
          <p:nvPr>
            <p:ph idx="1"/>
          </p:nvPr>
        </p:nvSpPr>
        <p:spPr>
          <a:xfrm>
            <a:off x="357188" y="1285875"/>
            <a:ext cx="8153400" cy="5429250"/>
          </a:xfrm>
        </p:spPr>
        <p:txBody>
          <a:bodyPr/>
          <a:lstStyle/>
          <a:p>
            <a:pPr>
              <a:lnSpc>
                <a:spcPts val="2800"/>
              </a:lnSpc>
              <a:buFont typeface="Wingdings" pitchFamily="2" charset="2"/>
              <a:buNone/>
            </a:pPr>
            <a:r>
              <a:rPr lang="en-US" altLang="zh-CN" sz="2800" smtClean="0"/>
              <a:t>#include &lt;stdio.h&gt;</a:t>
            </a:r>
            <a:endParaRPr lang="zh-CN" altLang="zh-CN" sz="2800" smtClean="0"/>
          </a:p>
          <a:p>
            <a:pPr>
              <a:lnSpc>
                <a:spcPts val="2800"/>
              </a:lnSpc>
              <a:buFont typeface="Wingdings" pitchFamily="2" charset="2"/>
              <a:buNone/>
            </a:pPr>
            <a:r>
              <a:rPr lang="en-US" altLang="zh-CN" sz="2800" smtClean="0"/>
              <a:t>int main()</a:t>
            </a:r>
            <a:endParaRPr lang="zh-CN" altLang="zh-CN" sz="2800" smtClean="0"/>
          </a:p>
          <a:p>
            <a:pPr>
              <a:lnSpc>
                <a:spcPts val="2800"/>
              </a:lnSpc>
              <a:buFont typeface="Wingdings" pitchFamily="2" charset="2"/>
              <a:buNone/>
            </a:pPr>
            <a:r>
              <a:rPr lang="en-US" altLang="zh-CN" sz="2800" smtClean="0"/>
              <a:t>{ int *p1,*p2,*p,a,b; </a:t>
            </a:r>
            <a:endParaRPr lang="zh-CN" altLang="zh-CN" sz="2800" smtClean="0"/>
          </a:p>
          <a:p>
            <a:pPr>
              <a:lnSpc>
                <a:spcPts val="2800"/>
              </a:lnSpc>
              <a:buFont typeface="Wingdings" pitchFamily="2" charset="2"/>
              <a:buNone/>
            </a:pPr>
            <a:r>
              <a:rPr lang="en-US" altLang="zh-CN" sz="2800" smtClean="0"/>
              <a:t>   printf(“integer numbers:");</a:t>
            </a:r>
            <a:endParaRPr lang="zh-CN" altLang="zh-CN" sz="2800" smtClean="0"/>
          </a:p>
          <a:p>
            <a:pPr>
              <a:lnSpc>
                <a:spcPts val="2800"/>
              </a:lnSpc>
              <a:buFont typeface="Wingdings" pitchFamily="2" charset="2"/>
              <a:buNone/>
            </a:pPr>
            <a:r>
              <a:rPr lang="en-US" altLang="zh-CN" sz="2800" smtClean="0"/>
              <a:t>   scanf(“%d,%d”,&amp;a,&amp;b);  </a:t>
            </a:r>
            <a:endParaRPr lang="zh-CN" altLang="zh-CN" sz="2800" smtClean="0"/>
          </a:p>
          <a:p>
            <a:pPr>
              <a:lnSpc>
                <a:spcPts val="2800"/>
              </a:lnSpc>
              <a:buFont typeface="Wingdings" pitchFamily="2" charset="2"/>
              <a:buNone/>
            </a:pPr>
            <a:r>
              <a:rPr lang="en-US" altLang="zh-CN" sz="2800" smtClean="0"/>
              <a:t>   p1=&amp;a;    p2=&amp;b; </a:t>
            </a:r>
            <a:endParaRPr lang="zh-CN" altLang="zh-CN" sz="2800" smtClean="0"/>
          </a:p>
          <a:p>
            <a:pPr>
              <a:lnSpc>
                <a:spcPts val="2800"/>
              </a:lnSpc>
              <a:buFont typeface="Wingdings" pitchFamily="2" charset="2"/>
              <a:buNone/>
            </a:pPr>
            <a:r>
              <a:rPr lang="en-US" altLang="zh-CN" sz="2800" smtClean="0"/>
              <a:t>   if(a&lt;b) </a:t>
            </a:r>
            <a:endParaRPr lang="zh-CN" altLang="zh-CN" sz="2800" smtClean="0"/>
          </a:p>
          <a:p>
            <a:pPr>
              <a:lnSpc>
                <a:spcPts val="2800"/>
              </a:lnSpc>
              <a:buFont typeface="Wingdings" pitchFamily="2" charset="2"/>
              <a:buNone/>
            </a:pPr>
            <a:r>
              <a:rPr lang="en-US" altLang="zh-CN" sz="2800" smtClean="0"/>
              <a:t>   {  p=p1; p1=p2; p2=p; } </a:t>
            </a:r>
            <a:endParaRPr lang="zh-CN" altLang="zh-CN" sz="2800" smtClean="0"/>
          </a:p>
          <a:p>
            <a:pPr>
              <a:lnSpc>
                <a:spcPts val="2800"/>
              </a:lnSpc>
              <a:buFont typeface="Wingdings" pitchFamily="2" charset="2"/>
              <a:buNone/>
            </a:pPr>
            <a:r>
              <a:rPr lang="en-US" altLang="zh-CN" sz="2800" smtClean="0"/>
              <a:t>   printf(“a=%d,b=%d\n”,a,b);</a:t>
            </a:r>
            <a:endParaRPr lang="zh-CN" altLang="zh-CN" sz="2800" smtClean="0"/>
          </a:p>
          <a:p>
            <a:pPr>
              <a:lnSpc>
                <a:spcPts val="2800"/>
              </a:lnSpc>
              <a:buFont typeface="Wingdings" pitchFamily="2" charset="2"/>
              <a:buNone/>
            </a:pPr>
            <a:r>
              <a:rPr lang="en-US" altLang="zh-CN" sz="2800" smtClean="0"/>
              <a:t>   printf(“%d,%d\n”,*p1,*p2); </a:t>
            </a:r>
            <a:endParaRPr lang="zh-CN" altLang="zh-CN" sz="2800" smtClean="0"/>
          </a:p>
          <a:p>
            <a:pPr>
              <a:lnSpc>
                <a:spcPts val="2800"/>
              </a:lnSpc>
              <a:buFont typeface="Wingdings" pitchFamily="2" charset="2"/>
              <a:buNone/>
            </a:pPr>
            <a:r>
              <a:rPr lang="en-US" altLang="zh-CN" sz="2800" smtClean="0"/>
              <a:t>   return 0;</a:t>
            </a:r>
            <a:endParaRPr lang="zh-CN" altLang="zh-CN" sz="2800" smtClean="0"/>
          </a:p>
          <a:p>
            <a:pPr>
              <a:lnSpc>
                <a:spcPts val="2800"/>
              </a:lnSpc>
              <a:buFont typeface="Wingdings" pitchFamily="2" charset="2"/>
              <a:buNone/>
            </a:pPr>
            <a:r>
              <a:rPr lang="en-US" altLang="zh-CN" sz="2800" smtClean="0"/>
              <a:t>}</a:t>
            </a:r>
            <a:endParaRPr lang="zh-CN" altLang="zh-CN" sz="2800" smtClean="0"/>
          </a:p>
        </p:txBody>
      </p:sp>
      <p:sp>
        <p:nvSpPr>
          <p:cNvPr id="26627" name="矩形 4"/>
          <p:cNvSpPr>
            <a:spLocks noChangeArrowheads="1"/>
          </p:cNvSpPr>
          <p:nvPr/>
        </p:nvSpPr>
        <p:spPr bwMode="auto">
          <a:xfrm>
            <a:off x="8001000" y="642938"/>
            <a:ext cx="714375" cy="714375"/>
          </a:xfrm>
          <a:prstGeom prst="rect">
            <a:avLst/>
          </a:prstGeom>
          <a:solidFill>
            <a:schemeClr val="accent1"/>
          </a:solidFill>
          <a:ln w="38100" algn="ctr">
            <a:solidFill>
              <a:schemeClr val="tx1"/>
            </a:solidFill>
            <a:miter lim="800000"/>
            <a:headEnd/>
            <a:tailEnd/>
          </a:ln>
        </p:spPr>
        <p:txBody>
          <a:bodyPr wrap="none"/>
          <a:lstStyle/>
          <a:p>
            <a:endParaRPr lang="zh-CN" altLang="en-US"/>
          </a:p>
        </p:txBody>
      </p:sp>
      <p:sp>
        <p:nvSpPr>
          <p:cNvPr id="26628" name="矩形 7"/>
          <p:cNvSpPr>
            <a:spLocks noChangeArrowheads="1"/>
          </p:cNvSpPr>
          <p:nvPr/>
        </p:nvSpPr>
        <p:spPr bwMode="auto">
          <a:xfrm>
            <a:off x="8001000" y="1785938"/>
            <a:ext cx="714375" cy="714375"/>
          </a:xfrm>
          <a:prstGeom prst="rect">
            <a:avLst/>
          </a:prstGeom>
          <a:solidFill>
            <a:schemeClr val="accent1"/>
          </a:solidFill>
          <a:ln w="38100" algn="ctr">
            <a:solidFill>
              <a:schemeClr val="tx1"/>
            </a:solidFill>
            <a:miter lim="800000"/>
            <a:headEnd/>
            <a:tailEnd/>
          </a:ln>
        </p:spPr>
        <p:txBody>
          <a:bodyPr wrap="none"/>
          <a:lstStyle/>
          <a:p>
            <a:endParaRPr lang="zh-CN" altLang="en-US"/>
          </a:p>
        </p:txBody>
      </p:sp>
      <p:sp>
        <p:nvSpPr>
          <p:cNvPr id="26629" name="矩形 8"/>
          <p:cNvSpPr>
            <a:spLocks noChangeArrowheads="1"/>
          </p:cNvSpPr>
          <p:nvPr/>
        </p:nvSpPr>
        <p:spPr bwMode="auto">
          <a:xfrm>
            <a:off x="6572250" y="642938"/>
            <a:ext cx="714375" cy="714375"/>
          </a:xfrm>
          <a:prstGeom prst="rect">
            <a:avLst/>
          </a:prstGeom>
          <a:solidFill>
            <a:schemeClr val="accent1"/>
          </a:solidFill>
          <a:ln w="38100" algn="ctr">
            <a:solidFill>
              <a:schemeClr val="tx1"/>
            </a:solidFill>
            <a:miter lim="800000"/>
            <a:headEnd/>
            <a:tailEnd/>
          </a:ln>
        </p:spPr>
        <p:txBody>
          <a:bodyPr wrap="none"/>
          <a:lstStyle/>
          <a:p>
            <a:endParaRPr lang="zh-CN" altLang="en-US"/>
          </a:p>
        </p:txBody>
      </p:sp>
      <p:sp>
        <p:nvSpPr>
          <p:cNvPr id="26630" name="矩形 9"/>
          <p:cNvSpPr>
            <a:spLocks noChangeArrowheads="1"/>
          </p:cNvSpPr>
          <p:nvPr/>
        </p:nvSpPr>
        <p:spPr bwMode="auto">
          <a:xfrm>
            <a:off x="6572250" y="1785938"/>
            <a:ext cx="714375" cy="714375"/>
          </a:xfrm>
          <a:prstGeom prst="rect">
            <a:avLst/>
          </a:prstGeom>
          <a:solidFill>
            <a:schemeClr val="accent1"/>
          </a:solidFill>
          <a:ln w="38100" algn="ctr">
            <a:solidFill>
              <a:schemeClr val="tx1"/>
            </a:solidFill>
            <a:miter lim="800000"/>
            <a:headEnd/>
            <a:tailEnd/>
          </a:ln>
        </p:spPr>
        <p:txBody>
          <a:bodyPr wrap="none"/>
          <a:lstStyle/>
          <a:p>
            <a:endParaRPr lang="zh-CN" altLang="en-US"/>
          </a:p>
        </p:txBody>
      </p:sp>
      <p:sp>
        <p:nvSpPr>
          <p:cNvPr id="26631" name="矩形 10"/>
          <p:cNvSpPr>
            <a:spLocks noChangeArrowheads="1"/>
          </p:cNvSpPr>
          <p:nvPr/>
        </p:nvSpPr>
        <p:spPr bwMode="auto">
          <a:xfrm>
            <a:off x="5143500" y="1285875"/>
            <a:ext cx="714375" cy="714375"/>
          </a:xfrm>
          <a:prstGeom prst="rect">
            <a:avLst/>
          </a:prstGeom>
          <a:solidFill>
            <a:schemeClr val="accent1"/>
          </a:solidFill>
          <a:ln w="38100" algn="ctr">
            <a:solidFill>
              <a:schemeClr val="tx1"/>
            </a:solidFill>
            <a:miter lim="800000"/>
            <a:headEnd/>
            <a:tailEnd/>
          </a:ln>
        </p:spPr>
        <p:txBody>
          <a:bodyPr wrap="none"/>
          <a:lstStyle/>
          <a:p>
            <a:endParaRPr lang="zh-CN" altLang="en-US"/>
          </a:p>
        </p:txBody>
      </p:sp>
      <p:sp>
        <p:nvSpPr>
          <p:cNvPr id="26632" name="TextBox 11"/>
          <p:cNvSpPr txBox="1">
            <a:spLocks noChangeArrowheads="1"/>
          </p:cNvSpPr>
          <p:nvPr/>
        </p:nvSpPr>
        <p:spPr bwMode="auto">
          <a:xfrm>
            <a:off x="8185150" y="133350"/>
            <a:ext cx="500063"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000">
                <a:solidFill>
                  <a:schemeClr val="tx1"/>
                </a:solidFill>
                <a:latin typeface="Arial" charset="0"/>
                <a:ea typeface="宋体" pitchFamily="2" charset="-122"/>
              </a:defRPr>
            </a:lvl1pPr>
            <a:lvl2pPr marL="742950" indent="-285750" eaLnBrk="0" hangingPunct="0">
              <a:defRPr kumimoji="1" sz="4000">
                <a:solidFill>
                  <a:schemeClr val="tx1"/>
                </a:solidFill>
                <a:latin typeface="Arial" charset="0"/>
                <a:ea typeface="宋体" pitchFamily="2" charset="-122"/>
              </a:defRPr>
            </a:lvl2pPr>
            <a:lvl3pPr marL="1143000" indent="-228600" eaLnBrk="0" hangingPunct="0">
              <a:defRPr kumimoji="1" sz="4000">
                <a:solidFill>
                  <a:schemeClr val="tx1"/>
                </a:solidFill>
                <a:latin typeface="Arial" charset="0"/>
                <a:ea typeface="宋体" pitchFamily="2" charset="-122"/>
              </a:defRPr>
            </a:lvl3pPr>
            <a:lvl4pPr marL="1600200" indent="-228600" eaLnBrk="0" hangingPunct="0">
              <a:defRPr kumimoji="1" sz="4000">
                <a:solidFill>
                  <a:schemeClr val="tx1"/>
                </a:solidFill>
                <a:latin typeface="Arial" charset="0"/>
                <a:ea typeface="宋体" pitchFamily="2" charset="-122"/>
              </a:defRPr>
            </a:lvl4pPr>
            <a:lvl5pPr marL="2057400" indent="-228600" eaLnBrk="0" hangingPunct="0">
              <a:defRPr kumimoji="1" sz="4000">
                <a:solidFill>
                  <a:schemeClr val="tx1"/>
                </a:solidFill>
                <a:latin typeface="Arial" charset="0"/>
                <a:ea typeface="宋体" pitchFamily="2" charset="-122"/>
              </a:defRPr>
            </a:lvl5pPr>
            <a:lvl6pPr marL="2514600" indent="-228600" eaLnBrk="0" fontAlgn="base" hangingPunct="0">
              <a:spcBef>
                <a:spcPct val="0"/>
              </a:spcBef>
              <a:spcAft>
                <a:spcPct val="0"/>
              </a:spcAft>
              <a:defRPr kumimoji="1" sz="4000">
                <a:solidFill>
                  <a:schemeClr val="tx1"/>
                </a:solidFill>
                <a:latin typeface="Arial" charset="0"/>
                <a:ea typeface="宋体" pitchFamily="2" charset="-122"/>
              </a:defRPr>
            </a:lvl6pPr>
            <a:lvl7pPr marL="2971800" indent="-228600" eaLnBrk="0" fontAlgn="base" hangingPunct="0">
              <a:spcBef>
                <a:spcPct val="0"/>
              </a:spcBef>
              <a:spcAft>
                <a:spcPct val="0"/>
              </a:spcAft>
              <a:defRPr kumimoji="1" sz="4000">
                <a:solidFill>
                  <a:schemeClr val="tx1"/>
                </a:solidFill>
                <a:latin typeface="Arial" charset="0"/>
                <a:ea typeface="宋体" pitchFamily="2" charset="-122"/>
              </a:defRPr>
            </a:lvl7pPr>
            <a:lvl8pPr marL="3429000" indent="-228600" eaLnBrk="0" fontAlgn="base" hangingPunct="0">
              <a:spcBef>
                <a:spcPct val="0"/>
              </a:spcBef>
              <a:spcAft>
                <a:spcPct val="0"/>
              </a:spcAft>
              <a:defRPr kumimoji="1" sz="4000">
                <a:solidFill>
                  <a:schemeClr val="tx1"/>
                </a:solidFill>
                <a:latin typeface="Arial" charset="0"/>
                <a:ea typeface="宋体" pitchFamily="2" charset="-122"/>
              </a:defRPr>
            </a:lvl8pPr>
            <a:lvl9pPr marL="3886200" indent="-228600" eaLnBrk="0" fontAlgn="base" hangingPunct="0">
              <a:spcBef>
                <a:spcPct val="0"/>
              </a:spcBef>
              <a:spcAft>
                <a:spcPct val="0"/>
              </a:spcAft>
              <a:defRPr kumimoji="1" sz="4000">
                <a:solidFill>
                  <a:schemeClr val="tx1"/>
                </a:solidFill>
                <a:latin typeface="Arial" charset="0"/>
                <a:ea typeface="宋体" pitchFamily="2" charset="-122"/>
              </a:defRPr>
            </a:lvl9pPr>
          </a:lstStyle>
          <a:p>
            <a:pPr eaLnBrk="1" hangingPunct="1"/>
            <a:r>
              <a:rPr lang="en-US" altLang="zh-CN" sz="3200">
                <a:solidFill>
                  <a:srgbClr val="FF0000"/>
                </a:solidFill>
              </a:rPr>
              <a:t>a</a:t>
            </a:r>
            <a:endParaRPr lang="zh-CN" altLang="en-US" sz="3200">
              <a:solidFill>
                <a:srgbClr val="FF0000"/>
              </a:solidFill>
            </a:endParaRPr>
          </a:p>
        </p:txBody>
      </p:sp>
      <p:sp>
        <p:nvSpPr>
          <p:cNvPr id="26633" name="TextBox 12"/>
          <p:cNvSpPr txBox="1">
            <a:spLocks noChangeArrowheads="1"/>
          </p:cNvSpPr>
          <p:nvPr/>
        </p:nvSpPr>
        <p:spPr bwMode="auto">
          <a:xfrm>
            <a:off x="8164513" y="2416175"/>
            <a:ext cx="500062"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000">
                <a:solidFill>
                  <a:schemeClr val="tx1"/>
                </a:solidFill>
                <a:latin typeface="Arial" charset="0"/>
                <a:ea typeface="宋体" pitchFamily="2" charset="-122"/>
              </a:defRPr>
            </a:lvl1pPr>
            <a:lvl2pPr marL="742950" indent="-285750" eaLnBrk="0" hangingPunct="0">
              <a:defRPr kumimoji="1" sz="4000">
                <a:solidFill>
                  <a:schemeClr val="tx1"/>
                </a:solidFill>
                <a:latin typeface="Arial" charset="0"/>
                <a:ea typeface="宋体" pitchFamily="2" charset="-122"/>
              </a:defRPr>
            </a:lvl2pPr>
            <a:lvl3pPr marL="1143000" indent="-228600" eaLnBrk="0" hangingPunct="0">
              <a:defRPr kumimoji="1" sz="4000">
                <a:solidFill>
                  <a:schemeClr val="tx1"/>
                </a:solidFill>
                <a:latin typeface="Arial" charset="0"/>
                <a:ea typeface="宋体" pitchFamily="2" charset="-122"/>
              </a:defRPr>
            </a:lvl3pPr>
            <a:lvl4pPr marL="1600200" indent="-228600" eaLnBrk="0" hangingPunct="0">
              <a:defRPr kumimoji="1" sz="4000">
                <a:solidFill>
                  <a:schemeClr val="tx1"/>
                </a:solidFill>
                <a:latin typeface="Arial" charset="0"/>
                <a:ea typeface="宋体" pitchFamily="2" charset="-122"/>
              </a:defRPr>
            </a:lvl4pPr>
            <a:lvl5pPr marL="2057400" indent="-228600" eaLnBrk="0" hangingPunct="0">
              <a:defRPr kumimoji="1" sz="4000">
                <a:solidFill>
                  <a:schemeClr val="tx1"/>
                </a:solidFill>
                <a:latin typeface="Arial" charset="0"/>
                <a:ea typeface="宋体" pitchFamily="2" charset="-122"/>
              </a:defRPr>
            </a:lvl5pPr>
            <a:lvl6pPr marL="2514600" indent="-228600" eaLnBrk="0" fontAlgn="base" hangingPunct="0">
              <a:spcBef>
                <a:spcPct val="0"/>
              </a:spcBef>
              <a:spcAft>
                <a:spcPct val="0"/>
              </a:spcAft>
              <a:defRPr kumimoji="1" sz="4000">
                <a:solidFill>
                  <a:schemeClr val="tx1"/>
                </a:solidFill>
                <a:latin typeface="Arial" charset="0"/>
                <a:ea typeface="宋体" pitchFamily="2" charset="-122"/>
              </a:defRPr>
            </a:lvl6pPr>
            <a:lvl7pPr marL="2971800" indent="-228600" eaLnBrk="0" fontAlgn="base" hangingPunct="0">
              <a:spcBef>
                <a:spcPct val="0"/>
              </a:spcBef>
              <a:spcAft>
                <a:spcPct val="0"/>
              </a:spcAft>
              <a:defRPr kumimoji="1" sz="4000">
                <a:solidFill>
                  <a:schemeClr val="tx1"/>
                </a:solidFill>
                <a:latin typeface="Arial" charset="0"/>
                <a:ea typeface="宋体" pitchFamily="2" charset="-122"/>
              </a:defRPr>
            </a:lvl7pPr>
            <a:lvl8pPr marL="3429000" indent="-228600" eaLnBrk="0" fontAlgn="base" hangingPunct="0">
              <a:spcBef>
                <a:spcPct val="0"/>
              </a:spcBef>
              <a:spcAft>
                <a:spcPct val="0"/>
              </a:spcAft>
              <a:defRPr kumimoji="1" sz="4000">
                <a:solidFill>
                  <a:schemeClr val="tx1"/>
                </a:solidFill>
                <a:latin typeface="Arial" charset="0"/>
                <a:ea typeface="宋体" pitchFamily="2" charset="-122"/>
              </a:defRPr>
            </a:lvl8pPr>
            <a:lvl9pPr marL="3886200" indent="-228600" eaLnBrk="0" fontAlgn="base" hangingPunct="0">
              <a:spcBef>
                <a:spcPct val="0"/>
              </a:spcBef>
              <a:spcAft>
                <a:spcPct val="0"/>
              </a:spcAft>
              <a:defRPr kumimoji="1" sz="4000">
                <a:solidFill>
                  <a:schemeClr val="tx1"/>
                </a:solidFill>
                <a:latin typeface="Arial" charset="0"/>
                <a:ea typeface="宋体" pitchFamily="2" charset="-122"/>
              </a:defRPr>
            </a:lvl9pPr>
          </a:lstStyle>
          <a:p>
            <a:pPr eaLnBrk="1" hangingPunct="1"/>
            <a:r>
              <a:rPr lang="en-US" altLang="zh-CN" sz="3200">
                <a:solidFill>
                  <a:srgbClr val="FF0000"/>
                </a:solidFill>
              </a:rPr>
              <a:t>b</a:t>
            </a:r>
            <a:endParaRPr lang="zh-CN" altLang="en-US" sz="3200">
              <a:solidFill>
                <a:srgbClr val="FF0000"/>
              </a:solidFill>
            </a:endParaRPr>
          </a:p>
        </p:txBody>
      </p:sp>
      <p:sp>
        <p:nvSpPr>
          <p:cNvPr id="26634" name="TextBox 13"/>
          <p:cNvSpPr txBox="1">
            <a:spLocks noChangeArrowheads="1"/>
          </p:cNvSpPr>
          <p:nvPr/>
        </p:nvSpPr>
        <p:spPr bwMode="auto">
          <a:xfrm>
            <a:off x="6640513" y="58738"/>
            <a:ext cx="71437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000">
                <a:solidFill>
                  <a:schemeClr val="tx1"/>
                </a:solidFill>
                <a:latin typeface="Arial" charset="0"/>
                <a:ea typeface="宋体" pitchFamily="2" charset="-122"/>
              </a:defRPr>
            </a:lvl1pPr>
            <a:lvl2pPr marL="742950" indent="-285750" eaLnBrk="0" hangingPunct="0">
              <a:defRPr kumimoji="1" sz="4000">
                <a:solidFill>
                  <a:schemeClr val="tx1"/>
                </a:solidFill>
                <a:latin typeface="Arial" charset="0"/>
                <a:ea typeface="宋体" pitchFamily="2" charset="-122"/>
              </a:defRPr>
            </a:lvl2pPr>
            <a:lvl3pPr marL="1143000" indent="-228600" eaLnBrk="0" hangingPunct="0">
              <a:defRPr kumimoji="1" sz="4000">
                <a:solidFill>
                  <a:schemeClr val="tx1"/>
                </a:solidFill>
                <a:latin typeface="Arial" charset="0"/>
                <a:ea typeface="宋体" pitchFamily="2" charset="-122"/>
              </a:defRPr>
            </a:lvl3pPr>
            <a:lvl4pPr marL="1600200" indent="-228600" eaLnBrk="0" hangingPunct="0">
              <a:defRPr kumimoji="1" sz="4000">
                <a:solidFill>
                  <a:schemeClr val="tx1"/>
                </a:solidFill>
                <a:latin typeface="Arial" charset="0"/>
                <a:ea typeface="宋体" pitchFamily="2" charset="-122"/>
              </a:defRPr>
            </a:lvl4pPr>
            <a:lvl5pPr marL="2057400" indent="-228600" eaLnBrk="0" hangingPunct="0">
              <a:defRPr kumimoji="1" sz="4000">
                <a:solidFill>
                  <a:schemeClr val="tx1"/>
                </a:solidFill>
                <a:latin typeface="Arial" charset="0"/>
                <a:ea typeface="宋体" pitchFamily="2" charset="-122"/>
              </a:defRPr>
            </a:lvl5pPr>
            <a:lvl6pPr marL="2514600" indent="-228600" eaLnBrk="0" fontAlgn="base" hangingPunct="0">
              <a:spcBef>
                <a:spcPct val="0"/>
              </a:spcBef>
              <a:spcAft>
                <a:spcPct val="0"/>
              </a:spcAft>
              <a:defRPr kumimoji="1" sz="4000">
                <a:solidFill>
                  <a:schemeClr val="tx1"/>
                </a:solidFill>
                <a:latin typeface="Arial" charset="0"/>
                <a:ea typeface="宋体" pitchFamily="2" charset="-122"/>
              </a:defRPr>
            </a:lvl6pPr>
            <a:lvl7pPr marL="2971800" indent="-228600" eaLnBrk="0" fontAlgn="base" hangingPunct="0">
              <a:spcBef>
                <a:spcPct val="0"/>
              </a:spcBef>
              <a:spcAft>
                <a:spcPct val="0"/>
              </a:spcAft>
              <a:defRPr kumimoji="1" sz="4000">
                <a:solidFill>
                  <a:schemeClr val="tx1"/>
                </a:solidFill>
                <a:latin typeface="Arial" charset="0"/>
                <a:ea typeface="宋体" pitchFamily="2" charset="-122"/>
              </a:defRPr>
            </a:lvl7pPr>
            <a:lvl8pPr marL="3429000" indent="-228600" eaLnBrk="0" fontAlgn="base" hangingPunct="0">
              <a:spcBef>
                <a:spcPct val="0"/>
              </a:spcBef>
              <a:spcAft>
                <a:spcPct val="0"/>
              </a:spcAft>
              <a:defRPr kumimoji="1" sz="4000">
                <a:solidFill>
                  <a:schemeClr val="tx1"/>
                </a:solidFill>
                <a:latin typeface="Arial" charset="0"/>
                <a:ea typeface="宋体" pitchFamily="2" charset="-122"/>
              </a:defRPr>
            </a:lvl8pPr>
            <a:lvl9pPr marL="3886200" indent="-228600" eaLnBrk="0" fontAlgn="base" hangingPunct="0">
              <a:spcBef>
                <a:spcPct val="0"/>
              </a:spcBef>
              <a:spcAft>
                <a:spcPct val="0"/>
              </a:spcAft>
              <a:defRPr kumimoji="1" sz="4000">
                <a:solidFill>
                  <a:schemeClr val="tx1"/>
                </a:solidFill>
                <a:latin typeface="Arial" charset="0"/>
                <a:ea typeface="宋体" pitchFamily="2" charset="-122"/>
              </a:defRPr>
            </a:lvl9pPr>
          </a:lstStyle>
          <a:p>
            <a:pPr eaLnBrk="1" hangingPunct="1"/>
            <a:r>
              <a:rPr lang="en-US" altLang="zh-CN" sz="3200" b="1">
                <a:solidFill>
                  <a:srgbClr val="FF0000"/>
                </a:solidFill>
              </a:rPr>
              <a:t>p1</a:t>
            </a:r>
            <a:endParaRPr lang="zh-CN" altLang="en-US" sz="3200" b="1">
              <a:solidFill>
                <a:srgbClr val="FF0000"/>
              </a:solidFill>
            </a:endParaRPr>
          </a:p>
        </p:txBody>
      </p:sp>
      <p:sp>
        <p:nvSpPr>
          <p:cNvPr id="26635" name="TextBox 14"/>
          <p:cNvSpPr txBox="1">
            <a:spLocks noChangeArrowheads="1"/>
          </p:cNvSpPr>
          <p:nvPr/>
        </p:nvSpPr>
        <p:spPr bwMode="auto">
          <a:xfrm>
            <a:off x="6643688" y="2416175"/>
            <a:ext cx="71437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000">
                <a:solidFill>
                  <a:schemeClr val="tx1"/>
                </a:solidFill>
                <a:latin typeface="Arial" charset="0"/>
                <a:ea typeface="宋体" pitchFamily="2" charset="-122"/>
              </a:defRPr>
            </a:lvl1pPr>
            <a:lvl2pPr marL="742950" indent="-285750" eaLnBrk="0" hangingPunct="0">
              <a:defRPr kumimoji="1" sz="4000">
                <a:solidFill>
                  <a:schemeClr val="tx1"/>
                </a:solidFill>
                <a:latin typeface="Arial" charset="0"/>
                <a:ea typeface="宋体" pitchFamily="2" charset="-122"/>
              </a:defRPr>
            </a:lvl2pPr>
            <a:lvl3pPr marL="1143000" indent="-228600" eaLnBrk="0" hangingPunct="0">
              <a:defRPr kumimoji="1" sz="4000">
                <a:solidFill>
                  <a:schemeClr val="tx1"/>
                </a:solidFill>
                <a:latin typeface="Arial" charset="0"/>
                <a:ea typeface="宋体" pitchFamily="2" charset="-122"/>
              </a:defRPr>
            </a:lvl3pPr>
            <a:lvl4pPr marL="1600200" indent="-228600" eaLnBrk="0" hangingPunct="0">
              <a:defRPr kumimoji="1" sz="4000">
                <a:solidFill>
                  <a:schemeClr val="tx1"/>
                </a:solidFill>
                <a:latin typeface="Arial" charset="0"/>
                <a:ea typeface="宋体" pitchFamily="2" charset="-122"/>
              </a:defRPr>
            </a:lvl4pPr>
            <a:lvl5pPr marL="2057400" indent="-228600" eaLnBrk="0" hangingPunct="0">
              <a:defRPr kumimoji="1" sz="4000">
                <a:solidFill>
                  <a:schemeClr val="tx1"/>
                </a:solidFill>
                <a:latin typeface="Arial" charset="0"/>
                <a:ea typeface="宋体" pitchFamily="2" charset="-122"/>
              </a:defRPr>
            </a:lvl5pPr>
            <a:lvl6pPr marL="2514600" indent="-228600" eaLnBrk="0" fontAlgn="base" hangingPunct="0">
              <a:spcBef>
                <a:spcPct val="0"/>
              </a:spcBef>
              <a:spcAft>
                <a:spcPct val="0"/>
              </a:spcAft>
              <a:defRPr kumimoji="1" sz="4000">
                <a:solidFill>
                  <a:schemeClr val="tx1"/>
                </a:solidFill>
                <a:latin typeface="Arial" charset="0"/>
                <a:ea typeface="宋体" pitchFamily="2" charset="-122"/>
              </a:defRPr>
            </a:lvl6pPr>
            <a:lvl7pPr marL="2971800" indent="-228600" eaLnBrk="0" fontAlgn="base" hangingPunct="0">
              <a:spcBef>
                <a:spcPct val="0"/>
              </a:spcBef>
              <a:spcAft>
                <a:spcPct val="0"/>
              </a:spcAft>
              <a:defRPr kumimoji="1" sz="4000">
                <a:solidFill>
                  <a:schemeClr val="tx1"/>
                </a:solidFill>
                <a:latin typeface="Arial" charset="0"/>
                <a:ea typeface="宋体" pitchFamily="2" charset="-122"/>
              </a:defRPr>
            </a:lvl7pPr>
            <a:lvl8pPr marL="3429000" indent="-228600" eaLnBrk="0" fontAlgn="base" hangingPunct="0">
              <a:spcBef>
                <a:spcPct val="0"/>
              </a:spcBef>
              <a:spcAft>
                <a:spcPct val="0"/>
              </a:spcAft>
              <a:defRPr kumimoji="1" sz="4000">
                <a:solidFill>
                  <a:schemeClr val="tx1"/>
                </a:solidFill>
                <a:latin typeface="Arial" charset="0"/>
                <a:ea typeface="宋体" pitchFamily="2" charset="-122"/>
              </a:defRPr>
            </a:lvl8pPr>
            <a:lvl9pPr marL="3886200" indent="-228600" eaLnBrk="0" fontAlgn="base" hangingPunct="0">
              <a:spcBef>
                <a:spcPct val="0"/>
              </a:spcBef>
              <a:spcAft>
                <a:spcPct val="0"/>
              </a:spcAft>
              <a:defRPr kumimoji="1" sz="4000">
                <a:solidFill>
                  <a:schemeClr val="tx1"/>
                </a:solidFill>
                <a:latin typeface="Arial" charset="0"/>
                <a:ea typeface="宋体" pitchFamily="2" charset="-122"/>
              </a:defRPr>
            </a:lvl9pPr>
          </a:lstStyle>
          <a:p>
            <a:pPr eaLnBrk="1" hangingPunct="1"/>
            <a:r>
              <a:rPr lang="en-US" altLang="zh-CN" sz="3200">
                <a:solidFill>
                  <a:srgbClr val="FF0000"/>
                </a:solidFill>
              </a:rPr>
              <a:t>p2</a:t>
            </a:r>
            <a:endParaRPr lang="zh-CN" altLang="en-US" sz="3200">
              <a:solidFill>
                <a:srgbClr val="FF0000"/>
              </a:solidFill>
            </a:endParaRPr>
          </a:p>
        </p:txBody>
      </p:sp>
      <p:sp>
        <p:nvSpPr>
          <p:cNvPr id="26636" name="TextBox 15"/>
          <p:cNvSpPr txBox="1">
            <a:spLocks noChangeArrowheads="1"/>
          </p:cNvSpPr>
          <p:nvPr/>
        </p:nvSpPr>
        <p:spPr bwMode="auto">
          <a:xfrm>
            <a:off x="5143500" y="714375"/>
            <a:ext cx="71437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000">
                <a:solidFill>
                  <a:schemeClr val="tx1"/>
                </a:solidFill>
                <a:latin typeface="Arial" charset="0"/>
                <a:ea typeface="宋体" pitchFamily="2" charset="-122"/>
              </a:defRPr>
            </a:lvl1pPr>
            <a:lvl2pPr marL="742950" indent="-285750" eaLnBrk="0" hangingPunct="0">
              <a:defRPr kumimoji="1" sz="4000">
                <a:solidFill>
                  <a:schemeClr val="tx1"/>
                </a:solidFill>
                <a:latin typeface="Arial" charset="0"/>
                <a:ea typeface="宋体" pitchFamily="2" charset="-122"/>
              </a:defRPr>
            </a:lvl2pPr>
            <a:lvl3pPr marL="1143000" indent="-228600" eaLnBrk="0" hangingPunct="0">
              <a:defRPr kumimoji="1" sz="4000">
                <a:solidFill>
                  <a:schemeClr val="tx1"/>
                </a:solidFill>
                <a:latin typeface="Arial" charset="0"/>
                <a:ea typeface="宋体" pitchFamily="2" charset="-122"/>
              </a:defRPr>
            </a:lvl3pPr>
            <a:lvl4pPr marL="1600200" indent="-228600" eaLnBrk="0" hangingPunct="0">
              <a:defRPr kumimoji="1" sz="4000">
                <a:solidFill>
                  <a:schemeClr val="tx1"/>
                </a:solidFill>
                <a:latin typeface="Arial" charset="0"/>
                <a:ea typeface="宋体" pitchFamily="2" charset="-122"/>
              </a:defRPr>
            </a:lvl4pPr>
            <a:lvl5pPr marL="2057400" indent="-228600" eaLnBrk="0" hangingPunct="0">
              <a:defRPr kumimoji="1" sz="4000">
                <a:solidFill>
                  <a:schemeClr val="tx1"/>
                </a:solidFill>
                <a:latin typeface="Arial" charset="0"/>
                <a:ea typeface="宋体" pitchFamily="2" charset="-122"/>
              </a:defRPr>
            </a:lvl5pPr>
            <a:lvl6pPr marL="2514600" indent="-228600" eaLnBrk="0" fontAlgn="base" hangingPunct="0">
              <a:spcBef>
                <a:spcPct val="0"/>
              </a:spcBef>
              <a:spcAft>
                <a:spcPct val="0"/>
              </a:spcAft>
              <a:defRPr kumimoji="1" sz="4000">
                <a:solidFill>
                  <a:schemeClr val="tx1"/>
                </a:solidFill>
                <a:latin typeface="Arial" charset="0"/>
                <a:ea typeface="宋体" pitchFamily="2" charset="-122"/>
              </a:defRPr>
            </a:lvl6pPr>
            <a:lvl7pPr marL="2971800" indent="-228600" eaLnBrk="0" fontAlgn="base" hangingPunct="0">
              <a:spcBef>
                <a:spcPct val="0"/>
              </a:spcBef>
              <a:spcAft>
                <a:spcPct val="0"/>
              </a:spcAft>
              <a:defRPr kumimoji="1" sz="4000">
                <a:solidFill>
                  <a:schemeClr val="tx1"/>
                </a:solidFill>
                <a:latin typeface="Arial" charset="0"/>
                <a:ea typeface="宋体" pitchFamily="2" charset="-122"/>
              </a:defRPr>
            </a:lvl7pPr>
            <a:lvl8pPr marL="3429000" indent="-228600" eaLnBrk="0" fontAlgn="base" hangingPunct="0">
              <a:spcBef>
                <a:spcPct val="0"/>
              </a:spcBef>
              <a:spcAft>
                <a:spcPct val="0"/>
              </a:spcAft>
              <a:defRPr kumimoji="1" sz="4000">
                <a:solidFill>
                  <a:schemeClr val="tx1"/>
                </a:solidFill>
                <a:latin typeface="Arial" charset="0"/>
                <a:ea typeface="宋体" pitchFamily="2" charset="-122"/>
              </a:defRPr>
            </a:lvl8pPr>
            <a:lvl9pPr marL="3886200" indent="-228600" eaLnBrk="0" fontAlgn="base" hangingPunct="0">
              <a:spcBef>
                <a:spcPct val="0"/>
              </a:spcBef>
              <a:spcAft>
                <a:spcPct val="0"/>
              </a:spcAft>
              <a:defRPr kumimoji="1" sz="4000">
                <a:solidFill>
                  <a:schemeClr val="tx1"/>
                </a:solidFill>
                <a:latin typeface="Arial" charset="0"/>
                <a:ea typeface="宋体" pitchFamily="2" charset="-122"/>
              </a:defRPr>
            </a:lvl9pPr>
          </a:lstStyle>
          <a:p>
            <a:pPr algn="ctr" eaLnBrk="1" hangingPunct="1"/>
            <a:r>
              <a:rPr lang="en-US" altLang="zh-CN" sz="3200">
                <a:solidFill>
                  <a:srgbClr val="FF0000"/>
                </a:solidFill>
              </a:rPr>
              <a:t>p</a:t>
            </a:r>
            <a:endParaRPr lang="zh-CN" altLang="en-US" sz="3200">
              <a:solidFill>
                <a:srgbClr val="FF0000"/>
              </a:solidFill>
            </a:endParaRPr>
          </a:p>
        </p:txBody>
      </p:sp>
      <p:sp>
        <p:nvSpPr>
          <p:cNvPr id="26637" name="TextBox 19"/>
          <p:cNvSpPr txBox="1">
            <a:spLocks noChangeArrowheads="1"/>
          </p:cNvSpPr>
          <p:nvPr/>
        </p:nvSpPr>
        <p:spPr bwMode="auto">
          <a:xfrm>
            <a:off x="8143875" y="714375"/>
            <a:ext cx="500063"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000">
                <a:solidFill>
                  <a:schemeClr val="tx1"/>
                </a:solidFill>
                <a:latin typeface="Arial" charset="0"/>
                <a:ea typeface="宋体" pitchFamily="2" charset="-122"/>
              </a:defRPr>
            </a:lvl1pPr>
            <a:lvl2pPr marL="742950" indent="-285750" eaLnBrk="0" hangingPunct="0">
              <a:defRPr kumimoji="1" sz="4000">
                <a:solidFill>
                  <a:schemeClr val="tx1"/>
                </a:solidFill>
                <a:latin typeface="Arial" charset="0"/>
                <a:ea typeface="宋体" pitchFamily="2" charset="-122"/>
              </a:defRPr>
            </a:lvl2pPr>
            <a:lvl3pPr marL="1143000" indent="-228600" eaLnBrk="0" hangingPunct="0">
              <a:defRPr kumimoji="1" sz="4000">
                <a:solidFill>
                  <a:schemeClr val="tx1"/>
                </a:solidFill>
                <a:latin typeface="Arial" charset="0"/>
                <a:ea typeface="宋体" pitchFamily="2" charset="-122"/>
              </a:defRPr>
            </a:lvl3pPr>
            <a:lvl4pPr marL="1600200" indent="-228600" eaLnBrk="0" hangingPunct="0">
              <a:defRPr kumimoji="1" sz="4000">
                <a:solidFill>
                  <a:schemeClr val="tx1"/>
                </a:solidFill>
                <a:latin typeface="Arial" charset="0"/>
                <a:ea typeface="宋体" pitchFamily="2" charset="-122"/>
              </a:defRPr>
            </a:lvl4pPr>
            <a:lvl5pPr marL="2057400" indent="-228600" eaLnBrk="0" hangingPunct="0">
              <a:defRPr kumimoji="1" sz="4000">
                <a:solidFill>
                  <a:schemeClr val="tx1"/>
                </a:solidFill>
                <a:latin typeface="Arial" charset="0"/>
                <a:ea typeface="宋体" pitchFamily="2" charset="-122"/>
              </a:defRPr>
            </a:lvl5pPr>
            <a:lvl6pPr marL="2514600" indent="-228600" eaLnBrk="0" fontAlgn="base" hangingPunct="0">
              <a:spcBef>
                <a:spcPct val="0"/>
              </a:spcBef>
              <a:spcAft>
                <a:spcPct val="0"/>
              </a:spcAft>
              <a:defRPr kumimoji="1" sz="4000">
                <a:solidFill>
                  <a:schemeClr val="tx1"/>
                </a:solidFill>
                <a:latin typeface="Arial" charset="0"/>
                <a:ea typeface="宋体" pitchFamily="2" charset="-122"/>
              </a:defRPr>
            </a:lvl6pPr>
            <a:lvl7pPr marL="2971800" indent="-228600" eaLnBrk="0" fontAlgn="base" hangingPunct="0">
              <a:spcBef>
                <a:spcPct val="0"/>
              </a:spcBef>
              <a:spcAft>
                <a:spcPct val="0"/>
              </a:spcAft>
              <a:defRPr kumimoji="1" sz="4000">
                <a:solidFill>
                  <a:schemeClr val="tx1"/>
                </a:solidFill>
                <a:latin typeface="Arial" charset="0"/>
                <a:ea typeface="宋体" pitchFamily="2" charset="-122"/>
              </a:defRPr>
            </a:lvl7pPr>
            <a:lvl8pPr marL="3429000" indent="-228600" eaLnBrk="0" fontAlgn="base" hangingPunct="0">
              <a:spcBef>
                <a:spcPct val="0"/>
              </a:spcBef>
              <a:spcAft>
                <a:spcPct val="0"/>
              </a:spcAft>
              <a:defRPr kumimoji="1" sz="4000">
                <a:solidFill>
                  <a:schemeClr val="tx1"/>
                </a:solidFill>
                <a:latin typeface="Arial" charset="0"/>
                <a:ea typeface="宋体" pitchFamily="2" charset="-122"/>
              </a:defRPr>
            </a:lvl8pPr>
            <a:lvl9pPr marL="3886200" indent="-228600" eaLnBrk="0" fontAlgn="base" hangingPunct="0">
              <a:spcBef>
                <a:spcPct val="0"/>
              </a:spcBef>
              <a:spcAft>
                <a:spcPct val="0"/>
              </a:spcAft>
              <a:defRPr kumimoji="1" sz="4000">
                <a:solidFill>
                  <a:schemeClr val="tx1"/>
                </a:solidFill>
                <a:latin typeface="Arial" charset="0"/>
                <a:ea typeface="宋体" pitchFamily="2" charset="-122"/>
              </a:defRPr>
            </a:lvl9pPr>
          </a:lstStyle>
          <a:p>
            <a:pPr eaLnBrk="1" hangingPunct="1"/>
            <a:r>
              <a:rPr lang="en-US" altLang="zh-CN" sz="3200" b="1">
                <a:solidFill>
                  <a:srgbClr val="0000CC"/>
                </a:solidFill>
              </a:rPr>
              <a:t>5</a:t>
            </a:r>
            <a:endParaRPr lang="zh-CN" altLang="en-US" sz="3200" b="1">
              <a:solidFill>
                <a:srgbClr val="0000CC"/>
              </a:solidFill>
            </a:endParaRPr>
          </a:p>
        </p:txBody>
      </p:sp>
      <p:sp>
        <p:nvSpPr>
          <p:cNvPr id="26638" name="TextBox 20"/>
          <p:cNvSpPr txBox="1">
            <a:spLocks noChangeArrowheads="1"/>
          </p:cNvSpPr>
          <p:nvPr/>
        </p:nvSpPr>
        <p:spPr bwMode="auto">
          <a:xfrm>
            <a:off x="8143875" y="1857375"/>
            <a:ext cx="500063"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000">
                <a:solidFill>
                  <a:schemeClr val="tx1"/>
                </a:solidFill>
                <a:latin typeface="Arial" charset="0"/>
                <a:ea typeface="宋体" pitchFamily="2" charset="-122"/>
              </a:defRPr>
            </a:lvl1pPr>
            <a:lvl2pPr marL="742950" indent="-285750" eaLnBrk="0" hangingPunct="0">
              <a:defRPr kumimoji="1" sz="4000">
                <a:solidFill>
                  <a:schemeClr val="tx1"/>
                </a:solidFill>
                <a:latin typeface="Arial" charset="0"/>
                <a:ea typeface="宋体" pitchFamily="2" charset="-122"/>
              </a:defRPr>
            </a:lvl2pPr>
            <a:lvl3pPr marL="1143000" indent="-228600" eaLnBrk="0" hangingPunct="0">
              <a:defRPr kumimoji="1" sz="4000">
                <a:solidFill>
                  <a:schemeClr val="tx1"/>
                </a:solidFill>
                <a:latin typeface="Arial" charset="0"/>
                <a:ea typeface="宋体" pitchFamily="2" charset="-122"/>
              </a:defRPr>
            </a:lvl3pPr>
            <a:lvl4pPr marL="1600200" indent="-228600" eaLnBrk="0" hangingPunct="0">
              <a:defRPr kumimoji="1" sz="4000">
                <a:solidFill>
                  <a:schemeClr val="tx1"/>
                </a:solidFill>
                <a:latin typeface="Arial" charset="0"/>
                <a:ea typeface="宋体" pitchFamily="2" charset="-122"/>
              </a:defRPr>
            </a:lvl4pPr>
            <a:lvl5pPr marL="2057400" indent="-228600" eaLnBrk="0" hangingPunct="0">
              <a:defRPr kumimoji="1" sz="4000">
                <a:solidFill>
                  <a:schemeClr val="tx1"/>
                </a:solidFill>
                <a:latin typeface="Arial" charset="0"/>
                <a:ea typeface="宋体" pitchFamily="2" charset="-122"/>
              </a:defRPr>
            </a:lvl5pPr>
            <a:lvl6pPr marL="2514600" indent="-228600" eaLnBrk="0" fontAlgn="base" hangingPunct="0">
              <a:spcBef>
                <a:spcPct val="0"/>
              </a:spcBef>
              <a:spcAft>
                <a:spcPct val="0"/>
              </a:spcAft>
              <a:defRPr kumimoji="1" sz="4000">
                <a:solidFill>
                  <a:schemeClr val="tx1"/>
                </a:solidFill>
                <a:latin typeface="Arial" charset="0"/>
                <a:ea typeface="宋体" pitchFamily="2" charset="-122"/>
              </a:defRPr>
            </a:lvl6pPr>
            <a:lvl7pPr marL="2971800" indent="-228600" eaLnBrk="0" fontAlgn="base" hangingPunct="0">
              <a:spcBef>
                <a:spcPct val="0"/>
              </a:spcBef>
              <a:spcAft>
                <a:spcPct val="0"/>
              </a:spcAft>
              <a:defRPr kumimoji="1" sz="4000">
                <a:solidFill>
                  <a:schemeClr val="tx1"/>
                </a:solidFill>
                <a:latin typeface="Arial" charset="0"/>
                <a:ea typeface="宋体" pitchFamily="2" charset="-122"/>
              </a:defRPr>
            </a:lvl7pPr>
            <a:lvl8pPr marL="3429000" indent="-228600" eaLnBrk="0" fontAlgn="base" hangingPunct="0">
              <a:spcBef>
                <a:spcPct val="0"/>
              </a:spcBef>
              <a:spcAft>
                <a:spcPct val="0"/>
              </a:spcAft>
              <a:defRPr kumimoji="1" sz="4000">
                <a:solidFill>
                  <a:schemeClr val="tx1"/>
                </a:solidFill>
                <a:latin typeface="Arial" charset="0"/>
                <a:ea typeface="宋体" pitchFamily="2" charset="-122"/>
              </a:defRPr>
            </a:lvl8pPr>
            <a:lvl9pPr marL="3886200" indent="-228600" eaLnBrk="0" fontAlgn="base" hangingPunct="0">
              <a:spcBef>
                <a:spcPct val="0"/>
              </a:spcBef>
              <a:spcAft>
                <a:spcPct val="0"/>
              </a:spcAft>
              <a:defRPr kumimoji="1" sz="4000">
                <a:solidFill>
                  <a:schemeClr val="tx1"/>
                </a:solidFill>
                <a:latin typeface="Arial" charset="0"/>
                <a:ea typeface="宋体" pitchFamily="2" charset="-122"/>
              </a:defRPr>
            </a:lvl9pPr>
          </a:lstStyle>
          <a:p>
            <a:pPr eaLnBrk="1" hangingPunct="1"/>
            <a:r>
              <a:rPr lang="en-US" altLang="zh-CN" sz="3200" b="1">
                <a:solidFill>
                  <a:srgbClr val="0000CC"/>
                </a:solidFill>
              </a:rPr>
              <a:t>9</a:t>
            </a:r>
            <a:endParaRPr lang="zh-CN" altLang="en-US" sz="3200" b="1">
              <a:solidFill>
                <a:srgbClr val="0000CC"/>
              </a:solidFill>
            </a:endParaRPr>
          </a:p>
        </p:txBody>
      </p:sp>
      <p:sp>
        <p:nvSpPr>
          <p:cNvPr id="26639" name="TextBox 23"/>
          <p:cNvSpPr txBox="1">
            <a:spLocks noChangeArrowheads="1"/>
          </p:cNvSpPr>
          <p:nvPr/>
        </p:nvSpPr>
        <p:spPr bwMode="auto">
          <a:xfrm>
            <a:off x="6556375" y="688975"/>
            <a:ext cx="785813"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000">
                <a:solidFill>
                  <a:schemeClr val="tx1"/>
                </a:solidFill>
                <a:latin typeface="Arial" charset="0"/>
                <a:ea typeface="宋体" pitchFamily="2" charset="-122"/>
              </a:defRPr>
            </a:lvl1pPr>
            <a:lvl2pPr marL="742950" indent="-285750" eaLnBrk="0" hangingPunct="0">
              <a:defRPr kumimoji="1" sz="4000">
                <a:solidFill>
                  <a:schemeClr val="tx1"/>
                </a:solidFill>
                <a:latin typeface="Arial" charset="0"/>
                <a:ea typeface="宋体" pitchFamily="2" charset="-122"/>
              </a:defRPr>
            </a:lvl2pPr>
            <a:lvl3pPr marL="1143000" indent="-228600" eaLnBrk="0" hangingPunct="0">
              <a:defRPr kumimoji="1" sz="4000">
                <a:solidFill>
                  <a:schemeClr val="tx1"/>
                </a:solidFill>
                <a:latin typeface="Arial" charset="0"/>
                <a:ea typeface="宋体" pitchFamily="2" charset="-122"/>
              </a:defRPr>
            </a:lvl3pPr>
            <a:lvl4pPr marL="1600200" indent="-228600" eaLnBrk="0" hangingPunct="0">
              <a:defRPr kumimoji="1" sz="4000">
                <a:solidFill>
                  <a:schemeClr val="tx1"/>
                </a:solidFill>
                <a:latin typeface="Arial" charset="0"/>
                <a:ea typeface="宋体" pitchFamily="2" charset="-122"/>
              </a:defRPr>
            </a:lvl4pPr>
            <a:lvl5pPr marL="2057400" indent="-228600" eaLnBrk="0" hangingPunct="0">
              <a:defRPr kumimoji="1" sz="4000">
                <a:solidFill>
                  <a:schemeClr val="tx1"/>
                </a:solidFill>
                <a:latin typeface="Arial" charset="0"/>
                <a:ea typeface="宋体" pitchFamily="2" charset="-122"/>
              </a:defRPr>
            </a:lvl5pPr>
            <a:lvl6pPr marL="2514600" indent="-228600" eaLnBrk="0" fontAlgn="base" hangingPunct="0">
              <a:spcBef>
                <a:spcPct val="0"/>
              </a:spcBef>
              <a:spcAft>
                <a:spcPct val="0"/>
              </a:spcAft>
              <a:defRPr kumimoji="1" sz="4000">
                <a:solidFill>
                  <a:schemeClr val="tx1"/>
                </a:solidFill>
                <a:latin typeface="Arial" charset="0"/>
                <a:ea typeface="宋体" pitchFamily="2" charset="-122"/>
              </a:defRPr>
            </a:lvl6pPr>
            <a:lvl7pPr marL="2971800" indent="-228600" eaLnBrk="0" fontAlgn="base" hangingPunct="0">
              <a:spcBef>
                <a:spcPct val="0"/>
              </a:spcBef>
              <a:spcAft>
                <a:spcPct val="0"/>
              </a:spcAft>
              <a:defRPr kumimoji="1" sz="4000">
                <a:solidFill>
                  <a:schemeClr val="tx1"/>
                </a:solidFill>
                <a:latin typeface="Arial" charset="0"/>
                <a:ea typeface="宋体" pitchFamily="2" charset="-122"/>
              </a:defRPr>
            </a:lvl7pPr>
            <a:lvl8pPr marL="3429000" indent="-228600" eaLnBrk="0" fontAlgn="base" hangingPunct="0">
              <a:spcBef>
                <a:spcPct val="0"/>
              </a:spcBef>
              <a:spcAft>
                <a:spcPct val="0"/>
              </a:spcAft>
              <a:defRPr kumimoji="1" sz="4000">
                <a:solidFill>
                  <a:schemeClr val="tx1"/>
                </a:solidFill>
                <a:latin typeface="Arial" charset="0"/>
                <a:ea typeface="宋体" pitchFamily="2" charset="-122"/>
              </a:defRPr>
            </a:lvl8pPr>
            <a:lvl9pPr marL="3886200" indent="-228600" eaLnBrk="0" fontAlgn="base" hangingPunct="0">
              <a:spcBef>
                <a:spcPct val="0"/>
              </a:spcBef>
              <a:spcAft>
                <a:spcPct val="0"/>
              </a:spcAft>
              <a:defRPr kumimoji="1" sz="4000">
                <a:solidFill>
                  <a:schemeClr val="tx1"/>
                </a:solidFill>
                <a:latin typeface="Arial" charset="0"/>
                <a:ea typeface="宋体" pitchFamily="2" charset="-122"/>
              </a:defRPr>
            </a:lvl9pPr>
          </a:lstStyle>
          <a:p>
            <a:pPr algn="ctr" eaLnBrk="1" hangingPunct="1"/>
            <a:r>
              <a:rPr lang="en-US" altLang="zh-CN" sz="3200" b="1">
                <a:solidFill>
                  <a:srgbClr val="0000CC"/>
                </a:solidFill>
              </a:rPr>
              <a:t>&amp;a</a:t>
            </a:r>
            <a:endParaRPr lang="zh-CN" altLang="en-US" sz="3200" b="1">
              <a:solidFill>
                <a:srgbClr val="0000CC"/>
              </a:solidFill>
            </a:endParaRPr>
          </a:p>
        </p:txBody>
      </p:sp>
      <p:cxnSp>
        <p:nvCxnSpPr>
          <p:cNvPr id="28" name="直接箭头连接符 27"/>
          <p:cNvCxnSpPr>
            <a:cxnSpLocks noChangeShapeType="1"/>
            <a:endCxn id="26628" idx="1"/>
          </p:cNvCxnSpPr>
          <p:nvPr/>
        </p:nvCxnSpPr>
        <p:spPr bwMode="auto">
          <a:xfrm rot="16200000" flipH="1">
            <a:off x="7072313" y="1214437"/>
            <a:ext cx="1143000" cy="714375"/>
          </a:xfrm>
          <a:prstGeom prst="straightConnector1">
            <a:avLst/>
          </a:prstGeom>
          <a:noFill/>
          <a:ln w="38100" algn="ctr">
            <a:solidFill>
              <a:srgbClr val="FF0000"/>
            </a:solidFill>
            <a:miter lim="800000"/>
            <a:headEnd/>
            <a:tailEnd type="arrow" w="med" len="med"/>
          </a:ln>
          <a:extLst>
            <a:ext uri="{909E8E84-426E-40DD-AFC4-6F175D3DCCD1}">
              <a14:hiddenFill xmlns:a14="http://schemas.microsoft.com/office/drawing/2010/main">
                <a:noFill/>
              </a14:hiddenFill>
            </a:ext>
          </a:extLst>
        </p:spPr>
      </p:cxnSp>
      <p:sp>
        <p:nvSpPr>
          <p:cNvPr id="26641" name="TextBox 29"/>
          <p:cNvSpPr txBox="1">
            <a:spLocks noChangeArrowheads="1"/>
          </p:cNvSpPr>
          <p:nvPr/>
        </p:nvSpPr>
        <p:spPr bwMode="auto">
          <a:xfrm>
            <a:off x="6572250" y="1857375"/>
            <a:ext cx="785813"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000">
                <a:solidFill>
                  <a:schemeClr val="tx1"/>
                </a:solidFill>
                <a:latin typeface="Arial" charset="0"/>
                <a:ea typeface="宋体" pitchFamily="2" charset="-122"/>
              </a:defRPr>
            </a:lvl1pPr>
            <a:lvl2pPr marL="742950" indent="-285750" eaLnBrk="0" hangingPunct="0">
              <a:defRPr kumimoji="1" sz="4000">
                <a:solidFill>
                  <a:schemeClr val="tx1"/>
                </a:solidFill>
                <a:latin typeface="Arial" charset="0"/>
                <a:ea typeface="宋体" pitchFamily="2" charset="-122"/>
              </a:defRPr>
            </a:lvl2pPr>
            <a:lvl3pPr marL="1143000" indent="-228600" eaLnBrk="0" hangingPunct="0">
              <a:defRPr kumimoji="1" sz="4000">
                <a:solidFill>
                  <a:schemeClr val="tx1"/>
                </a:solidFill>
                <a:latin typeface="Arial" charset="0"/>
                <a:ea typeface="宋体" pitchFamily="2" charset="-122"/>
              </a:defRPr>
            </a:lvl3pPr>
            <a:lvl4pPr marL="1600200" indent="-228600" eaLnBrk="0" hangingPunct="0">
              <a:defRPr kumimoji="1" sz="4000">
                <a:solidFill>
                  <a:schemeClr val="tx1"/>
                </a:solidFill>
                <a:latin typeface="Arial" charset="0"/>
                <a:ea typeface="宋体" pitchFamily="2" charset="-122"/>
              </a:defRPr>
            </a:lvl4pPr>
            <a:lvl5pPr marL="2057400" indent="-228600" eaLnBrk="0" hangingPunct="0">
              <a:defRPr kumimoji="1" sz="4000">
                <a:solidFill>
                  <a:schemeClr val="tx1"/>
                </a:solidFill>
                <a:latin typeface="Arial" charset="0"/>
                <a:ea typeface="宋体" pitchFamily="2" charset="-122"/>
              </a:defRPr>
            </a:lvl5pPr>
            <a:lvl6pPr marL="2514600" indent="-228600" eaLnBrk="0" fontAlgn="base" hangingPunct="0">
              <a:spcBef>
                <a:spcPct val="0"/>
              </a:spcBef>
              <a:spcAft>
                <a:spcPct val="0"/>
              </a:spcAft>
              <a:defRPr kumimoji="1" sz="4000">
                <a:solidFill>
                  <a:schemeClr val="tx1"/>
                </a:solidFill>
                <a:latin typeface="Arial" charset="0"/>
                <a:ea typeface="宋体" pitchFamily="2" charset="-122"/>
              </a:defRPr>
            </a:lvl6pPr>
            <a:lvl7pPr marL="2971800" indent="-228600" eaLnBrk="0" fontAlgn="base" hangingPunct="0">
              <a:spcBef>
                <a:spcPct val="0"/>
              </a:spcBef>
              <a:spcAft>
                <a:spcPct val="0"/>
              </a:spcAft>
              <a:defRPr kumimoji="1" sz="4000">
                <a:solidFill>
                  <a:schemeClr val="tx1"/>
                </a:solidFill>
                <a:latin typeface="Arial" charset="0"/>
                <a:ea typeface="宋体" pitchFamily="2" charset="-122"/>
              </a:defRPr>
            </a:lvl7pPr>
            <a:lvl8pPr marL="3429000" indent="-228600" eaLnBrk="0" fontAlgn="base" hangingPunct="0">
              <a:spcBef>
                <a:spcPct val="0"/>
              </a:spcBef>
              <a:spcAft>
                <a:spcPct val="0"/>
              </a:spcAft>
              <a:defRPr kumimoji="1" sz="4000">
                <a:solidFill>
                  <a:schemeClr val="tx1"/>
                </a:solidFill>
                <a:latin typeface="Arial" charset="0"/>
                <a:ea typeface="宋体" pitchFamily="2" charset="-122"/>
              </a:defRPr>
            </a:lvl8pPr>
            <a:lvl9pPr marL="3886200" indent="-228600" eaLnBrk="0" fontAlgn="base" hangingPunct="0">
              <a:spcBef>
                <a:spcPct val="0"/>
              </a:spcBef>
              <a:spcAft>
                <a:spcPct val="0"/>
              </a:spcAft>
              <a:defRPr kumimoji="1" sz="4000">
                <a:solidFill>
                  <a:schemeClr val="tx1"/>
                </a:solidFill>
                <a:latin typeface="Arial" charset="0"/>
                <a:ea typeface="宋体" pitchFamily="2" charset="-122"/>
              </a:defRPr>
            </a:lvl9pPr>
          </a:lstStyle>
          <a:p>
            <a:pPr algn="ctr" eaLnBrk="1" hangingPunct="1"/>
            <a:r>
              <a:rPr lang="en-US" altLang="zh-CN" sz="3200" b="1">
                <a:solidFill>
                  <a:srgbClr val="0000CC"/>
                </a:solidFill>
              </a:rPr>
              <a:t>&amp;b</a:t>
            </a:r>
            <a:endParaRPr lang="zh-CN" altLang="en-US" sz="3200" b="1">
              <a:solidFill>
                <a:srgbClr val="0000CC"/>
              </a:solidFill>
            </a:endParaRPr>
          </a:p>
        </p:txBody>
      </p:sp>
      <p:cxnSp>
        <p:nvCxnSpPr>
          <p:cNvPr id="31" name="直接箭头连接符 30"/>
          <p:cNvCxnSpPr>
            <a:cxnSpLocks noChangeShapeType="1"/>
            <a:endCxn id="26627" idx="1"/>
          </p:cNvCxnSpPr>
          <p:nvPr/>
        </p:nvCxnSpPr>
        <p:spPr bwMode="auto">
          <a:xfrm rot="5400000" flipH="1" flipV="1">
            <a:off x="7072313" y="1214437"/>
            <a:ext cx="1143000" cy="714375"/>
          </a:xfrm>
          <a:prstGeom prst="straightConnector1">
            <a:avLst/>
          </a:prstGeom>
          <a:noFill/>
          <a:ln w="38100" algn="ctr">
            <a:solidFill>
              <a:srgbClr val="FF0000"/>
            </a:solidFill>
            <a:miter lim="800000"/>
            <a:headEnd/>
            <a:tailEnd type="arrow" w="med" len="med"/>
          </a:ln>
          <a:extLst>
            <a:ext uri="{909E8E84-426E-40DD-AFC4-6F175D3DCCD1}">
              <a14:hiddenFill xmlns:a14="http://schemas.microsoft.com/office/drawing/2010/main">
                <a:noFill/>
              </a14:hiddenFill>
            </a:ext>
          </a:extLst>
        </p:spPr>
      </p:cxnSp>
      <p:cxnSp>
        <p:nvCxnSpPr>
          <p:cNvPr id="27" name="直接连接符 26"/>
          <p:cNvCxnSpPr>
            <a:cxnSpLocks noChangeShapeType="1"/>
          </p:cNvCxnSpPr>
          <p:nvPr/>
        </p:nvCxnSpPr>
        <p:spPr bwMode="auto">
          <a:xfrm>
            <a:off x="971600" y="4786313"/>
            <a:ext cx="1080120" cy="0"/>
          </a:xfrm>
          <a:prstGeom prst="line">
            <a:avLst/>
          </a:prstGeom>
          <a:noFill/>
          <a:ln w="38100" algn="ctr">
            <a:solidFill>
              <a:srgbClr val="FF0000"/>
            </a:solidFill>
            <a:miter lim="800000"/>
            <a:headEnd/>
            <a:tailEnd/>
          </a:ln>
          <a:extLst>
            <a:ext uri="{909E8E84-426E-40DD-AFC4-6F175D3DCCD1}">
              <a14:hiddenFill xmlns:a14="http://schemas.microsoft.com/office/drawing/2010/main">
                <a:noFill/>
              </a14:hiddenFill>
            </a:ext>
          </a:extLst>
        </p:spPr>
      </p:cxnSp>
      <p:cxnSp>
        <p:nvCxnSpPr>
          <p:cNvPr id="36" name="直接连接符 35"/>
          <p:cNvCxnSpPr>
            <a:cxnSpLocks noChangeShapeType="1"/>
            <a:stCxn id="26631" idx="3"/>
          </p:cNvCxnSpPr>
          <p:nvPr/>
        </p:nvCxnSpPr>
        <p:spPr bwMode="auto">
          <a:xfrm>
            <a:off x="5857875" y="1643063"/>
            <a:ext cx="2428875" cy="0"/>
          </a:xfrm>
          <a:prstGeom prst="line">
            <a:avLst/>
          </a:prstGeom>
          <a:noFill/>
          <a:ln w="38100" algn="ctr">
            <a:solidFill>
              <a:srgbClr val="FF0000"/>
            </a:solidFill>
            <a:miter lim="800000"/>
            <a:headEnd/>
            <a:tailEnd/>
          </a:ln>
          <a:extLst>
            <a:ext uri="{909E8E84-426E-40DD-AFC4-6F175D3DCCD1}">
              <a14:hiddenFill xmlns:a14="http://schemas.microsoft.com/office/drawing/2010/main">
                <a:noFill/>
              </a14:hiddenFill>
            </a:ext>
          </a:extLst>
        </p:spPr>
      </p:cxnSp>
      <p:cxnSp>
        <p:nvCxnSpPr>
          <p:cNvPr id="41" name="直接箭头连接符 40"/>
          <p:cNvCxnSpPr>
            <a:cxnSpLocks noChangeShapeType="1"/>
          </p:cNvCxnSpPr>
          <p:nvPr/>
        </p:nvCxnSpPr>
        <p:spPr bwMode="auto">
          <a:xfrm rot="5400000" flipH="1" flipV="1">
            <a:off x="8144669" y="1499394"/>
            <a:ext cx="285750" cy="1588"/>
          </a:xfrm>
          <a:prstGeom prst="straightConnector1">
            <a:avLst/>
          </a:prstGeom>
          <a:noFill/>
          <a:ln w="38100" algn="ctr">
            <a:solidFill>
              <a:srgbClr val="FF0000"/>
            </a:solidFill>
            <a:miter lim="800000"/>
            <a:headEnd/>
            <a:tailEnd type="arrow" w="med" len="med"/>
          </a:ln>
          <a:extLst>
            <a:ext uri="{909E8E84-426E-40DD-AFC4-6F175D3DCCD1}">
              <a14:hiddenFill xmlns:a14="http://schemas.microsoft.com/office/drawing/2010/main">
                <a:noFill/>
              </a14:hiddenFill>
            </a:ext>
          </a:extLst>
        </p:spPr>
      </p:cxnSp>
      <p:cxnSp>
        <p:nvCxnSpPr>
          <p:cNvPr id="42" name="直接连接符 41"/>
          <p:cNvCxnSpPr>
            <a:cxnSpLocks noChangeShapeType="1"/>
          </p:cNvCxnSpPr>
          <p:nvPr/>
        </p:nvCxnSpPr>
        <p:spPr bwMode="auto">
          <a:xfrm>
            <a:off x="2123728" y="4786313"/>
            <a:ext cx="1152128" cy="0"/>
          </a:xfrm>
          <a:prstGeom prst="line">
            <a:avLst/>
          </a:prstGeom>
          <a:noFill/>
          <a:ln w="38100" algn="ctr">
            <a:solidFill>
              <a:srgbClr val="FF0000"/>
            </a:solidFill>
            <a:miter lim="800000"/>
            <a:headEnd/>
            <a:tailEnd/>
          </a:ln>
          <a:extLst>
            <a:ext uri="{909E8E84-426E-40DD-AFC4-6F175D3DCCD1}">
              <a14:hiddenFill xmlns:a14="http://schemas.microsoft.com/office/drawing/2010/main">
                <a:noFill/>
              </a14:hiddenFill>
            </a:ext>
          </a:extLst>
        </p:spPr>
      </p:cxnSp>
      <p:cxnSp>
        <p:nvCxnSpPr>
          <p:cNvPr id="44" name="直接连接符 43"/>
          <p:cNvCxnSpPr>
            <a:cxnSpLocks noChangeShapeType="1"/>
          </p:cNvCxnSpPr>
          <p:nvPr/>
        </p:nvCxnSpPr>
        <p:spPr bwMode="auto">
          <a:xfrm>
            <a:off x="3464718" y="4786313"/>
            <a:ext cx="1107282" cy="0"/>
          </a:xfrm>
          <a:prstGeom prst="line">
            <a:avLst/>
          </a:prstGeom>
          <a:noFill/>
          <a:ln w="38100" algn="ctr">
            <a:solidFill>
              <a:srgbClr val="FF0000"/>
            </a:solidFill>
            <a:miter lim="800000"/>
            <a:headEnd/>
            <a:tailEnd/>
          </a:ln>
          <a:extLst>
            <a:ext uri="{909E8E84-426E-40DD-AFC4-6F175D3DCCD1}">
              <a14:hiddenFill xmlns:a14="http://schemas.microsoft.com/office/drawing/2010/main">
                <a:noFill/>
              </a14:hiddenFill>
            </a:ext>
          </a:extLst>
        </p:spPr>
      </p:cxnSp>
      <p:cxnSp>
        <p:nvCxnSpPr>
          <p:cNvPr id="26648" name="直接箭头连接符 45"/>
          <p:cNvCxnSpPr>
            <a:cxnSpLocks noChangeShapeType="1"/>
          </p:cNvCxnSpPr>
          <p:nvPr/>
        </p:nvCxnSpPr>
        <p:spPr bwMode="auto">
          <a:xfrm>
            <a:off x="7286625" y="1000125"/>
            <a:ext cx="714375" cy="1588"/>
          </a:xfrm>
          <a:prstGeom prst="straightConnector1">
            <a:avLst/>
          </a:prstGeom>
          <a:noFill/>
          <a:ln w="38100" algn="ctr">
            <a:solidFill>
              <a:srgbClr val="FF0000"/>
            </a:solidFill>
            <a:miter lim="800000"/>
            <a:headEnd/>
            <a:tailEnd type="arrow" w="med" len="med"/>
          </a:ln>
          <a:extLst>
            <a:ext uri="{909E8E84-426E-40DD-AFC4-6F175D3DCCD1}">
              <a14:hiddenFill xmlns:a14="http://schemas.microsoft.com/office/drawing/2010/main">
                <a:noFill/>
              </a14:hiddenFill>
            </a:ext>
          </a:extLst>
        </p:spPr>
      </p:cxnSp>
      <p:cxnSp>
        <p:nvCxnSpPr>
          <p:cNvPr id="26649" name="直接箭头连接符 46"/>
          <p:cNvCxnSpPr>
            <a:cxnSpLocks noChangeShapeType="1"/>
          </p:cNvCxnSpPr>
          <p:nvPr/>
        </p:nvCxnSpPr>
        <p:spPr bwMode="auto">
          <a:xfrm>
            <a:off x="7286625" y="2143125"/>
            <a:ext cx="714375" cy="1588"/>
          </a:xfrm>
          <a:prstGeom prst="straightConnector1">
            <a:avLst/>
          </a:prstGeom>
          <a:noFill/>
          <a:ln w="38100" algn="ctr">
            <a:solidFill>
              <a:srgbClr val="FF0000"/>
            </a:solidFill>
            <a:miter lim="800000"/>
            <a:headEnd/>
            <a:tailEnd type="arrow" w="med" len="med"/>
          </a:ln>
          <a:extLst>
            <a:ext uri="{909E8E84-426E-40DD-AFC4-6F175D3DCCD1}">
              <a14:hiddenFill xmlns:a14="http://schemas.microsoft.com/office/drawing/2010/main">
                <a:noFill/>
              </a14:hiddenFill>
            </a:ext>
          </a:extLst>
        </p:spPr>
      </p:cxnSp>
      <p:sp>
        <p:nvSpPr>
          <p:cNvPr id="48" name="TextBox 47"/>
          <p:cNvSpPr txBox="1">
            <a:spLocks noChangeArrowheads="1"/>
          </p:cNvSpPr>
          <p:nvPr/>
        </p:nvSpPr>
        <p:spPr bwMode="auto">
          <a:xfrm>
            <a:off x="6618288" y="760413"/>
            <a:ext cx="642937" cy="492125"/>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4000">
                <a:solidFill>
                  <a:schemeClr val="tx1"/>
                </a:solidFill>
                <a:latin typeface="Arial" charset="0"/>
                <a:ea typeface="宋体" pitchFamily="2" charset="-122"/>
              </a:defRPr>
            </a:lvl1pPr>
            <a:lvl2pPr marL="742950" indent="-285750" eaLnBrk="0" hangingPunct="0">
              <a:defRPr kumimoji="1" sz="4000">
                <a:solidFill>
                  <a:schemeClr val="tx1"/>
                </a:solidFill>
                <a:latin typeface="Arial" charset="0"/>
                <a:ea typeface="宋体" pitchFamily="2" charset="-122"/>
              </a:defRPr>
            </a:lvl2pPr>
            <a:lvl3pPr marL="1143000" indent="-228600" eaLnBrk="0" hangingPunct="0">
              <a:defRPr kumimoji="1" sz="4000">
                <a:solidFill>
                  <a:schemeClr val="tx1"/>
                </a:solidFill>
                <a:latin typeface="Arial" charset="0"/>
                <a:ea typeface="宋体" pitchFamily="2" charset="-122"/>
              </a:defRPr>
            </a:lvl3pPr>
            <a:lvl4pPr marL="1600200" indent="-228600" eaLnBrk="0" hangingPunct="0">
              <a:defRPr kumimoji="1" sz="4000">
                <a:solidFill>
                  <a:schemeClr val="tx1"/>
                </a:solidFill>
                <a:latin typeface="Arial" charset="0"/>
                <a:ea typeface="宋体" pitchFamily="2" charset="-122"/>
              </a:defRPr>
            </a:lvl4pPr>
            <a:lvl5pPr marL="2057400" indent="-228600" eaLnBrk="0" hangingPunct="0">
              <a:defRPr kumimoji="1" sz="4000">
                <a:solidFill>
                  <a:schemeClr val="tx1"/>
                </a:solidFill>
                <a:latin typeface="Arial" charset="0"/>
                <a:ea typeface="宋体" pitchFamily="2" charset="-122"/>
              </a:defRPr>
            </a:lvl5pPr>
            <a:lvl6pPr marL="2514600" indent="-228600" eaLnBrk="0" fontAlgn="base" hangingPunct="0">
              <a:spcBef>
                <a:spcPct val="0"/>
              </a:spcBef>
              <a:spcAft>
                <a:spcPct val="0"/>
              </a:spcAft>
              <a:defRPr kumimoji="1" sz="4000">
                <a:solidFill>
                  <a:schemeClr val="tx1"/>
                </a:solidFill>
                <a:latin typeface="Arial" charset="0"/>
                <a:ea typeface="宋体" pitchFamily="2" charset="-122"/>
              </a:defRPr>
            </a:lvl6pPr>
            <a:lvl7pPr marL="2971800" indent="-228600" eaLnBrk="0" fontAlgn="base" hangingPunct="0">
              <a:spcBef>
                <a:spcPct val="0"/>
              </a:spcBef>
              <a:spcAft>
                <a:spcPct val="0"/>
              </a:spcAft>
              <a:defRPr kumimoji="1" sz="4000">
                <a:solidFill>
                  <a:schemeClr val="tx1"/>
                </a:solidFill>
                <a:latin typeface="Arial" charset="0"/>
                <a:ea typeface="宋体" pitchFamily="2" charset="-122"/>
              </a:defRPr>
            </a:lvl7pPr>
            <a:lvl8pPr marL="3429000" indent="-228600" eaLnBrk="0" fontAlgn="base" hangingPunct="0">
              <a:spcBef>
                <a:spcPct val="0"/>
              </a:spcBef>
              <a:spcAft>
                <a:spcPct val="0"/>
              </a:spcAft>
              <a:defRPr kumimoji="1" sz="4000">
                <a:solidFill>
                  <a:schemeClr val="tx1"/>
                </a:solidFill>
                <a:latin typeface="Arial" charset="0"/>
                <a:ea typeface="宋体" pitchFamily="2" charset="-122"/>
              </a:defRPr>
            </a:lvl8pPr>
            <a:lvl9pPr marL="3886200" indent="-228600" eaLnBrk="0" fontAlgn="base" hangingPunct="0">
              <a:spcBef>
                <a:spcPct val="0"/>
              </a:spcBef>
              <a:spcAft>
                <a:spcPct val="0"/>
              </a:spcAft>
              <a:defRPr kumimoji="1" sz="4000">
                <a:solidFill>
                  <a:schemeClr val="tx1"/>
                </a:solidFill>
                <a:latin typeface="Arial" charset="0"/>
                <a:ea typeface="宋体" pitchFamily="2" charset="-122"/>
              </a:defRPr>
            </a:lvl9pPr>
          </a:lstStyle>
          <a:p>
            <a:pPr algn="ctr" eaLnBrk="1" hangingPunct="1"/>
            <a:r>
              <a:rPr lang="en-US" altLang="zh-CN" sz="3200" b="1">
                <a:solidFill>
                  <a:srgbClr val="9D138D"/>
                </a:solidFill>
              </a:rPr>
              <a:t>&amp;b</a:t>
            </a:r>
            <a:endParaRPr lang="zh-CN" altLang="en-US" sz="3200" b="1">
              <a:solidFill>
                <a:srgbClr val="9D138D"/>
              </a:solidFill>
            </a:endParaRPr>
          </a:p>
        </p:txBody>
      </p:sp>
      <p:grpSp>
        <p:nvGrpSpPr>
          <p:cNvPr id="2" name="组合 54"/>
          <p:cNvGrpSpPr>
            <a:grpSpLocks/>
          </p:cNvGrpSpPr>
          <p:nvPr/>
        </p:nvGrpSpPr>
        <p:grpSpPr bwMode="auto">
          <a:xfrm rot="761472">
            <a:off x="7464425" y="841375"/>
            <a:ext cx="357188" cy="357188"/>
            <a:chOff x="7286644" y="3714752"/>
            <a:chExt cx="357190" cy="357190"/>
          </a:xfrm>
        </p:grpSpPr>
        <p:cxnSp>
          <p:nvCxnSpPr>
            <p:cNvPr id="26657" name="直接连接符 49"/>
            <p:cNvCxnSpPr>
              <a:cxnSpLocks noChangeShapeType="1"/>
            </p:cNvCxnSpPr>
            <p:nvPr/>
          </p:nvCxnSpPr>
          <p:spPr bwMode="auto">
            <a:xfrm>
              <a:off x="7286644" y="3786190"/>
              <a:ext cx="357190" cy="214314"/>
            </a:xfrm>
            <a:prstGeom prst="line">
              <a:avLst/>
            </a:prstGeom>
            <a:noFill/>
            <a:ln w="38100" algn="ctr">
              <a:solidFill>
                <a:srgbClr val="0000CC"/>
              </a:solidFill>
              <a:miter lim="800000"/>
              <a:headEnd/>
              <a:tailEnd/>
            </a:ln>
            <a:extLst>
              <a:ext uri="{909E8E84-426E-40DD-AFC4-6F175D3DCCD1}">
                <a14:hiddenFill xmlns:a14="http://schemas.microsoft.com/office/drawing/2010/main">
                  <a:noFill/>
                </a14:hiddenFill>
              </a:ext>
            </a:extLst>
          </p:spPr>
        </p:cxnSp>
        <p:cxnSp>
          <p:nvCxnSpPr>
            <p:cNvPr id="26658" name="直接连接符 52"/>
            <p:cNvCxnSpPr>
              <a:cxnSpLocks noChangeShapeType="1"/>
            </p:cNvCxnSpPr>
            <p:nvPr/>
          </p:nvCxnSpPr>
          <p:spPr bwMode="auto">
            <a:xfrm rot="5400000">
              <a:off x="7286644" y="3786190"/>
              <a:ext cx="357190" cy="214314"/>
            </a:xfrm>
            <a:prstGeom prst="line">
              <a:avLst/>
            </a:prstGeom>
            <a:noFill/>
            <a:ln w="38100" algn="ctr">
              <a:solidFill>
                <a:srgbClr val="0000CC"/>
              </a:solidFill>
              <a:miter lim="800000"/>
              <a:headEnd/>
              <a:tailEnd/>
            </a:ln>
            <a:extLst>
              <a:ext uri="{909E8E84-426E-40DD-AFC4-6F175D3DCCD1}">
                <a14:hiddenFill xmlns:a14="http://schemas.microsoft.com/office/drawing/2010/main">
                  <a:noFill/>
                </a14:hiddenFill>
              </a:ext>
            </a:extLst>
          </p:spPr>
        </p:cxnSp>
      </p:grpSp>
      <p:sp>
        <p:nvSpPr>
          <p:cNvPr id="56" name="TextBox 55"/>
          <p:cNvSpPr txBox="1">
            <a:spLocks noChangeArrowheads="1"/>
          </p:cNvSpPr>
          <p:nvPr/>
        </p:nvSpPr>
        <p:spPr bwMode="auto">
          <a:xfrm>
            <a:off x="6618288" y="1903413"/>
            <a:ext cx="642937" cy="492125"/>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4000">
                <a:solidFill>
                  <a:schemeClr val="tx1"/>
                </a:solidFill>
                <a:latin typeface="Arial" charset="0"/>
                <a:ea typeface="宋体" pitchFamily="2" charset="-122"/>
              </a:defRPr>
            </a:lvl1pPr>
            <a:lvl2pPr marL="742950" indent="-285750" eaLnBrk="0" hangingPunct="0">
              <a:defRPr kumimoji="1" sz="4000">
                <a:solidFill>
                  <a:schemeClr val="tx1"/>
                </a:solidFill>
                <a:latin typeface="Arial" charset="0"/>
                <a:ea typeface="宋体" pitchFamily="2" charset="-122"/>
              </a:defRPr>
            </a:lvl2pPr>
            <a:lvl3pPr marL="1143000" indent="-228600" eaLnBrk="0" hangingPunct="0">
              <a:defRPr kumimoji="1" sz="4000">
                <a:solidFill>
                  <a:schemeClr val="tx1"/>
                </a:solidFill>
                <a:latin typeface="Arial" charset="0"/>
                <a:ea typeface="宋体" pitchFamily="2" charset="-122"/>
              </a:defRPr>
            </a:lvl3pPr>
            <a:lvl4pPr marL="1600200" indent="-228600" eaLnBrk="0" hangingPunct="0">
              <a:defRPr kumimoji="1" sz="4000">
                <a:solidFill>
                  <a:schemeClr val="tx1"/>
                </a:solidFill>
                <a:latin typeface="Arial" charset="0"/>
                <a:ea typeface="宋体" pitchFamily="2" charset="-122"/>
              </a:defRPr>
            </a:lvl4pPr>
            <a:lvl5pPr marL="2057400" indent="-228600" eaLnBrk="0" hangingPunct="0">
              <a:defRPr kumimoji="1" sz="4000">
                <a:solidFill>
                  <a:schemeClr val="tx1"/>
                </a:solidFill>
                <a:latin typeface="Arial" charset="0"/>
                <a:ea typeface="宋体" pitchFamily="2" charset="-122"/>
              </a:defRPr>
            </a:lvl5pPr>
            <a:lvl6pPr marL="2514600" indent="-228600" eaLnBrk="0" fontAlgn="base" hangingPunct="0">
              <a:spcBef>
                <a:spcPct val="0"/>
              </a:spcBef>
              <a:spcAft>
                <a:spcPct val="0"/>
              </a:spcAft>
              <a:defRPr kumimoji="1" sz="4000">
                <a:solidFill>
                  <a:schemeClr val="tx1"/>
                </a:solidFill>
                <a:latin typeface="Arial" charset="0"/>
                <a:ea typeface="宋体" pitchFamily="2" charset="-122"/>
              </a:defRPr>
            </a:lvl6pPr>
            <a:lvl7pPr marL="2971800" indent="-228600" eaLnBrk="0" fontAlgn="base" hangingPunct="0">
              <a:spcBef>
                <a:spcPct val="0"/>
              </a:spcBef>
              <a:spcAft>
                <a:spcPct val="0"/>
              </a:spcAft>
              <a:defRPr kumimoji="1" sz="4000">
                <a:solidFill>
                  <a:schemeClr val="tx1"/>
                </a:solidFill>
                <a:latin typeface="Arial" charset="0"/>
                <a:ea typeface="宋体" pitchFamily="2" charset="-122"/>
              </a:defRPr>
            </a:lvl7pPr>
            <a:lvl8pPr marL="3429000" indent="-228600" eaLnBrk="0" fontAlgn="base" hangingPunct="0">
              <a:spcBef>
                <a:spcPct val="0"/>
              </a:spcBef>
              <a:spcAft>
                <a:spcPct val="0"/>
              </a:spcAft>
              <a:defRPr kumimoji="1" sz="4000">
                <a:solidFill>
                  <a:schemeClr val="tx1"/>
                </a:solidFill>
                <a:latin typeface="Arial" charset="0"/>
                <a:ea typeface="宋体" pitchFamily="2" charset="-122"/>
              </a:defRPr>
            </a:lvl8pPr>
            <a:lvl9pPr marL="3886200" indent="-228600" eaLnBrk="0" fontAlgn="base" hangingPunct="0">
              <a:spcBef>
                <a:spcPct val="0"/>
              </a:spcBef>
              <a:spcAft>
                <a:spcPct val="0"/>
              </a:spcAft>
              <a:defRPr kumimoji="1" sz="4000">
                <a:solidFill>
                  <a:schemeClr val="tx1"/>
                </a:solidFill>
                <a:latin typeface="Arial" charset="0"/>
                <a:ea typeface="宋体" pitchFamily="2" charset="-122"/>
              </a:defRPr>
            </a:lvl9pPr>
          </a:lstStyle>
          <a:p>
            <a:pPr algn="ctr" eaLnBrk="1" hangingPunct="1"/>
            <a:r>
              <a:rPr lang="en-US" altLang="zh-CN" sz="3200" b="1" dirty="0">
                <a:solidFill>
                  <a:srgbClr val="9D138D"/>
                </a:solidFill>
              </a:rPr>
              <a:t>&amp;a</a:t>
            </a:r>
            <a:endParaRPr lang="zh-CN" altLang="en-US" sz="3200" b="1" dirty="0">
              <a:solidFill>
                <a:srgbClr val="9D138D"/>
              </a:solidFill>
            </a:endParaRPr>
          </a:p>
        </p:txBody>
      </p:sp>
      <p:grpSp>
        <p:nvGrpSpPr>
          <p:cNvPr id="3" name="组合 56"/>
          <p:cNvGrpSpPr>
            <a:grpSpLocks/>
          </p:cNvGrpSpPr>
          <p:nvPr/>
        </p:nvGrpSpPr>
        <p:grpSpPr bwMode="auto">
          <a:xfrm rot="761472">
            <a:off x="7464425" y="1963738"/>
            <a:ext cx="357188" cy="357187"/>
            <a:chOff x="7286644" y="3714752"/>
            <a:chExt cx="357190" cy="357190"/>
          </a:xfrm>
        </p:grpSpPr>
        <p:cxnSp>
          <p:nvCxnSpPr>
            <p:cNvPr id="26655" name="直接连接符 57"/>
            <p:cNvCxnSpPr>
              <a:cxnSpLocks noChangeShapeType="1"/>
            </p:cNvCxnSpPr>
            <p:nvPr/>
          </p:nvCxnSpPr>
          <p:spPr bwMode="auto">
            <a:xfrm>
              <a:off x="7286644" y="3786190"/>
              <a:ext cx="357190" cy="214314"/>
            </a:xfrm>
            <a:prstGeom prst="line">
              <a:avLst/>
            </a:prstGeom>
            <a:noFill/>
            <a:ln w="38100" algn="ctr">
              <a:solidFill>
                <a:srgbClr val="0000CC"/>
              </a:solidFill>
              <a:miter lim="800000"/>
              <a:headEnd/>
              <a:tailEnd/>
            </a:ln>
            <a:extLst>
              <a:ext uri="{909E8E84-426E-40DD-AFC4-6F175D3DCCD1}">
                <a14:hiddenFill xmlns:a14="http://schemas.microsoft.com/office/drawing/2010/main">
                  <a:noFill/>
                </a14:hiddenFill>
              </a:ext>
            </a:extLst>
          </p:spPr>
        </p:cxnSp>
        <p:cxnSp>
          <p:nvCxnSpPr>
            <p:cNvPr id="26656" name="直接连接符 58"/>
            <p:cNvCxnSpPr>
              <a:cxnSpLocks noChangeShapeType="1"/>
            </p:cNvCxnSpPr>
            <p:nvPr/>
          </p:nvCxnSpPr>
          <p:spPr bwMode="auto">
            <a:xfrm rot="5400000">
              <a:off x="7286644" y="3786190"/>
              <a:ext cx="357190" cy="214314"/>
            </a:xfrm>
            <a:prstGeom prst="line">
              <a:avLst/>
            </a:prstGeom>
            <a:noFill/>
            <a:ln w="38100" algn="ctr">
              <a:solidFill>
                <a:srgbClr val="0000CC"/>
              </a:solidFill>
              <a:miter lim="800000"/>
              <a:headEnd/>
              <a:tailEnd/>
            </a:ln>
            <a:extLst>
              <a:ext uri="{909E8E84-426E-40DD-AFC4-6F175D3DCCD1}">
                <a14:hiddenFill xmlns:a14="http://schemas.microsoft.com/office/drawing/2010/main">
                  <a:noFill/>
                </a14:hiddenFill>
              </a:ext>
            </a:extLst>
          </p:spPr>
        </p:cxnSp>
      </p:grpSp>
      <p:pic>
        <p:nvPicPr>
          <p:cNvPr id="26654" name="图片 33" descr="Untitled2.png">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429625" y="6143625"/>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 name="TextBox 34"/>
          <p:cNvSpPr txBox="1">
            <a:spLocks noChangeArrowheads="1"/>
          </p:cNvSpPr>
          <p:nvPr/>
        </p:nvSpPr>
        <p:spPr bwMode="auto">
          <a:xfrm>
            <a:off x="5148064" y="1412776"/>
            <a:ext cx="642937" cy="492125"/>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4000">
                <a:solidFill>
                  <a:schemeClr val="tx1"/>
                </a:solidFill>
                <a:latin typeface="Arial" charset="0"/>
                <a:ea typeface="宋体" pitchFamily="2" charset="-122"/>
              </a:defRPr>
            </a:lvl1pPr>
            <a:lvl2pPr marL="742950" indent="-285750" eaLnBrk="0" hangingPunct="0">
              <a:defRPr kumimoji="1" sz="4000">
                <a:solidFill>
                  <a:schemeClr val="tx1"/>
                </a:solidFill>
                <a:latin typeface="Arial" charset="0"/>
                <a:ea typeface="宋体" pitchFamily="2" charset="-122"/>
              </a:defRPr>
            </a:lvl2pPr>
            <a:lvl3pPr marL="1143000" indent="-228600" eaLnBrk="0" hangingPunct="0">
              <a:defRPr kumimoji="1" sz="4000">
                <a:solidFill>
                  <a:schemeClr val="tx1"/>
                </a:solidFill>
                <a:latin typeface="Arial" charset="0"/>
                <a:ea typeface="宋体" pitchFamily="2" charset="-122"/>
              </a:defRPr>
            </a:lvl3pPr>
            <a:lvl4pPr marL="1600200" indent="-228600" eaLnBrk="0" hangingPunct="0">
              <a:defRPr kumimoji="1" sz="4000">
                <a:solidFill>
                  <a:schemeClr val="tx1"/>
                </a:solidFill>
                <a:latin typeface="Arial" charset="0"/>
                <a:ea typeface="宋体" pitchFamily="2" charset="-122"/>
              </a:defRPr>
            </a:lvl4pPr>
            <a:lvl5pPr marL="2057400" indent="-228600" eaLnBrk="0" hangingPunct="0">
              <a:defRPr kumimoji="1" sz="4000">
                <a:solidFill>
                  <a:schemeClr val="tx1"/>
                </a:solidFill>
                <a:latin typeface="Arial" charset="0"/>
                <a:ea typeface="宋体" pitchFamily="2" charset="-122"/>
              </a:defRPr>
            </a:lvl5pPr>
            <a:lvl6pPr marL="2514600" indent="-228600" eaLnBrk="0" fontAlgn="base" hangingPunct="0">
              <a:spcBef>
                <a:spcPct val="0"/>
              </a:spcBef>
              <a:spcAft>
                <a:spcPct val="0"/>
              </a:spcAft>
              <a:defRPr kumimoji="1" sz="4000">
                <a:solidFill>
                  <a:schemeClr val="tx1"/>
                </a:solidFill>
                <a:latin typeface="Arial" charset="0"/>
                <a:ea typeface="宋体" pitchFamily="2" charset="-122"/>
              </a:defRPr>
            </a:lvl6pPr>
            <a:lvl7pPr marL="2971800" indent="-228600" eaLnBrk="0" fontAlgn="base" hangingPunct="0">
              <a:spcBef>
                <a:spcPct val="0"/>
              </a:spcBef>
              <a:spcAft>
                <a:spcPct val="0"/>
              </a:spcAft>
              <a:defRPr kumimoji="1" sz="4000">
                <a:solidFill>
                  <a:schemeClr val="tx1"/>
                </a:solidFill>
                <a:latin typeface="Arial" charset="0"/>
                <a:ea typeface="宋体" pitchFamily="2" charset="-122"/>
              </a:defRPr>
            </a:lvl7pPr>
            <a:lvl8pPr marL="3429000" indent="-228600" eaLnBrk="0" fontAlgn="base" hangingPunct="0">
              <a:spcBef>
                <a:spcPct val="0"/>
              </a:spcBef>
              <a:spcAft>
                <a:spcPct val="0"/>
              </a:spcAft>
              <a:defRPr kumimoji="1" sz="4000">
                <a:solidFill>
                  <a:schemeClr val="tx1"/>
                </a:solidFill>
                <a:latin typeface="Arial" charset="0"/>
                <a:ea typeface="宋体" pitchFamily="2" charset="-122"/>
              </a:defRPr>
            </a:lvl8pPr>
            <a:lvl9pPr marL="3886200" indent="-228600" eaLnBrk="0" fontAlgn="base" hangingPunct="0">
              <a:spcBef>
                <a:spcPct val="0"/>
              </a:spcBef>
              <a:spcAft>
                <a:spcPct val="0"/>
              </a:spcAft>
              <a:defRPr kumimoji="1" sz="4000">
                <a:solidFill>
                  <a:schemeClr val="tx1"/>
                </a:solidFill>
                <a:latin typeface="Arial" charset="0"/>
                <a:ea typeface="宋体" pitchFamily="2" charset="-122"/>
              </a:defRPr>
            </a:lvl9pPr>
          </a:lstStyle>
          <a:p>
            <a:pPr algn="ctr" eaLnBrk="1" hangingPunct="1"/>
            <a:r>
              <a:rPr lang="en-US" altLang="zh-CN" sz="3200" b="1" dirty="0">
                <a:solidFill>
                  <a:srgbClr val="9D138D"/>
                </a:solidFill>
              </a:rPr>
              <a:t>&amp;a</a:t>
            </a:r>
            <a:endParaRPr lang="zh-CN" altLang="en-US" sz="3200" b="1" dirty="0">
              <a:solidFill>
                <a:srgbClr val="9D138D"/>
              </a:solidFill>
            </a:endParaRPr>
          </a:p>
        </p:txBody>
      </p:sp>
    </p:spTree>
    <p:extLst>
      <p:ext uri="{BB962C8B-B14F-4D97-AF65-F5344CB8AC3E}">
        <p14:creationId xmlns:p14="http://schemas.microsoft.com/office/powerpoint/2010/main" val="223704292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8" fill="hold" nodeType="after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slide(fromLeft)">
                                      <p:cBhvr>
                                        <p:cTn id="7" dur="500"/>
                                        <p:tgtEl>
                                          <p:spTgt spid="2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9" presetClass="entr" presetSubtype="0" decel="100000" fill="hold" grpId="0" nodeType="clickEffect">
                                  <p:stCondLst>
                                    <p:cond delay="0"/>
                                  </p:stCondLst>
                                  <p:childTnLst>
                                    <p:set>
                                      <p:cBhvr>
                                        <p:cTn id="11" dur="1" fill="hold">
                                          <p:stCondLst>
                                            <p:cond delay="0"/>
                                          </p:stCondLst>
                                        </p:cTn>
                                        <p:tgtEl>
                                          <p:spTgt spid="35"/>
                                        </p:tgtEl>
                                        <p:attrNameLst>
                                          <p:attrName>style.visibility</p:attrName>
                                        </p:attrNameLst>
                                      </p:cBhvr>
                                      <p:to>
                                        <p:strVal val="visible"/>
                                      </p:to>
                                    </p:set>
                                    <p:anim calcmode="lin" valueType="num">
                                      <p:cBhvr>
                                        <p:cTn id="12" dur="500" fill="hold"/>
                                        <p:tgtEl>
                                          <p:spTgt spid="35"/>
                                        </p:tgtEl>
                                        <p:attrNameLst>
                                          <p:attrName>ppt_w</p:attrName>
                                        </p:attrNameLst>
                                      </p:cBhvr>
                                      <p:tavLst>
                                        <p:tav tm="0">
                                          <p:val>
                                            <p:fltVal val="0"/>
                                          </p:val>
                                        </p:tav>
                                        <p:tav tm="100000">
                                          <p:val>
                                            <p:strVal val="#ppt_w"/>
                                          </p:val>
                                        </p:tav>
                                      </p:tavLst>
                                    </p:anim>
                                    <p:anim calcmode="lin" valueType="num">
                                      <p:cBhvr>
                                        <p:cTn id="13" dur="500" fill="hold"/>
                                        <p:tgtEl>
                                          <p:spTgt spid="35"/>
                                        </p:tgtEl>
                                        <p:attrNameLst>
                                          <p:attrName>ppt_h</p:attrName>
                                        </p:attrNameLst>
                                      </p:cBhvr>
                                      <p:tavLst>
                                        <p:tav tm="0">
                                          <p:val>
                                            <p:fltVal val="0"/>
                                          </p:val>
                                        </p:tav>
                                        <p:tav tm="100000">
                                          <p:val>
                                            <p:strVal val="#ppt_h"/>
                                          </p:val>
                                        </p:tav>
                                      </p:tavLst>
                                    </p:anim>
                                    <p:anim calcmode="lin" valueType="num">
                                      <p:cBhvr>
                                        <p:cTn id="14" dur="500" fill="hold"/>
                                        <p:tgtEl>
                                          <p:spTgt spid="35"/>
                                        </p:tgtEl>
                                        <p:attrNameLst>
                                          <p:attrName>style.rotation</p:attrName>
                                        </p:attrNameLst>
                                      </p:cBhvr>
                                      <p:tavLst>
                                        <p:tav tm="0">
                                          <p:val>
                                            <p:fltVal val="360"/>
                                          </p:val>
                                        </p:tav>
                                        <p:tav tm="100000">
                                          <p:val>
                                            <p:fltVal val="0"/>
                                          </p:val>
                                        </p:tav>
                                      </p:tavLst>
                                    </p:anim>
                                    <p:animEffect transition="in" filter="fade">
                                      <p:cBhvr>
                                        <p:cTn id="15" dur="500"/>
                                        <p:tgtEl>
                                          <p:spTgt spid="35"/>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8" fill="hold" nodeType="clickEffect">
                                  <p:stCondLst>
                                    <p:cond delay="0"/>
                                  </p:stCondLst>
                                  <p:childTnLst>
                                    <p:set>
                                      <p:cBhvr>
                                        <p:cTn id="19" dur="1" fill="hold">
                                          <p:stCondLst>
                                            <p:cond delay="0"/>
                                          </p:stCondLst>
                                        </p:cTn>
                                        <p:tgtEl>
                                          <p:spTgt spid="36"/>
                                        </p:tgtEl>
                                        <p:attrNameLst>
                                          <p:attrName>style.visibility</p:attrName>
                                        </p:attrNameLst>
                                      </p:cBhvr>
                                      <p:to>
                                        <p:strVal val="visible"/>
                                      </p:to>
                                    </p:set>
                                    <p:animEffect transition="in" filter="slide(fromLeft)">
                                      <p:cBhvr>
                                        <p:cTn id="20" dur="500"/>
                                        <p:tgtEl>
                                          <p:spTgt spid="36"/>
                                        </p:tgtEl>
                                      </p:cBhvr>
                                    </p:animEffect>
                                  </p:childTnLst>
                                </p:cTn>
                              </p:par>
                            </p:childTnLst>
                          </p:cTn>
                        </p:par>
                        <p:par>
                          <p:cTn id="21" fill="hold">
                            <p:stCondLst>
                              <p:cond delay="500"/>
                            </p:stCondLst>
                            <p:childTnLst>
                              <p:par>
                                <p:cTn id="22" presetID="12" presetClass="entr" presetSubtype="4" fill="hold" nodeType="afterEffect">
                                  <p:stCondLst>
                                    <p:cond delay="0"/>
                                  </p:stCondLst>
                                  <p:childTnLst>
                                    <p:set>
                                      <p:cBhvr>
                                        <p:cTn id="23" dur="1" fill="hold">
                                          <p:stCondLst>
                                            <p:cond delay="0"/>
                                          </p:stCondLst>
                                        </p:cTn>
                                        <p:tgtEl>
                                          <p:spTgt spid="41"/>
                                        </p:tgtEl>
                                        <p:attrNameLst>
                                          <p:attrName>style.visibility</p:attrName>
                                        </p:attrNameLst>
                                      </p:cBhvr>
                                      <p:to>
                                        <p:strVal val="visible"/>
                                      </p:to>
                                    </p:set>
                                    <p:animEffect transition="in" filter="slide(fromBottom)">
                                      <p:cBhvr>
                                        <p:cTn id="24" dur="500"/>
                                        <p:tgtEl>
                                          <p:spTgt spid="41"/>
                                        </p:tgtEl>
                                      </p:cBhvr>
                                    </p:animEffect>
                                  </p:childTnLst>
                                </p:cTn>
                              </p:par>
                            </p:childTnLst>
                          </p:cTn>
                        </p:par>
                      </p:childTnLst>
                    </p:cTn>
                  </p:par>
                  <p:par>
                    <p:cTn id="25" fill="hold">
                      <p:stCondLst>
                        <p:cond delay="indefinite"/>
                      </p:stCondLst>
                      <p:childTnLst>
                        <p:par>
                          <p:cTn id="26" fill="hold">
                            <p:stCondLst>
                              <p:cond delay="0"/>
                            </p:stCondLst>
                            <p:childTnLst>
                              <p:par>
                                <p:cTn id="27" presetID="12" presetClass="entr" presetSubtype="8" fill="hold" nodeType="clickEffect">
                                  <p:stCondLst>
                                    <p:cond delay="0"/>
                                  </p:stCondLst>
                                  <p:childTnLst>
                                    <p:set>
                                      <p:cBhvr>
                                        <p:cTn id="28" dur="1" fill="hold">
                                          <p:stCondLst>
                                            <p:cond delay="0"/>
                                          </p:stCondLst>
                                        </p:cTn>
                                        <p:tgtEl>
                                          <p:spTgt spid="42"/>
                                        </p:tgtEl>
                                        <p:attrNameLst>
                                          <p:attrName>style.visibility</p:attrName>
                                        </p:attrNameLst>
                                      </p:cBhvr>
                                      <p:to>
                                        <p:strVal val="visible"/>
                                      </p:to>
                                    </p:set>
                                    <p:animEffect transition="in" filter="slide(fromLeft)">
                                      <p:cBhvr>
                                        <p:cTn id="29" dur="500"/>
                                        <p:tgtEl>
                                          <p:spTgt spid="42"/>
                                        </p:tgtEl>
                                      </p:cBhvr>
                                    </p:animEffect>
                                  </p:childTnLst>
                                </p:cTn>
                              </p:par>
                            </p:childTnLst>
                          </p:cTn>
                        </p:par>
                      </p:childTnLst>
                    </p:cTn>
                  </p:par>
                  <p:par>
                    <p:cTn id="30" fill="hold">
                      <p:stCondLst>
                        <p:cond delay="indefinite"/>
                      </p:stCondLst>
                      <p:childTnLst>
                        <p:par>
                          <p:cTn id="31" fill="hold">
                            <p:stCondLst>
                              <p:cond delay="0"/>
                            </p:stCondLst>
                            <p:childTnLst>
                              <p:par>
                                <p:cTn id="32" presetID="49" presetClass="entr" presetSubtype="0" decel="100000" fill="hold" grpId="0" nodeType="clickEffect">
                                  <p:stCondLst>
                                    <p:cond delay="0"/>
                                  </p:stCondLst>
                                  <p:childTnLst>
                                    <p:set>
                                      <p:cBhvr>
                                        <p:cTn id="33" dur="1" fill="hold">
                                          <p:stCondLst>
                                            <p:cond delay="0"/>
                                          </p:stCondLst>
                                        </p:cTn>
                                        <p:tgtEl>
                                          <p:spTgt spid="48"/>
                                        </p:tgtEl>
                                        <p:attrNameLst>
                                          <p:attrName>style.visibility</p:attrName>
                                        </p:attrNameLst>
                                      </p:cBhvr>
                                      <p:to>
                                        <p:strVal val="visible"/>
                                      </p:to>
                                    </p:set>
                                    <p:anim calcmode="lin" valueType="num">
                                      <p:cBhvr>
                                        <p:cTn id="34" dur="500" fill="hold"/>
                                        <p:tgtEl>
                                          <p:spTgt spid="48"/>
                                        </p:tgtEl>
                                        <p:attrNameLst>
                                          <p:attrName>ppt_w</p:attrName>
                                        </p:attrNameLst>
                                      </p:cBhvr>
                                      <p:tavLst>
                                        <p:tav tm="0">
                                          <p:val>
                                            <p:fltVal val="0"/>
                                          </p:val>
                                        </p:tav>
                                        <p:tav tm="100000">
                                          <p:val>
                                            <p:strVal val="#ppt_w"/>
                                          </p:val>
                                        </p:tav>
                                      </p:tavLst>
                                    </p:anim>
                                    <p:anim calcmode="lin" valueType="num">
                                      <p:cBhvr>
                                        <p:cTn id="35" dur="500" fill="hold"/>
                                        <p:tgtEl>
                                          <p:spTgt spid="48"/>
                                        </p:tgtEl>
                                        <p:attrNameLst>
                                          <p:attrName>ppt_h</p:attrName>
                                        </p:attrNameLst>
                                      </p:cBhvr>
                                      <p:tavLst>
                                        <p:tav tm="0">
                                          <p:val>
                                            <p:fltVal val="0"/>
                                          </p:val>
                                        </p:tav>
                                        <p:tav tm="100000">
                                          <p:val>
                                            <p:strVal val="#ppt_h"/>
                                          </p:val>
                                        </p:tav>
                                      </p:tavLst>
                                    </p:anim>
                                    <p:anim calcmode="lin" valueType="num">
                                      <p:cBhvr>
                                        <p:cTn id="36" dur="500" fill="hold"/>
                                        <p:tgtEl>
                                          <p:spTgt spid="48"/>
                                        </p:tgtEl>
                                        <p:attrNameLst>
                                          <p:attrName>style.rotation</p:attrName>
                                        </p:attrNameLst>
                                      </p:cBhvr>
                                      <p:tavLst>
                                        <p:tav tm="0">
                                          <p:val>
                                            <p:fltVal val="360"/>
                                          </p:val>
                                        </p:tav>
                                        <p:tav tm="100000">
                                          <p:val>
                                            <p:fltVal val="0"/>
                                          </p:val>
                                        </p:tav>
                                      </p:tavLst>
                                    </p:anim>
                                    <p:animEffect transition="in" filter="fade">
                                      <p:cBhvr>
                                        <p:cTn id="37" dur="500"/>
                                        <p:tgtEl>
                                          <p:spTgt spid="48"/>
                                        </p:tgtEl>
                                      </p:cBhvr>
                                    </p:animEffect>
                                  </p:childTnLst>
                                </p:cTn>
                              </p:par>
                            </p:childTnLst>
                          </p:cTn>
                        </p:par>
                        <p:par>
                          <p:cTn id="38" fill="hold">
                            <p:stCondLst>
                              <p:cond delay="500"/>
                            </p:stCondLst>
                            <p:childTnLst>
                              <p:par>
                                <p:cTn id="39" presetID="4" presetClass="entr" presetSubtype="16" fill="hold" nodeType="afterEffect">
                                  <p:stCondLst>
                                    <p:cond delay="0"/>
                                  </p:stCondLst>
                                  <p:childTnLst>
                                    <p:set>
                                      <p:cBhvr>
                                        <p:cTn id="40" dur="1" fill="hold">
                                          <p:stCondLst>
                                            <p:cond delay="0"/>
                                          </p:stCondLst>
                                        </p:cTn>
                                        <p:tgtEl>
                                          <p:spTgt spid="28"/>
                                        </p:tgtEl>
                                        <p:attrNameLst>
                                          <p:attrName>style.visibility</p:attrName>
                                        </p:attrNameLst>
                                      </p:cBhvr>
                                      <p:to>
                                        <p:strVal val="visible"/>
                                      </p:to>
                                    </p:set>
                                    <p:animEffect transition="in" filter="box(in)">
                                      <p:cBhvr>
                                        <p:cTn id="41" dur="500"/>
                                        <p:tgtEl>
                                          <p:spTgt spid="28"/>
                                        </p:tgtEl>
                                      </p:cBhvr>
                                    </p:animEffect>
                                  </p:childTnLst>
                                </p:cTn>
                              </p:par>
                            </p:childTnLst>
                          </p:cTn>
                        </p:par>
                        <p:par>
                          <p:cTn id="42" fill="hold">
                            <p:stCondLst>
                              <p:cond delay="1000"/>
                            </p:stCondLst>
                            <p:childTnLst>
                              <p:par>
                                <p:cTn id="43" presetID="49" presetClass="entr" presetSubtype="0" decel="100000" fill="hold" nodeType="afterEffect">
                                  <p:stCondLst>
                                    <p:cond delay="0"/>
                                  </p:stCondLst>
                                  <p:childTnLst>
                                    <p:set>
                                      <p:cBhvr>
                                        <p:cTn id="44" dur="1" fill="hold">
                                          <p:stCondLst>
                                            <p:cond delay="0"/>
                                          </p:stCondLst>
                                        </p:cTn>
                                        <p:tgtEl>
                                          <p:spTgt spid="2"/>
                                        </p:tgtEl>
                                        <p:attrNameLst>
                                          <p:attrName>style.visibility</p:attrName>
                                        </p:attrNameLst>
                                      </p:cBhvr>
                                      <p:to>
                                        <p:strVal val="visible"/>
                                      </p:to>
                                    </p:set>
                                    <p:anim calcmode="lin" valueType="num">
                                      <p:cBhvr>
                                        <p:cTn id="45" dur="500" fill="hold"/>
                                        <p:tgtEl>
                                          <p:spTgt spid="2"/>
                                        </p:tgtEl>
                                        <p:attrNameLst>
                                          <p:attrName>ppt_w</p:attrName>
                                        </p:attrNameLst>
                                      </p:cBhvr>
                                      <p:tavLst>
                                        <p:tav tm="0">
                                          <p:val>
                                            <p:fltVal val="0"/>
                                          </p:val>
                                        </p:tav>
                                        <p:tav tm="100000">
                                          <p:val>
                                            <p:strVal val="#ppt_w"/>
                                          </p:val>
                                        </p:tav>
                                      </p:tavLst>
                                    </p:anim>
                                    <p:anim calcmode="lin" valueType="num">
                                      <p:cBhvr>
                                        <p:cTn id="46" dur="500" fill="hold"/>
                                        <p:tgtEl>
                                          <p:spTgt spid="2"/>
                                        </p:tgtEl>
                                        <p:attrNameLst>
                                          <p:attrName>ppt_h</p:attrName>
                                        </p:attrNameLst>
                                      </p:cBhvr>
                                      <p:tavLst>
                                        <p:tav tm="0">
                                          <p:val>
                                            <p:fltVal val="0"/>
                                          </p:val>
                                        </p:tav>
                                        <p:tav tm="100000">
                                          <p:val>
                                            <p:strVal val="#ppt_h"/>
                                          </p:val>
                                        </p:tav>
                                      </p:tavLst>
                                    </p:anim>
                                    <p:anim calcmode="lin" valueType="num">
                                      <p:cBhvr>
                                        <p:cTn id="47" dur="500" fill="hold"/>
                                        <p:tgtEl>
                                          <p:spTgt spid="2"/>
                                        </p:tgtEl>
                                        <p:attrNameLst>
                                          <p:attrName>style.rotation</p:attrName>
                                        </p:attrNameLst>
                                      </p:cBhvr>
                                      <p:tavLst>
                                        <p:tav tm="0">
                                          <p:val>
                                            <p:fltVal val="360"/>
                                          </p:val>
                                        </p:tav>
                                        <p:tav tm="100000">
                                          <p:val>
                                            <p:fltVal val="0"/>
                                          </p:val>
                                        </p:tav>
                                      </p:tavLst>
                                    </p:anim>
                                    <p:animEffect transition="in" filter="fade">
                                      <p:cBhvr>
                                        <p:cTn id="48" dur="500"/>
                                        <p:tgtEl>
                                          <p:spTgt spid="2"/>
                                        </p:tgtEl>
                                      </p:cBhvr>
                                    </p:animEffect>
                                  </p:childTnLst>
                                </p:cTn>
                              </p:par>
                            </p:childTnLst>
                          </p:cTn>
                        </p:par>
                      </p:childTnLst>
                    </p:cTn>
                  </p:par>
                  <p:par>
                    <p:cTn id="49" fill="hold">
                      <p:stCondLst>
                        <p:cond delay="indefinite"/>
                      </p:stCondLst>
                      <p:childTnLst>
                        <p:par>
                          <p:cTn id="50" fill="hold">
                            <p:stCondLst>
                              <p:cond delay="0"/>
                            </p:stCondLst>
                            <p:childTnLst>
                              <p:par>
                                <p:cTn id="51" presetID="12" presetClass="entr" presetSubtype="8" fill="hold" nodeType="clickEffect">
                                  <p:stCondLst>
                                    <p:cond delay="0"/>
                                  </p:stCondLst>
                                  <p:childTnLst>
                                    <p:set>
                                      <p:cBhvr>
                                        <p:cTn id="52" dur="1" fill="hold">
                                          <p:stCondLst>
                                            <p:cond delay="0"/>
                                          </p:stCondLst>
                                        </p:cTn>
                                        <p:tgtEl>
                                          <p:spTgt spid="44"/>
                                        </p:tgtEl>
                                        <p:attrNameLst>
                                          <p:attrName>style.visibility</p:attrName>
                                        </p:attrNameLst>
                                      </p:cBhvr>
                                      <p:to>
                                        <p:strVal val="visible"/>
                                      </p:to>
                                    </p:set>
                                    <p:animEffect transition="in" filter="slide(fromLeft)">
                                      <p:cBhvr>
                                        <p:cTn id="53" dur="500"/>
                                        <p:tgtEl>
                                          <p:spTgt spid="44"/>
                                        </p:tgtEl>
                                      </p:cBhvr>
                                    </p:animEffect>
                                  </p:childTnLst>
                                </p:cTn>
                              </p:par>
                            </p:childTnLst>
                          </p:cTn>
                        </p:par>
                      </p:childTnLst>
                    </p:cTn>
                  </p:par>
                  <p:par>
                    <p:cTn id="54" fill="hold">
                      <p:stCondLst>
                        <p:cond delay="indefinite"/>
                      </p:stCondLst>
                      <p:childTnLst>
                        <p:par>
                          <p:cTn id="55" fill="hold">
                            <p:stCondLst>
                              <p:cond delay="0"/>
                            </p:stCondLst>
                            <p:childTnLst>
                              <p:par>
                                <p:cTn id="56" presetID="49" presetClass="entr" presetSubtype="0" decel="100000" fill="hold" grpId="0" nodeType="clickEffect">
                                  <p:stCondLst>
                                    <p:cond delay="0"/>
                                  </p:stCondLst>
                                  <p:childTnLst>
                                    <p:set>
                                      <p:cBhvr>
                                        <p:cTn id="57" dur="1" fill="hold">
                                          <p:stCondLst>
                                            <p:cond delay="0"/>
                                          </p:stCondLst>
                                        </p:cTn>
                                        <p:tgtEl>
                                          <p:spTgt spid="56"/>
                                        </p:tgtEl>
                                        <p:attrNameLst>
                                          <p:attrName>style.visibility</p:attrName>
                                        </p:attrNameLst>
                                      </p:cBhvr>
                                      <p:to>
                                        <p:strVal val="visible"/>
                                      </p:to>
                                    </p:set>
                                    <p:anim calcmode="lin" valueType="num">
                                      <p:cBhvr>
                                        <p:cTn id="58" dur="500" fill="hold"/>
                                        <p:tgtEl>
                                          <p:spTgt spid="56"/>
                                        </p:tgtEl>
                                        <p:attrNameLst>
                                          <p:attrName>ppt_w</p:attrName>
                                        </p:attrNameLst>
                                      </p:cBhvr>
                                      <p:tavLst>
                                        <p:tav tm="0">
                                          <p:val>
                                            <p:fltVal val="0"/>
                                          </p:val>
                                        </p:tav>
                                        <p:tav tm="100000">
                                          <p:val>
                                            <p:strVal val="#ppt_w"/>
                                          </p:val>
                                        </p:tav>
                                      </p:tavLst>
                                    </p:anim>
                                    <p:anim calcmode="lin" valueType="num">
                                      <p:cBhvr>
                                        <p:cTn id="59" dur="500" fill="hold"/>
                                        <p:tgtEl>
                                          <p:spTgt spid="56"/>
                                        </p:tgtEl>
                                        <p:attrNameLst>
                                          <p:attrName>ppt_h</p:attrName>
                                        </p:attrNameLst>
                                      </p:cBhvr>
                                      <p:tavLst>
                                        <p:tav tm="0">
                                          <p:val>
                                            <p:fltVal val="0"/>
                                          </p:val>
                                        </p:tav>
                                        <p:tav tm="100000">
                                          <p:val>
                                            <p:strVal val="#ppt_h"/>
                                          </p:val>
                                        </p:tav>
                                      </p:tavLst>
                                    </p:anim>
                                    <p:anim calcmode="lin" valueType="num">
                                      <p:cBhvr>
                                        <p:cTn id="60" dur="500" fill="hold"/>
                                        <p:tgtEl>
                                          <p:spTgt spid="56"/>
                                        </p:tgtEl>
                                        <p:attrNameLst>
                                          <p:attrName>style.rotation</p:attrName>
                                        </p:attrNameLst>
                                      </p:cBhvr>
                                      <p:tavLst>
                                        <p:tav tm="0">
                                          <p:val>
                                            <p:fltVal val="360"/>
                                          </p:val>
                                        </p:tav>
                                        <p:tav tm="100000">
                                          <p:val>
                                            <p:fltVal val="0"/>
                                          </p:val>
                                        </p:tav>
                                      </p:tavLst>
                                    </p:anim>
                                    <p:animEffect transition="in" filter="fade">
                                      <p:cBhvr>
                                        <p:cTn id="61" dur="500"/>
                                        <p:tgtEl>
                                          <p:spTgt spid="56"/>
                                        </p:tgtEl>
                                      </p:cBhvr>
                                    </p:animEffect>
                                  </p:childTnLst>
                                </p:cTn>
                              </p:par>
                            </p:childTnLst>
                          </p:cTn>
                        </p:par>
                        <p:par>
                          <p:cTn id="62" fill="hold">
                            <p:stCondLst>
                              <p:cond delay="500"/>
                            </p:stCondLst>
                            <p:childTnLst>
                              <p:par>
                                <p:cTn id="63" presetID="4" presetClass="entr" presetSubtype="16" fill="hold" nodeType="afterEffect">
                                  <p:stCondLst>
                                    <p:cond delay="0"/>
                                  </p:stCondLst>
                                  <p:childTnLst>
                                    <p:set>
                                      <p:cBhvr>
                                        <p:cTn id="64" dur="1" fill="hold">
                                          <p:stCondLst>
                                            <p:cond delay="0"/>
                                          </p:stCondLst>
                                        </p:cTn>
                                        <p:tgtEl>
                                          <p:spTgt spid="31"/>
                                        </p:tgtEl>
                                        <p:attrNameLst>
                                          <p:attrName>style.visibility</p:attrName>
                                        </p:attrNameLst>
                                      </p:cBhvr>
                                      <p:to>
                                        <p:strVal val="visible"/>
                                      </p:to>
                                    </p:set>
                                    <p:animEffect transition="in" filter="box(in)">
                                      <p:cBhvr>
                                        <p:cTn id="65" dur="500"/>
                                        <p:tgtEl>
                                          <p:spTgt spid="31"/>
                                        </p:tgtEl>
                                      </p:cBhvr>
                                    </p:animEffect>
                                  </p:childTnLst>
                                </p:cTn>
                              </p:par>
                            </p:childTnLst>
                          </p:cTn>
                        </p:par>
                        <p:par>
                          <p:cTn id="66" fill="hold">
                            <p:stCondLst>
                              <p:cond delay="1000"/>
                            </p:stCondLst>
                            <p:childTnLst>
                              <p:par>
                                <p:cTn id="67" presetID="49" presetClass="entr" presetSubtype="0" decel="100000" fill="hold" nodeType="afterEffect">
                                  <p:stCondLst>
                                    <p:cond delay="0"/>
                                  </p:stCondLst>
                                  <p:childTnLst>
                                    <p:set>
                                      <p:cBhvr>
                                        <p:cTn id="68" dur="1" fill="hold">
                                          <p:stCondLst>
                                            <p:cond delay="0"/>
                                          </p:stCondLst>
                                        </p:cTn>
                                        <p:tgtEl>
                                          <p:spTgt spid="3"/>
                                        </p:tgtEl>
                                        <p:attrNameLst>
                                          <p:attrName>style.visibility</p:attrName>
                                        </p:attrNameLst>
                                      </p:cBhvr>
                                      <p:to>
                                        <p:strVal val="visible"/>
                                      </p:to>
                                    </p:set>
                                    <p:anim calcmode="lin" valueType="num">
                                      <p:cBhvr>
                                        <p:cTn id="69" dur="500" fill="hold"/>
                                        <p:tgtEl>
                                          <p:spTgt spid="3"/>
                                        </p:tgtEl>
                                        <p:attrNameLst>
                                          <p:attrName>ppt_w</p:attrName>
                                        </p:attrNameLst>
                                      </p:cBhvr>
                                      <p:tavLst>
                                        <p:tav tm="0">
                                          <p:val>
                                            <p:fltVal val="0"/>
                                          </p:val>
                                        </p:tav>
                                        <p:tav tm="100000">
                                          <p:val>
                                            <p:strVal val="#ppt_w"/>
                                          </p:val>
                                        </p:tav>
                                      </p:tavLst>
                                    </p:anim>
                                    <p:anim calcmode="lin" valueType="num">
                                      <p:cBhvr>
                                        <p:cTn id="70" dur="500" fill="hold"/>
                                        <p:tgtEl>
                                          <p:spTgt spid="3"/>
                                        </p:tgtEl>
                                        <p:attrNameLst>
                                          <p:attrName>ppt_h</p:attrName>
                                        </p:attrNameLst>
                                      </p:cBhvr>
                                      <p:tavLst>
                                        <p:tav tm="0">
                                          <p:val>
                                            <p:fltVal val="0"/>
                                          </p:val>
                                        </p:tav>
                                        <p:tav tm="100000">
                                          <p:val>
                                            <p:strVal val="#ppt_h"/>
                                          </p:val>
                                        </p:tav>
                                      </p:tavLst>
                                    </p:anim>
                                    <p:anim calcmode="lin" valueType="num">
                                      <p:cBhvr>
                                        <p:cTn id="71" dur="500" fill="hold"/>
                                        <p:tgtEl>
                                          <p:spTgt spid="3"/>
                                        </p:tgtEl>
                                        <p:attrNameLst>
                                          <p:attrName>style.rotation</p:attrName>
                                        </p:attrNameLst>
                                      </p:cBhvr>
                                      <p:tavLst>
                                        <p:tav tm="0">
                                          <p:val>
                                            <p:fltVal val="360"/>
                                          </p:val>
                                        </p:tav>
                                        <p:tav tm="100000">
                                          <p:val>
                                            <p:fltVal val="0"/>
                                          </p:val>
                                        </p:tav>
                                      </p:tavLst>
                                    </p:anim>
                                    <p:animEffect transition="in" filter="fade">
                                      <p:cBhvr>
                                        <p:cTn id="7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 grpId="0" animBg="1"/>
      <p:bldP spid="56" grpId="0" animBg="1"/>
      <p:bldP spid="35"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内容占位符 2"/>
          <p:cNvSpPr>
            <a:spLocks noGrp="1"/>
          </p:cNvSpPr>
          <p:nvPr>
            <p:ph idx="1"/>
          </p:nvPr>
        </p:nvSpPr>
        <p:spPr>
          <a:xfrm>
            <a:off x="357188" y="1285875"/>
            <a:ext cx="8153400" cy="5429250"/>
          </a:xfrm>
        </p:spPr>
        <p:txBody>
          <a:bodyPr/>
          <a:lstStyle/>
          <a:p>
            <a:pPr>
              <a:lnSpc>
                <a:spcPts val="2800"/>
              </a:lnSpc>
              <a:buFont typeface="Wingdings" pitchFamily="2" charset="2"/>
              <a:buNone/>
            </a:pPr>
            <a:r>
              <a:rPr lang="en-US" altLang="zh-CN" sz="2800" smtClean="0"/>
              <a:t>#include &lt;stdio.h&gt;</a:t>
            </a:r>
            <a:endParaRPr lang="zh-CN" altLang="zh-CN" sz="2800" smtClean="0"/>
          </a:p>
          <a:p>
            <a:pPr>
              <a:lnSpc>
                <a:spcPts val="2800"/>
              </a:lnSpc>
              <a:buFont typeface="Wingdings" pitchFamily="2" charset="2"/>
              <a:buNone/>
            </a:pPr>
            <a:r>
              <a:rPr lang="en-US" altLang="zh-CN" sz="2800" smtClean="0"/>
              <a:t>int main()</a:t>
            </a:r>
            <a:endParaRPr lang="zh-CN" altLang="zh-CN" sz="2800" smtClean="0"/>
          </a:p>
          <a:p>
            <a:pPr>
              <a:lnSpc>
                <a:spcPts val="2800"/>
              </a:lnSpc>
              <a:buFont typeface="Wingdings" pitchFamily="2" charset="2"/>
              <a:buNone/>
            </a:pPr>
            <a:r>
              <a:rPr lang="en-US" altLang="zh-CN" sz="2800" smtClean="0"/>
              <a:t>{ int *p1,*p2,*p,a,b; </a:t>
            </a:r>
            <a:endParaRPr lang="zh-CN" altLang="zh-CN" sz="2800" smtClean="0"/>
          </a:p>
          <a:p>
            <a:pPr>
              <a:lnSpc>
                <a:spcPts val="2800"/>
              </a:lnSpc>
              <a:buFont typeface="Wingdings" pitchFamily="2" charset="2"/>
              <a:buNone/>
            </a:pPr>
            <a:r>
              <a:rPr lang="en-US" altLang="zh-CN" sz="2800" smtClean="0"/>
              <a:t>   printf(“integer numbers:");</a:t>
            </a:r>
            <a:endParaRPr lang="zh-CN" altLang="zh-CN" sz="2800" smtClean="0"/>
          </a:p>
          <a:p>
            <a:pPr>
              <a:lnSpc>
                <a:spcPts val="2800"/>
              </a:lnSpc>
              <a:buFont typeface="Wingdings" pitchFamily="2" charset="2"/>
              <a:buNone/>
            </a:pPr>
            <a:r>
              <a:rPr lang="en-US" altLang="zh-CN" sz="2800" smtClean="0"/>
              <a:t>   scanf(“%d,%d”,&amp;a,&amp;b);  </a:t>
            </a:r>
            <a:endParaRPr lang="zh-CN" altLang="zh-CN" sz="2800" smtClean="0"/>
          </a:p>
          <a:p>
            <a:pPr>
              <a:lnSpc>
                <a:spcPts val="2800"/>
              </a:lnSpc>
              <a:buFont typeface="Wingdings" pitchFamily="2" charset="2"/>
              <a:buNone/>
            </a:pPr>
            <a:r>
              <a:rPr lang="en-US" altLang="zh-CN" sz="2800" smtClean="0"/>
              <a:t>   p1=&amp;a;    p2=&amp;b; </a:t>
            </a:r>
            <a:endParaRPr lang="zh-CN" altLang="zh-CN" sz="2800" smtClean="0"/>
          </a:p>
          <a:p>
            <a:pPr>
              <a:lnSpc>
                <a:spcPts val="2800"/>
              </a:lnSpc>
              <a:buFont typeface="Wingdings" pitchFamily="2" charset="2"/>
              <a:buNone/>
            </a:pPr>
            <a:r>
              <a:rPr lang="en-US" altLang="zh-CN" sz="2800" smtClean="0"/>
              <a:t>   if(a&lt;b) </a:t>
            </a:r>
            <a:endParaRPr lang="zh-CN" altLang="zh-CN" sz="2800" smtClean="0"/>
          </a:p>
          <a:p>
            <a:pPr>
              <a:lnSpc>
                <a:spcPts val="2800"/>
              </a:lnSpc>
              <a:buFont typeface="Wingdings" pitchFamily="2" charset="2"/>
              <a:buNone/>
            </a:pPr>
            <a:r>
              <a:rPr lang="en-US" altLang="zh-CN" sz="2800" smtClean="0"/>
              <a:t>   {  p=p1; p1=p2; p2=p; } </a:t>
            </a:r>
            <a:endParaRPr lang="zh-CN" altLang="zh-CN" sz="2800" smtClean="0"/>
          </a:p>
          <a:p>
            <a:pPr>
              <a:lnSpc>
                <a:spcPts val="2800"/>
              </a:lnSpc>
              <a:buFont typeface="Wingdings" pitchFamily="2" charset="2"/>
              <a:buNone/>
            </a:pPr>
            <a:r>
              <a:rPr lang="en-US" altLang="zh-CN" sz="2800" smtClean="0"/>
              <a:t>   printf(“a=%d,b=%d\n”,a,b);</a:t>
            </a:r>
            <a:endParaRPr lang="zh-CN" altLang="zh-CN" sz="2800" smtClean="0"/>
          </a:p>
          <a:p>
            <a:pPr>
              <a:lnSpc>
                <a:spcPts val="2800"/>
              </a:lnSpc>
              <a:buFont typeface="Wingdings" pitchFamily="2" charset="2"/>
              <a:buNone/>
            </a:pPr>
            <a:r>
              <a:rPr lang="en-US" altLang="zh-CN" sz="2800" smtClean="0"/>
              <a:t>   printf(“%d,%d\n”,*p1,*p2); </a:t>
            </a:r>
            <a:endParaRPr lang="zh-CN" altLang="zh-CN" sz="2800" smtClean="0"/>
          </a:p>
          <a:p>
            <a:pPr>
              <a:lnSpc>
                <a:spcPts val="2800"/>
              </a:lnSpc>
              <a:buFont typeface="Wingdings" pitchFamily="2" charset="2"/>
              <a:buNone/>
            </a:pPr>
            <a:r>
              <a:rPr lang="en-US" altLang="zh-CN" sz="2800" smtClean="0"/>
              <a:t>   return 0;</a:t>
            </a:r>
            <a:endParaRPr lang="zh-CN" altLang="zh-CN" sz="2800" smtClean="0"/>
          </a:p>
          <a:p>
            <a:pPr>
              <a:lnSpc>
                <a:spcPts val="2800"/>
              </a:lnSpc>
              <a:buFont typeface="Wingdings" pitchFamily="2" charset="2"/>
              <a:buNone/>
            </a:pPr>
            <a:r>
              <a:rPr lang="en-US" altLang="zh-CN" sz="2800" smtClean="0"/>
              <a:t>}</a:t>
            </a:r>
            <a:endParaRPr lang="zh-CN" altLang="zh-CN" sz="2800" smtClean="0"/>
          </a:p>
        </p:txBody>
      </p:sp>
      <p:sp>
        <p:nvSpPr>
          <p:cNvPr id="27651" name="矩形 4"/>
          <p:cNvSpPr>
            <a:spLocks noChangeArrowheads="1"/>
          </p:cNvSpPr>
          <p:nvPr/>
        </p:nvSpPr>
        <p:spPr bwMode="auto">
          <a:xfrm>
            <a:off x="8001000" y="642938"/>
            <a:ext cx="714375" cy="714375"/>
          </a:xfrm>
          <a:prstGeom prst="rect">
            <a:avLst/>
          </a:prstGeom>
          <a:solidFill>
            <a:schemeClr val="accent1"/>
          </a:solidFill>
          <a:ln w="38100" algn="ctr">
            <a:solidFill>
              <a:schemeClr val="tx1"/>
            </a:solidFill>
            <a:miter lim="800000"/>
            <a:headEnd/>
            <a:tailEnd/>
          </a:ln>
        </p:spPr>
        <p:txBody>
          <a:bodyPr wrap="none"/>
          <a:lstStyle/>
          <a:p>
            <a:endParaRPr lang="zh-CN" altLang="en-US"/>
          </a:p>
        </p:txBody>
      </p:sp>
      <p:sp>
        <p:nvSpPr>
          <p:cNvPr id="27652" name="矩形 7"/>
          <p:cNvSpPr>
            <a:spLocks noChangeArrowheads="1"/>
          </p:cNvSpPr>
          <p:nvPr/>
        </p:nvSpPr>
        <p:spPr bwMode="auto">
          <a:xfrm>
            <a:off x="8001000" y="1785938"/>
            <a:ext cx="714375" cy="714375"/>
          </a:xfrm>
          <a:prstGeom prst="rect">
            <a:avLst/>
          </a:prstGeom>
          <a:solidFill>
            <a:schemeClr val="accent1"/>
          </a:solidFill>
          <a:ln w="38100" algn="ctr">
            <a:solidFill>
              <a:schemeClr val="tx1"/>
            </a:solidFill>
            <a:miter lim="800000"/>
            <a:headEnd/>
            <a:tailEnd/>
          </a:ln>
        </p:spPr>
        <p:txBody>
          <a:bodyPr wrap="none"/>
          <a:lstStyle/>
          <a:p>
            <a:endParaRPr lang="zh-CN" altLang="en-US"/>
          </a:p>
        </p:txBody>
      </p:sp>
      <p:sp>
        <p:nvSpPr>
          <p:cNvPr id="27653" name="矩形 8"/>
          <p:cNvSpPr>
            <a:spLocks noChangeArrowheads="1"/>
          </p:cNvSpPr>
          <p:nvPr/>
        </p:nvSpPr>
        <p:spPr bwMode="auto">
          <a:xfrm>
            <a:off x="6572250" y="642938"/>
            <a:ext cx="714375" cy="714375"/>
          </a:xfrm>
          <a:prstGeom prst="rect">
            <a:avLst/>
          </a:prstGeom>
          <a:solidFill>
            <a:schemeClr val="accent1"/>
          </a:solidFill>
          <a:ln w="38100" algn="ctr">
            <a:solidFill>
              <a:schemeClr val="tx1"/>
            </a:solidFill>
            <a:miter lim="800000"/>
            <a:headEnd/>
            <a:tailEnd/>
          </a:ln>
        </p:spPr>
        <p:txBody>
          <a:bodyPr wrap="none"/>
          <a:lstStyle/>
          <a:p>
            <a:endParaRPr lang="zh-CN" altLang="en-US"/>
          </a:p>
        </p:txBody>
      </p:sp>
      <p:sp>
        <p:nvSpPr>
          <p:cNvPr id="27654" name="矩形 9"/>
          <p:cNvSpPr>
            <a:spLocks noChangeArrowheads="1"/>
          </p:cNvSpPr>
          <p:nvPr/>
        </p:nvSpPr>
        <p:spPr bwMode="auto">
          <a:xfrm>
            <a:off x="6572250" y="1785938"/>
            <a:ext cx="714375" cy="714375"/>
          </a:xfrm>
          <a:prstGeom prst="rect">
            <a:avLst/>
          </a:prstGeom>
          <a:solidFill>
            <a:schemeClr val="accent1"/>
          </a:solidFill>
          <a:ln w="38100" algn="ctr">
            <a:solidFill>
              <a:schemeClr val="tx1"/>
            </a:solidFill>
            <a:miter lim="800000"/>
            <a:headEnd/>
            <a:tailEnd/>
          </a:ln>
        </p:spPr>
        <p:txBody>
          <a:bodyPr wrap="none"/>
          <a:lstStyle/>
          <a:p>
            <a:endParaRPr lang="zh-CN" altLang="en-US"/>
          </a:p>
        </p:txBody>
      </p:sp>
      <p:sp>
        <p:nvSpPr>
          <p:cNvPr id="27655" name="矩形 10"/>
          <p:cNvSpPr>
            <a:spLocks noChangeArrowheads="1"/>
          </p:cNvSpPr>
          <p:nvPr/>
        </p:nvSpPr>
        <p:spPr bwMode="auto">
          <a:xfrm>
            <a:off x="5143500" y="1285875"/>
            <a:ext cx="714375" cy="714375"/>
          </a:xfrm>
          <a:prstGeom prst="rect">
            <a:avLst/>
          </a:prstGeom>
          <a:solidFill>
            <a:schemeClr val="accent1"/>
          </a:solidFill>
          <a:ln w="38100" algn="ctr">
            <a:solidFill>
              <a:schemeClr val="tx1"/>
            </a:solidFill>
            <a:miter lim="800000"/>
            <a:headEnd/>
            <a:tailEnd/>
          </a:ln>
        </p:spPr>
        <p:txBody>
          <a:bodyPr wrap="none"/>
          <a:lstStyle/>
          <a:p>
            <a:endParaRPr lang="zh-CN" altLang="en-US"/>
          </a:p>
        </p:txBody>
      </p:sp>
      <p:sp>
        <p:nvSpPr>
          <p:cNvPr id="27656" name="TextBox 11"/>
          <p:cNvSpPr txBox="1">
            <a:spLocks noChangeArrowheads="1"/>
          </p:cNvSpPr>
          <p:nvPr/>
        </p:nvSpPr>
        <p:spPr bwMode="auto">
          <a:xfrm>
            <a:off x="8185150" y="133350"/>
            <a:ext cx="500063"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000">
                <a:solidFill>
                  <a:schemeClr val="tx1"/>
                </a:solidFill>
                <a:latin typeface="Arial" charset="0"/>
                <a:ea typeface="宋体" pitchFamily="2" charset="-122"/>
              </a:defRPr>
            </a:lvl1pPr>
            <a:lvl2pPr marL="742950" indent="-285750" eaLnBrk="0" hangingPunct="0">
              <a:defRPr kumimoji="1" sz="4000">
                <a:solidFill>
                  <a:schemeClr val="tx1"/>
                </a:solidFill>
                <a:latin typeface="Arial" charset="0"/>
                <a:ea typeface="宋体" pitchFamily="2" charset="-122"/>
              </a:defRPr>
            </a:lvl2pPr>
            <a:lvl3pPr marL="1143000" indent="-228600" eaLnBrk="0" hangingPunct="0">
              <a:defRPr kumimoji="1" sz="4000">
                <a:solidFill>
                  <a:schemeClr val="tx1"/>
                </a:solidFill>
                <a:latin typeface="Arial" charset="0"/>
                <a:ea typeface="宋体" pitchFamily="2" charset="-122"/>
              </a:defRPr>
            </a:lvl3pPr>
            <a:lvl4pPr marL="1600200" indent="-228600" eaLnBrk="0" hangingPunct="0">
              <a:defRPr kumimoji="1" sz="4000">
                <a:solidFill>
                  <a:schemeClr val="tx1"/>
                </a:solidFill>
                <a:latin typeface="Arial" charset="0"/>
                <a:ea typeface="宋体" pitchFamily="2" charset="-122"/>
              </a:defRPr>
            </a:lvl4pPr>
            <a:lvl5pPr marL="2057400" indent="-228600" eaLnBrk="0" hangingPunct="0">
              <a:defRPr kumimoji="1" sz="4000">
                <a:solidFill>
                  <a:schemeClr val="tx1"/>
                </a:solidFill>
                <a:latin typeface="Arial" charset="0"/>
                <a:ea typeface="宋体" pitchFamily="2" charset="-122"/>
              </a:defRPr>
            </a:lvl5pPr>
            <a:lvl6pPr marL="2514600" indent="-228600" eaLnBrk="0" fontAlgn="base" hangingPunct="0">
              <a:spcBef>
                <a:spcPct val="0"/>
              </a:spcBef>
              <a:spcAft>
                <a:spcPct val="0"/>
              </a:spcAft>
              <a:defRPr kumimoji="1" sz="4000">
                <a:solidFill>
                  <a:schemeClr val="tx1"/>
                </a:solidFill>
                <a:latin typeface="Arial" charset="0"/>
                <a:ea typeface="宋体" pitchFamily="2" charset="-122"/>
              </a:defRPr>
            </a:lvl6pPr>
            <a:lvl7pPr marL="2971800" indent="-228600" eaLnBrk="0" fontAlgn="base" hangingPunct="0">
              <a:spcBef>
                <a:spcPct val="0"/>
              </a:spcBef>
              <a:spcAft>
                <a:spcPct val="0"/>
              </a:spcAft>
              <a:defRPr kumimoji="1" sz="4000">
                <a:solidFill>
                  <a:schemeClr val="tx1"/>
                </a:solidFill>
                <a:latin typeface="Arial" charset="0"/>
                <a:ea typeface="宋体" pitchFamily="2" charset="-122"/>
              </a:defRPr>
            </a:lvl7pPr>
            <a:lvl8pPr marL="3429000" indent="-228600" eaLnBrk="0" fontAlgn="base" hangingPunct="0">
              <a:spcBef>
                <a:spcPct val="0"/>
              </a:spcBef>
              <a:spcAft>
                <a:spcPct val="0"/>
              </a:spcAft>
              <a:defRPr kumimoji="1" sz="4000">
                <a:solidFill>
                  <a:schemeClr val="tx1"/>
                </a:solidFill>
                <a:latin typeface="Arial" charset="0"/>
                <a:ea typeface="宋体" pitchFamily="2" charset="-122"/>
              </a:defRPr>
            </a:lvl8pPr>
            <a:lvl9pPr marL="3886200" indent="-228600" eaLnBrk="0" fontAlgn="base" hangingPunct="0">
              <a:spcBef>
                <a:spcPct val="0"/>
              </a:spcBef>
              <a:spcAft>
                <a:spcPct val="0"/>
              </a:spcAft>
              <a:defRPr kumimoji="1" sz="4000">
                <a:solidFill>
                  <a:schemeClr val="tx1"/>
                </a:solidFill>
                <a:latin typeface="Arial" charset="0"/>
                <a:ea typeface="宋体" pitchFamily="2" charset="-122"/>
              </a:defRPr>
            </a:lvl9pPr>
          </a:lstStyle>
          <a:p>
            <a:pPr eaLnBrk="1" hangingPunct="1"/>
            <a:r>
              <a:rPr lang="en-US" altLang="zh-CN" sz="3200">
                <a:solidFill>
                  <a:srgbClr val="FF0000"/>
                </a:solidFill>
              </a:rPr>
              <a:t>a</a:t>
            </a:r>
            <a:endParaRPr lang="zh-CN" altLang="en-US" sz="3200">
              <a:solidFill>
                <a:srgbClr val="FF0000"/>
              </a:solidFill>
            </a:endParaRPr>
          </a:p>
        </p:txBody>
      </p:sp>
      <p:sp>
        <p:nvSpPr>
          <p:cNvPr id="27657" name="TextBox 12"/>
          <p:cNvSpPr txBox="1">
            <a:spLocks noChangeArrowheads="1"/>
          </p:cNvSpPr>
          <p:nvPr/>
        </p:nvSpPr>
        <p:spPr bwMode="auto">
          <a:xfrm>
            <a:off x="8164513" y="2416175"/>
            <a:ext cx="500062"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000">
                <a:solidFill>
                  <a:schemeClr val="tx1"/>
                </a:solidFill>
                <a:latin typeface="Arial" charset="0"/>
                <a:ea typeface="宋体" pitchFamily="2" charset="-122"/>
              </a:defRPr>
            </a:lvl1pPr>
            <a:lvl2pPr marL="742950" indent="-285750" eaLnBrk="0" hangingPunct="0">
              <a:defRPr kumimoji="1" sz="4000">
                <a:solidFill>
                  <a:schemeClr val="tx1"/>
                </a:solidFill>
                <a:latin typeface="Arial" charset="0"/>
                <a:ea typeface="宋体" pitchFamily="2" charset="-122"/>
              </a:defRPr>
            </a:lvl2pPr>
            <a:lvl3pPr marL="1143000" indent="-228600" eaLnBrk="0" hangingPunct="0">
              <a:defRPr kumimoji="1" sz="4000">
                <a:solidFill>
                  <a:schemeClr val="tx1"/>
                </a:solidFill>
                <a:latin typeface="Arial" charset="0"/>
                <a:ea typeface="宋体" pitchFamily="2" charset="-122"/>
              </a:defRPr>
            </a:lvl3pPr>
            <a:lvl4pPr marL="1600200" indent="-228600" eaLnBrk="0" hangingPunct="0">
              <a:defRPr kumimoji="1" sz="4000">
                <a:solidFill>
                  <a:schemeClr val="tx1"/>
                </a:solidFill>
                <a:latin typeface="Arial" charset="0"/>
                <a:ea typeface="宋体" pitchFamily="2" charset="-122"/>
              </a:defRPr>
            </a:lvl4pPr>
            <a:lvl5pPr marL="2057400" indent="-228600" eaLnBrk="0" hangingPunct="0">
              <a:defRPr kumimoji="1" sz="4000">
                <a:solidFill>
                  <a:schemeClr val="tx1"/>
                </a:solidFill>
                <a:latin typeface="Arial" charset="0"/>
                <a:ea typeface="宋体" pitchFamily="2" charset="-122"/>
              </a:defRPr>
            </a:lvl5pPr>
            <a:lvl6pPr marL="2514600" indent="-228600" eaLnBrk="0" fontAlgn="base" hangingPunct="0">
              <a:spcBef>
                <a:spcPct val="0"/>
              </a:spcBef>
              <a:spcAft>
                <a:spcPct val="0"/>
              </a:spcAft>
              <a:defRPr kumimoji="1" sz="4000">
                <a:solidFill>
                  <a:schemeClr val="tx1"/>
                </a:solidFill>
                <a:latin typeface="Arial" charset="0"/>
                <a:ea typeface="宋体" pitchFamily="2" charset="-122"/>
              </a:defRPr>
            </a:lvl6pPr>
            <a:lvl7pPr marL="2971800" indent="-228600" eaLnBrk="0" fontAlgn="base" hangingPunct="0">
              <a:spcBef>
                <a:spcPct val="0"/>
              </a:spcBef>
              <a:spcAft>
                <a:spcPct val="0"/>
              </a:spcAft>
              <a:defRPr kumimoji="1" sz="4000">
                <a:solidFill>
                  <a:schemeClr val="tx1"/>
                </a:solidFill>
                <a:latin typeface="Arial" charset="0"/>
                <a:ea typeface="宋体" pitchFamily="2" charset="-122"/>
              </a:defRPr>
            </a:lvl7pPr>
            <a:lvl8pPr marL="3429000" indent="-228600" eaLnBrk="0" fontAlgn="base" hangingPunct="0">
              <a:spcBef>
                <a:spcPct val="0"/>
              </a:spcBef>
              <a:spcAft>
                <a:spcPct val="0"/>
              </a:spcAft>
              <a:defRPr kumimoji="1" sz="4000">
                <a:solidFill>
                  <a:schemeClr val="tx1"/>
                </a:solidFill>
                <a:latin typeface="Arial" charset="0"/>
                <a:ea typeface="宋体" pitchFamily="2" charset="-122"/>
              </a:defRPr>
            </a:lvl8pPr>
            <a:lvl9pPr marL="3886200" indent="-228600" eaLnBrk="0" fontAlgn="base" hangingPunct="0">
              <a:spcBef>
                <a:spcPct val="0"/>
              </a:spcBef>
              <a:spcAft>
                <a:spcPct val="0"/>
              </a:spcAft>
              <a:defRPr kumimoji="1" sz="4000">
                <a:solidFill>
                  <a:schemeClr val="tx1"/>
                </a:solidFill>
                <a:latin typeface="Arial" charset="0"/>
                <a:ea typeface="宋体" pitchFamily="2" charset="-122"/>
              </a:defRPr>
            </a:lvl9pPr>
          </a:lstStyle>
          <a:p>
            <a:pPr eaLnBrk="1" hangingPunct="1"/>
            <a:r>
              <a:rPr lang="en-US" altLang="zh-CN" sz="3200">
                <a:solidFill>
                  <a:srgbClr val="FF0000"/>
                </a:solidFill>
              </a:rPr>
              <a:t>b</a:t>
            </a:r>
            <a:endParaRPr lang="zh-CN" altLang="en-US" sz="3200">
              <a:solidFill>
                <a:srgbClr val="FF0000"/>
              </a:solidFill>
            </a:endParaRPr>
          </a:p>
        </p:txBody>
      </p:sp>
      <p:sp>
        <p:nvSpPr>
          <p:cNvPr id="27658" name="TextBox 13"/>
          <p:cNvSpPr txBox="1">
            <a:spLocks noChangeArrowheads="1"/>
          </p:cNvSpPr>
          <p:nvPr/>
        </p:nvSpPr>
        <p:spPr bwMode="auto">
          <a:xfrm>
            <a:off x="6640513" y="58738"/>
            <a:ext cx="71437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000">
                <a:solidFill>
                  <a:schemeClr val="tx1"/>
                </a:solidFill>
                <a:latin typeface="Arial" charset="0"/>
                <a:ea typeface="宋体" pitchFamily="2" charset="-122"/>
              </a:defRPr>
            </a:lvl1pPr>
            <a:lvl2pPr marL="742950" indent="-285750" eaLnBrk="0" hangingPunct="0">
              <a:defRPr kumimoji="1" sz="4000">
                <a:solidFill>
                  <a:schemeClr val="tx1"/>
                </a:solidFill>
                <a:latin typeface="Arial" charset="0"/>
                <a:ea typeface="宋体" pitchFamily="2" charset="-122"/>
              </a:defRPr>
            </a:lvl2pPr>
            <a:lvl3pPr marL="1143000" indent="-228600" eaLnBrk="0" hangingPunct="0">
              <a:defRPr kumimoji="1" sz="4000">
                <a:solidFill>
                  <a:schemeClr val="tx1"/>
                </a:solidFill>
                <a:latin typeface="Arial" charset="0"/>
                <a:ea typeface="宋体" pitchFamily="2" charset="-122"/>
              </a:defRPr>
            </a:lvl3pPr>
            <a:lvl4pPr marL="1600200" indent="-228600" eaLnBrk="0" hangingPunct="0">
              <a:defRPr kumimoji="1" sz="4000">
                <a:solidFill>
                  <a:schemeClr val="tx1"/>
                </a:solidFill>
                <a:latin typeface="Arial" charset="0"/>
                <a:ea typeface="宋体" pitchFamily="2" charset="-122"/>
              </a:defRPr>
            </a:lvl4pPr>
            <a:lvl5pPr marL="2057400" indent="-228600" eaLnBrk="0" hangingPunct="0">
              <a:defRPr kumimoji="1" sz="4000">
                <a:solidFill>
                  <a:schemeClr val="tx1"/>
                </a:solidFill>
                <a:latin typeface="Arial" charset="0"/>
                <a:ea typeface="宋体" pitchFamily="2" charset="-122"/>
              </a:defRPr>
            </a:lvl5pPr>
            <a:lvl6pPr marL="2514600" indent="-228600" eaLnBrk="0" fontAlgn="base" hangingPunct="0">
              <a:spcBef>
                <a:spcPct val="0"/>
              </a:spcBef>
              <a:spcAft>
                <a:spcPct val="0"/>
              </a:spcAft>
              <a:defRPr kumimoji="1" sz="4000">
                <a:solidFill>
                  <a:schemeClr val="tx1"/>
                </a:solidFill>
                <a:latin typeface="Arial" charset="0"/>
                <a:ea typeface="宋体" pitchFamily="2" charset="-122"/>
              </a:defRPr>
            </a:lvl6pPr>
            <a:lvl7pPr marL="2971800" indent="-228600" eaLnBrk="0" fontAlgn="base" hangingPunct="0">
              <a:spcBef>
                <a:spcPct val="0"/>
              </a:spcBef>
              <a:spcAft>
                <a:spcPct val="0"/>
              </a:spcAft>
              <a:defRPr kumimoji="1" sz="4000">
                <a:solidFill>
                  <a:schemeClr val="tx1"/>
                </a:solidFill>
                <a:latin typeface="Arial" charset="0"/>
                <a:ea typeface="宋体" pitchFamily="2" charset="-122"/>
              </a:defRPr>
            </a:lvl7pPr>
            <a:lvl8pPr marL="3429000" indent="-228600" eaLnBrk="0" fontAlgn="base" hangingPunct="0">
              <a:spcBef>
                <a:spcPct val="0"/>
              </a:spcBef>
              <a:spcAft>
                <a:spcPct val="0"/>
              </a:spcAft>
              <a:defRPr kumimoji="1" sz="4000">
                <a:solidFill>
                  <a:schemeClr val="tx1"/>
                </a:solidFill>
                <a:latin typeface="Arial" charset="0"/>
                <a:ea typeface="宋体" pitchFamily="2" charset="-122"/>
              </a:defRPr>
            </a:lvl8pPr>
            <a:lvl9pPr marL="3886200" indent="-228600" eaLnBrk="0" fontAlgn="base" hangingPunct="0">
              <a:spcBef>
                <a:spcPct val="0"/>
              </a:spcBef>
              <a:spcAft>
                <a:spcPct val="0"/>
              </a:spcAft>
              <a:defRPr kumimoji="1" sz="4000">
                <a:solidFill>
                  <a:schemeClr val="tx1"/>
                </a:solidFill>
                <a:latin typeface="Arial" charset="0"/>
                <a:ea typeface="宋体" pitchFamily="2" charset="-122"/>
              </a:defRPr>
            </a:lvl9pPr>
          </a:lstStyle>
          <a:p>
            <a:pPr eaLnBrk="1" hangingPunct="1"/>
            <a:r>
              <a:rPr lang="en-US" altLang="zh-CN" sz="3200" b="1">
                <a:solidFill>
                  <a:srgbClr val="FF0000"/>
                </a:solidFill>
              </a:rPr>
              <a:t>p1</a:t>
            </a:r>
            <a:endParaRPr lang="zh-CN" altLang="en-US" sz="3200" b="1">
              <a:solidFill>
                <a:srgbClr val="FF0000"/>
              </a:solidFill>
            </a:endParaRPr>
          </a:p>
        </p:txBody>
      </p:sp>
      <p:sp>
        <p:nvSpPr>
          <p:cNvPr id="27659" name="TextBox 14"/>
          <p:cNvSpPr txBox="1">
            <a:spLocks noChangeArrowheads="1"/>
          </p:cNvSpPr>
          <p:nvPr/>
        </p:nvSpPr>
        <p:spPr bwMode="auto">
          <a:xfrm>
            <a:off x="6643688" y="2416175"/>
            <a:ext cx="71437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000">
                <a:solidFill>
                  <a:schemeClr val="tx1"/>
                </a:solidFill>
                <a:latin typeface="Arial" charset="0"/>
                <a:ea typeface="宋体" pitchFamily="2" charset="-122"/>
              </a:defRPr>
            </a:lvl1pPr>
            <a:lvl2pPr marL="742950" indent="-285750" eaLnBrk="0" hangingPunct="0">
              <a:defRPr kumimoji="1" sz="4000">
                <a:solidFill>
                  <a:schemeClr val="tx1"/>
                </a:solidFill>
                <a:latin typeface="Arial" charset="0"/>
                <a:ea typeface="宋体" pitchFamily="2" charset="-122"/>
              </a:defRPr>
            </a:lvl2pPr>
            <a:lvl3pPr marL="1143000" indent="-228600" eaLnBrk="0" hangingPunct="0">
              <a:defRPr kumimoji="1" sz="4000">
                <a:solidFill>
                  <a:schemeClr val="tx1"/>
                </a:solidFill>
                <a:latin typeface="Arial" charset="0"/>
                <a:ea typeface="宋体" pitchFamily="2" charset="-122"/>
              </a:defRPr>
            </a:lvl3pPr>
            <a:lvl4pPr marL="1600200" indent="-228600" eaLnBrk="0" hangingPunct="0">
              <a:defRPr kumimoji="1" sz="4000">
                <a:solidFill>
                  <a:schemeClr val="tx1"/>
                </a:solidFill>
                <a:latin typeface="Arial" charset="0"/>
                <a:ea typeface="宋体" pitchFamily="2" charset="-122"/>
              </a:defRPr>
            </a:lvl4pPr>
            <a:lvl5pPr marL="2057400" indent="-228600" eaLnBrk="0" hangingPunct="0">
              <a:defRPr kumimoji="1" sz="4000">
                <a:solidFill>
                  <a:schemeClr val="tx1"/>
                </a:solidFill>
                <a:latin typeface="Arial" charset="0"/>
                <a:ea typeface="宋体" pitchFamily="2" charset="-122"/>
              </a:defRPr>
            </a:lvl5pPr>
            <a:lvl6pPr marL="2514600" indent="-228600" eaLnBrk="0" fontAlgn="base" hangingPunct="0">
              <a:spcBef>
                <a:spcPct val="0"/>
              </a:spcBef>
              <a:spcAft>
                <a:spcPct val="0"/>
              </a:spcAft>
              <a:defRPr kumimoji="1" sz="4000">
                <a:solidFill>
                  <a:schemeClr val="tx1"/>
                </a:solidFill>
                <a:latin typeface="Arial" charset="0"/>
                <a:ea typeface="宋体" pitchFamily="2" charset="-122"/>
              </a:defRPr>
            </a:lvl6pPr>
            <a:lvl7pPr marL="2971800" indent="-228600" eaLnBrk="0" fontAlgn="base" hangingPunct="0">
              <a:spcBef>
                <a:spcPct val="0"/>
              </a:spcBef>
              <a:spcAft>
                <a:spcPct val="0"/>
              </a:spcAft>
              <a:defRPr kumimoji="1" sz="4000">
                <a:solidFill>
                  <a:schemeClr val="tx1"/>
                </a:solidFill>
                <a:latin typeface="Arial" charset="0"/>
                <a:ea typeface="宋体" pitchFamily="2" charset="-122"/>
              </a:defRPr>
            </a:lvl7pPr>
            <a:lvl8pPr marL="3429000" indent="-228600" eaLnBrk="0" fontAlgn="base" hangingPunct="0">
              <a:spcBef>
                <a:spcPct val="0"/>
              </a:spcBef>
              <a:spcAft>
                <a:spcPct val="0"/>
              </a:spcAft>
              <a:defRPr kumimoji="1" sz="4000">
                <a:solidFill>
                  <a:schemeClr val="tx1"/>
                </a:solidFill>
                <a:latin typeface="Arial" charset="0"/>
                <a:ea typeface="宋体" pitchFamily="2" charset="-122"/>
              </a:defRPr>
            </a:lvl8pPr>
            <a:lvl9pPr marL="3886200" indent="-228600" eaLnBrk="0" fontAlgn="base" hangingPunct="0">
              <a:spcBef>
                <a:spcPct val="0"/>
              </a:spcBef>
              <a:spcAft>
                <a:spcPct val="0"/>
              </a:spcAft>
              <a:defRPr kumimoji="1" sz="4000">
                <a:solidFill>
                  <a:schemeClr val="tx1"/>
                </a:solidFill>
                <a:latin typeface="Arial" charset="0"/>
                <a:ea typeface="宋体" pitchFamily="2" charset="-122"/>
              </a:defRPr>
            </a:lvl9pPr>
          </a:lstStyle>
          <a:p>
            <a:pPr eaLnBrk="1" hangingPunct="1"/>
            <a:r>
              <a:rPr lang="en-US" altLang="zh-CN" sz="3200">
                <a:solidFill>
                  <a:srgbClr val="FF0000"/>
                </a:solidFill>
              </a:rPr>
              <a:t>p2</a:t>
            </a:r>
            <a:endParaRPr lang="zh-CN" altLang="en-US" sz="3200">
              <a:solidFill>
                <a:srgbClr val="FF0000"/>
              </a:solidFill>
            </a:endParaRPr>
          </a:p>
        </p:txBody>
      </p:sp>
      <p:sp>
        <p:nvSpPr>
          <p:cNvPr id="27660" name="TextBox 15"/>
          <p:cNvSpPr txBox="1">
            <a:spLocks noChangeArrowheads="1"/>
          </p:cNvSpPr>
          <p:nvPr/>
        </p:nvSpPr>
        <p:spPr bwMode="auto">
          <a:xfrm>
            <a:off x="5143500" y="714375"/>
            <a:ext cx="71437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000">
                <a:solidFill>
                  <a:schemeClr val="tx1"/>
                </a:solidFill>
                <a:latin typeface="Arial" charset="0"/>
                <a:ea typeface="宋体" pitchFamily="2" charset="-122"/>
              </a:defRPr>
            </a:lvl1pPr>
            <a:lvl2pPr marL="742950" indent="-285750" eaLnBrk="0" hangingPunct="0">
              <a:defRPr kumimoji="1" sz="4000">
                <a:solidFill>
                  <a:schemeClr val="tx1"/>
                </a:solidFill>
                <a:latin typeface="Arial" charset="0"/>
                <a:ea typeface="宋体" pitchFamily="2" charset="-122"/>
              </a:defRPr>
            </a:lvl2pPr>
            <a:lvl3pPr marL="1143000" indent="-228600" eaLnBrk="0" hangingPunct="0">
              <a:defRPr kumimoji="1" sz="4000">
                <a:solidFill>
                  <a:schemeClr val="tx1"/>
                </a:solidFill>
                <a:latin typeface="Arial" charset="0"/>
                <a:ea typeface="宋体" pitchFamily="2" charset="-122"/>
              </a:defRPr>
            </a:lvl3pPr>
            <a:lvl4pPr marL="1600200" indent="-228600" eaLnBrk="0" hangingPunct="0">
              <a:defRPr kumimoji="1" sz="4000">
                <a:solidFill>
                  <a:schemeClr val="tx1"/>
                </a:solidFill>
                <a:latin typeface="Arial" charset="0"/>
                <a:ea typeface="宋体" pitchFamily="2" charset="-122"/>
              </a:defRPr>
            </a:lvl4pPr>
            <a:lvl5pPr marL="2057400" indent="-228600" eaLnBrk="0" hangingPunct="0">
              <a:defRPr kumimoji="1" sz="4000">
                <a:solidFill>
                  <a:schemeClr val="tx1"/>
                </a:solidFill>
                <a:latin typeface="Arial" charset="0"/>
                <a:ea typeface="宋体" pitchFamily="2" charset="-122"/>
              </a:defRPr>
            </a:lvl5pPr>
            <a:lvl6pPr marL="2514600" indent="-228600" eaLnBrk="0" fontAlgn="base" hangingPunct="0">
              <a:spcBef>
                <a:spcPct val="0"/>
              </a:spcBef>
              <a:spcAft>
                <a:spcPct val="0"/>
              </a:spcAft>
              <a:defRPr kumimoji="1" sz="4000">
                <a:solidFill>
                  <a:schemeClr val="tx1"/>
                </a:solidFill>
                <a:latin typeface="Arial" charset="0"/>
                <a:ea typeface="宋体" pitchFamily="2" charset="-122"/>
              </a:defRPr>
            </a:lvl6pPr>
            <a:lvl7pPr marL="2971800" indent="-228600" eaLnBrk="0" fontAlgn="base" hangingPunct="0">
              <a:spcBef>
                <a:spcPct val="0"/>
              </a:spcBef>
              <a:spcAft>
                <a:spcPct val="0"/>
              </a:spcAft>
              <a:defRPr kumimoji="1" sz="4000">
                <a:solidFill>
                  <a:schemeClr val="tx1"/>
                </a:solidFill>
                <a:latin typeface="Arial" charset="0"/>
                <a:ea typeface="宋体" pitchFamily="2" charset="-122"/>
              </a:defRPr>
            </a:lvl7pPr>
            <a:lvl8pPr marL="3429000" indent="-228600" eaLnBrk="0" fontAlgn="base" hangingPunct="0">
              <a:spcBef>
                <a:spcPct val="0"/>
              </a:spcBef>
              <a:spcAft>
                <a:spcPct val="0"/>
              </a:spcAft>
              <a:defRPr kumimoji="1" sz="4000">
                <a:solidFill>
                  <a:schemeClr val="tx1"/>
                </a:solidFill>
                <a:latin typeface="Arial" charset="0"/>
                <a:ea typeface="宋体" pitchFamily="2" charset="-122"/>
              </a:defRPr>
            </a:lvl8pPr>
            <a:lvl9pPr marL="3886200" indent="-228600" eaLnBrk="0" fontAlgn="base" hangingPunct="0">
              <a:spcBef>
                <a:spcPct val="0"/>
              </a:spcBef>
              <a:spcAft>
                <a:spcPct val="0"/>
              </a:spcAft>
              <a:defRPr kumimoji="1" sz="4000">
                <a:solidFill>
                  <a:schemeClr val="tx1"/>
                </a:solidFill>
                <a:latin typeface="Arial" charset="0"/>
                <a:ea typeface="宋体" pitchFamily="2" charset="-122"/>
              </a:defRPr>
            </a:lvl9pPr>
          </a:lstStyle>
          <a:p>
            <a:pPr algn="ctr" eaLnBrk="1" hangingPunct="1"/>
            <a:r>
              <a:rPr lang="en-US" altLang="zh-CN" sz="3200">
                <a:solidFill>
                  <a:srgbClr val="FF0000"/>
                </a:solidFill>
              </a:rPr>
              <a:t>p</a:t>
            </a:r>
            <a:endParaRPr lang="zh-CN" altLang="en-US" sz="3200">
              <a:solidFill>
                <a:srgbClr val="FF0000"/>
              </a:solidFill>
            </a:endParaRPr>
          </a:p>
        </p:txBody>
      </p:sp>
      <p:sp>
        <p:nvSpPr>
          <p:cNvPr id="27661" name="TextBox 19"/>
          <p:cNvSpPr txBox="1">
            <a:spLocks noChangeArrowheads="1"/>
          </p:cNvSpPr>
          <p:nvPr/>
        </p:nvSpPr>
        <p:spPr bwMode="auto">
          <a:xfrm>
            <a:off x="8143875" y="714375"/>
            <a:ext cx="500063"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000">
                <a:solidFill>
                  <a:schemeClr val="tx1"/>
                </a:solidFill>
                <a:latin typeface="Arial" charset="0"/>
                <a:ea typeface="宋体" pitchFamily="2" charset="-122"/>
              </a:defRPr>
            </a:lvl1pPr>
            <a:lvl2pPr marL="742950" indent="-285750" eaLnBrk="0" hangingPunct="0">
              <a:defRPr kumimoji="1" sz="4000">
                <a:solidFill>
                  <a:schemeClr val="tx1"/>
                </a:solidFill>
                <a:latin typeface="Arial" charset="0"/>
                <a:ea typeface="宋体" pitchFamily="2" charset="-122"/>
              </a:defRPr>
            </a:lvl2pPr>
            <a:lvl3pPr marL="1143000" indent="-228600" eaLnBrk="0" hangingPunct="0">
              <a:defRPr kumimoji="1" sz="4000">
                <a:solidFill>
                  <a:schemeClr val="tx1"/>
                </a:solidFill>
                <a:latin typeface="Arial" charset="0"/>
                <a:ea typeface="宋体" pitchFamily="2" charset="-122"/>
              </a:defRPr>
            </a:lvl3pPr>
            <a:lvl4pPr marL="1600200" indent="-228600" eaLnBrk="0" hangingPunct="0">
              <a:defRPr kumimoji="1" sz="4000">
                <a:solidFill>
                  <a:schemeClr val="tx1"/>
                </a:solidFill>
                <a:latin typeface="Arial" charset="0"/>
                <a:ea typeface="宋体" pitchFamily="2" charset="-122"/>
              </a:defRPr>
            </a:lvl4pPr>
            <a:lvl5pPr marL="2057400" indent="-228600" eaLnBrk="0" hangingPunct="0">
              <a:defRPr kumimoji="1" sz="4000">
                <a:solidFill>
                  <a:schemeClr val="tx1"/>
                </a:solidFill>
                <a:latin typeface="Arial" charset="0"/>
                <a:ea typeface="宋体" pitchFamily="2" charset="-122"/>
              </a:defRPr>
            </a:lvl5pPr>
            <a:lvl6pPr marL="2514600" indent="-228600" eaLnBrk="0" fontAlgn="base" hangingPunct="0">
              <a:spcBef>
                <a:spcPct val="0"/>
              </a:spcBef>
              <a:spcAft>
                <a:spcPct val="0"/>
              </a:spcAft>
              <a:defRPr kumimoji="1" sz="4000">
                <a:solidFill>
                  <a:schemeClr val="tx1"/>
                </a:solidFill>
                <a:latin typeface="Arial" charset="0"/>
                <a:ea typeface="宋体" pitchFamily="2" charset="-122"/>
              </a:defRPr>
            </a:lvl6pPr>
            <a:lvl7pPr marL="2971800" indent="-228600" eaLnBrk="0" fontAlgn="base" hangingPunct="0">
              <a:spcBef>
                <a:spcPct val="0"/>
              </a:spcBef>
              <a:spcAft>
                <a:spcPct val="0"/>
              </a:spcAft>
              <a:defRPr kumimoji="1" sz="4000">
                <a:solidFill>
                  <a:schemeClr val="tx1"/>
                </a:solidFill>
                <a:latin typeface="Arial" charset="0"/>
                <a:ea typeface="宋体" pitchFamily="2" charset="-122"/>
              </a:defRPr>
            </a:lvl7pPr>
            <a:lvl8pPr marL="3429000" indent="-228600" eaLnBrk="0" fontAlgn="base" hangingPunct="0">
              <a:spcBef>
                <a:spcPct val="0"/>
              </a:spcBef>
              <a:spcAft>
                <a:spcPct val="0"/>
              </a:spcAft>
              <a:defRPr kumimoji="1" sz="4000">
                <a:solidFill>
                  <a:schemeClr val="tx1"/>
                </a:solidFill>
                <a:latin typeface="Arial" charset="0"/>
                <a:ea typeface="宋体" pitchFamily="2" charset="-122"/>
              </a:defRPr>
            </a:lvl8pPr>
            <a:lvl9pPr marL="3886200" indent="-228600" eaLnBrk="0" fontAlgn="base" hangingPunct="0">
              <a:spcBef>
                <a:spcPct val="0"/>
              </a:spcBef>
              <a:spcAft>
                <a:spcPct val="0"/>
              </a:spcAft>
              <a:defRPr kumimoji="1" sz="4000">
                <a:solidFill>
                  <a:schemeClr val="tx1"/>
                </a:solidFill>
                <a:latin typeface="Arial" charset="0"/>
                <a:ea typeface="宋体" pitchFamily="2" charset="-122"/>
              </a:defRPr>
            </a:lvl9pPr>
          </a:lstStyle>
          <a:p>
            <a:pPr eaLnBrk="1" hangingPunct="1"/>
            <a:r>
              <a:rPr lang="en-US" altLang="zh-CN" sz="3200" b="1">
                <a:solidFill>
                  <a:srgbClr val="0000CC"/>
                </a:solidFill>
              </a:rPr>
              <a:t>5</a:t>
            </a:r>
            <a:endParaRPr lang="zh-CN" altLang="en-US" sz="3200" b="1">
              <a:solidFill>
                <a:srgbClr val="0000CC"/>
              </a:solidFill>
            </a:endParaRPr>
          </a:p>
        </p:txBody>
      </p:sp>
      <p:sp>
        <p:nvSpPr>
          <p:cNvPr id="27662" name="TextBox 20"/>
          <p:cNvSpPr txBox="1">
            <a:spLocks noChangeArrowheads="1"/>
          </p:cNvSpPr>
          <p:nvPr/>
        </p:nvSpPr>
        <p:spPr bwMode="auto">
          <a:xfrm>
            <a:off x="8143875" y="1857375"/>
            <a:ext cx="500063"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000">
                <a:solidFill>
                  <a:schemeClr val="tx1"/>
                </a:solidFill>
                <a:latin typeface="Arial" charset="0"/>
                <a:ea typeface="宋体" pitchFamily="2" charset="-122"/>
              </a:defRPr>
            </a:lvl1pPr>
            <a:lvl2pPr marL="742950" indent="-285750" eaLnBrk="0" hangingPunct="0">
              <a:defRPr kumimoji="1" sz="4000">
                <a:solidFill>
                  <a:schemeClr val="tx1"/>
                </a:solidFill>
                <a:latin typeface="Arial" charset="0"/>
                <a:ea typeface="宋体" pitchFamily="2" charset="-122"/>
              </a:defRPr>
            </a:lvl2pPr>
            <a:lvl3pPr marL="1143000" indent="-228600" eaLnBrk="0" hangingPunct="0">
              <a:defRPr kumimoji="1" sz="4000">
                <a:solidFill>
                  <a:schemeClr val="tx1"/>
                </a:solidFill>
                <a:latin typeface="Arial" charset="0"/>
                <a:ea typeface="宋体" pitchFamily="2" charset="-122"/>
              </a:defRPr>
            </a:lvl3pPr>
            <a:lvl4pPr marL="1600200" indent="-228600" eaLnBrk="0" hangingPunct="0">
              <a:defRPr kumimoji="1" sz="4000">
                <a:solidFill>
                  <a:schemeClr val="tx1"/>
                </a:solidFill>
                <a:latin typeface="Arial" charset="0"/>
                <a:ea typeface="宋体" pitchFamily="2" charset="-122"/>
              </a:defRPr>
            </a:lvl4pPr>
            <a:lvl5pPr marL="2057400" indent="-228600" eaLnBrk="0" hangingPunct="0">
              <a:defRPr kumimoji="1" sz="4000">
                <a:solidFill>
                  <a:schemeClr val="tx1"/>
                </a:solidFill>
                <a:latin typeface="Arial" charset="0"/>
                <a:ea typeface="宋体" pitchFamily="2" charset="-122"/>
              </a:defRPr>
            </a:lvl5pPr>
            <a:lvl6pPr marL="2514600" indent="-228600" eaLnBrk="0" fontAlgn="base" hangingPunct="0">
              <a:spcBef>
                <a:spcPct val="0"/>
              </a:spcBef>
              <a:spcAft>
                <a:spcPct val="0"/>
              </a:spcAft>
              <a:defRPr kumimoji="1" sz="4000">
                <a:solidFill>
                  <a:schemeClr val="tx1"/>
                </a:solidFill>
                <a:latin typeface="Arial" charset="0"/>
                <a:ea typeface="宋体" pitchFamily="2" charset="-122"/>
              </a:defRPr>
            </a:lvl6pPr>
            <a:lvl7pPr marL="2971800" indent="-228600" eaLnBrk="0" fontAlgn="base" hangingPunct="0">
              <a:spcBef>
                <a:spcPct val="0"/>
              </a:spcBef>
              <a:spcAft>
                <a:spcPct val="0"/>
              </a:spcAft>
              <a:defRPr kumimoji="1" sz="4000">
                <a:solidFill>
                  <a:schemeClr val="tx1"/>
                </a:solidFill>
                <a:latin typeface="Arial" charset="0"/>
                <a:ea typeface="宋体" pitchFamily="2" charset="-122"/>
              </a:defRPr>
            </a:lvl7pPr>
            <a:lvl8pPr marL="3429000" indent="-228600" eaLnBrk="0" fontAlgn="base" hangingPunct="0">
              <a:spcBef>
                <a:spcPct val="0"/>
              </a:spcBef>
              <a:spcAft>
                <a:spcPct val="0"/>
              </a:spcAft>
              <a:defRPr kumimoji="1" sz="4000">
                <a:solidFill>
                  <a:schemeClr val="tx1"/>
                </a:solidFill>
                <a:latin typeface="Arial" charset="0"/>
                <a:ea typeface="宋体" pitchFamily="2" charset="-122"/>
              </a:defRPr>
            </a:lvl8pPr>
            <a:lvl9pPr marL="3886200" indent="-228600" eaLnBrk="0" fontAlgn="base" hangingPunct="0">
              <a:spcBef>
                <a:spcPct val="0"/>
              </a:spcBef>
              <a:spcAft>
                <a:spcPct val="0"/>
              </a:spcAft>
              <a:defRPr kumimoji="1" sz="4000">
                <a:solidFill>
                  <a:schemeClr val="tx1"/>
                </a:solidFill>
                <a:latin typeface="Arial" charset="0"/>
                <a:ea typeface="宋体" pitchFamily="2" charset="-122"/>
              </a:defRPr>
            </a:lvl9pPr>
          </a:lstStyle>
          <a:p>
            <a:pPr eaLnBrk="1" hangingPunct="1"/>
            <a:r>
              <a:rPr lang="en-US" altLang="zh-CN" sz="3200" b="1">
                <a:solidFill>
                  <a:srgbClr val="0000CC"/>
                </a:solidFill>
              </a:rPr>
              <a:t>9</a:t>
            </a:r>
            <a:endParaRPr lang="zh-CN" altLang="en-US" sz="3200" b="1">
              <a:solidFill>
                <a:srgbClr val="0000CC"/>
              </a:solidFill>
            </a:endParaRPr>
          </a:p>
        </p:txBody>
      </p:sp>
      <p:sp>
        <p:nvSpPr>
          <p:cNvPr id="27663" name="TextBox 23"/>
          <p:cNvSpPr txBox="1">
            <a:spLocks noChangeArrowheads="1"/>
          </p:cNvSpPr>
          <p:nvPr/>
        </p:nvSpPr>
        <p:spPr bwMode="auto">
          <a:xfrm>
            <a:off x="6556375" y="688975"/>
            <a:ext cx="785813"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000">
                <a:solidFill>
                  <a:schemeClr val="tx1"/>
                </a:solidFill>
                <a:latin typeface="Arial" charset="0"/>
                <a:ea typeface="宋体" pitchFamily="2" charset="-122"/>
              </a:defRPr>
            </a:lvl1pPr>
            <a:lvl2pPr marL="742950" indent="-285750" eaLnBrk="0" hangingPunct="0">
              <a:defRPr kumimoji="1" sz="4000">
                <a:solidFill>
                  <a:schemeClr val="tx1"/>
                </a:solidFill>
                <a:latin typeface="Arial" charset="0"/>
                <a:ea typeface="宋体" pitchFamily="2" charset="-122"/>
              </a:defRPr>
            </a:lvl2pPr>
            <a:lvl3pPr marL="1143000" indent="-228600" eaLnBrk="0" hangingPunct="0">
              <a:defRPr kumimoji="1" sz="4000">
                <a:solidFill>
                  <a:schemeClr val="tx1"/>
                </a:solidFill>
                <a:latin typeface="Arial" charset="0"/>
                <a:ea typeface="宋体" pitchFamily="2" charset="-122"/>
              </a:defRPr>
            </a:lvl3pPr>
            <a:lvl4pPr marL="1600200" indent="-228600" eaLnBrk="0" hangingPunct="0">
              <a:defRPr kumimoji="1" sz="4000">
                <a:solidFill>
                  <a:schemeClr val="tx1"/>
                </a:solidFill>
                <a:latin typeface="Arial" charset="0"/>
                <a:ea typeface="宋体" pitchFamily="2" charset="-122"/>
              </a:defRPr>
            </a:lvl4pPr>
            <a:lvl5pPr marL="2057400" indent="-228600" eaLnBrk="0" hangingPunct="0">
              <a:defRPr kumimoji="1" sz="4000">
                <a:solidFill>
                  <a:schemeClr val="tx1"/>
                </a:solidFill>
                <a:latin typeface="Arial" charset="0"/>
                <a:ea typeface="宋体" pitchFamily="2" charset="-122"/>
              </a:defRPr>
            </a:lvl5pPr>
            <a:lvl6pPr marL="2514600" indent="-228600" eaLnBrk="0" fontAlgn="base" hangingPunct="0">
              <a:spcBef>
                <a:spcPct val="0"/>
              </a:spcBef>
              <a:spcAft>
                <a:spcPct val="0"/>
              </a:spcAft>
              <a:defRPr kumimoji="1" sz="4000">
                <a:solidFill>
                  <a:schemeClr val="tx1"/>
                </a:solidFill>
                <a:latin typeface="Arial" charset="0"/>
                <a:ea typeface="宋体" pitchFamily="2" charset="-122"/>
              </a:defRPr>
            </a:lvl6pPr>
            <a:lvl7pPr marL="2971800" indent="-228600" eaLnBrk="0" fontAlgn="base" hangingPunct="0">
              <a:spcBef>
                <a:spcPct val="0"/>
              </a:spcBef>
              <a:spcAft>
                <a:spcPct val="0"/>
              </a:spcAft>
              <a:defRPr kumimoji="1" sz="4000">
                <a:solidFill>
                  <a:schemeClr val="tx1"/>
                </a:solidFill>
                <a:latin typeface="Arial" charset="0"/>
                <a:ea typeface="宋体" pitchFamily="2" charset="-122"/>
              </a:defRPr>
            </a:lvl7pPr>
            <a:lvl8pPr marL="3429000" indent="-228600" eaLnBrk="0" fontAlgn="base" hangingPunct="0">
              <a:spcBef>
                <a:spcPct val="0"/>
              </a:spcBef>
              <a:spcAft>
                <a:spcPct val="0"/>
              </a:spcAft>
              <a:defRPr kumimoji="1" sz="4000">
                <a:solidFill>
                  <a:schemeClr val="tx1"/>
                </a:solidFill>
                <a:latin typeface="Arial" charset="0"/>
                <a:ea typeface="宋体" pitchFamily="2" charset="-122"/>
              </a:defRPr>
            </a:lvl8pPr>
            <a:lvl9pPr marL="3886200" indent="-228600" eaLnBrk="0" fontAlgn="base" hangingPunct="0">
              <a:spcBef>
                <a:spcPct val="0"/>
              </a:spcBef>
              <a:spcAft>
                <a:spcPct val="0"/>
              </a:spcAft>
              <a:defRPr kumimoji="1" sz="4000">
                <a:solidFill>
                  <a:schemeClr val="tx1"/>
                </a:solidFill>
                <a:latin typeface="Arial" charset="0"/>
                <a:ea typeface="宋体" pitchFamily="2" charset="-122"/>
              </a:defRPr>
            </a:lvl9pPr>
          </a:lstStyle>
          <a:p>
            <a:pPr algn="ctr" eaLnBrk="1" hangingPunct="1"/>
            <a:r>
              <a:rPr lang="en-US" altLang="zh-CN" sz="3200" b="1">
                <a:solidFill>
                  <a:srgbClr val="0000CC"/>
                </a:solidFill>
              </a:rPr>
              <a:t>&amp;a</a:t>
            </a:r>
            <a:endParaRPr lang="zh-CN" altLang="en-US" sz="3200" b="1">
              <a:solidFill>
                <a:srgbClr val="0000CC"/>
              </a:solidFill>
            </a:endParaRPr>
          </a:p>
        </p:txBody>
      </p:sp>
      <p:cxnSp>
        <p:nvCxnSpPr>
          <p:cNvPr id="27664" name="直接箭头连接符 27"/>
          <p:cNvCxnSpPr>
            <a:cxnSpLocks noChangeShapeType="1"/>
            <a:endCxn id="27652" idx="1"/>
          </p:cNvCxnSpPr>
          <p:nvPr/>
        </p:nvCxnSpPr>
        <p:spPr bwMode="auto">
          <a:xfrm rot="16200000" flipH="1">
            <a:off x="7072313" y="1214437"/>
            <a:ext cx="1143000" cy="714375"/>
          </a:xfrm>
          <a:prstGeom prst="straightConnector1">
            <a:avLst/>
          </a:prstGeom>
          <a:noFill/>
          <a:ln w="38100" algn="ctr">
            <a:solidFill>
              <a:srgbClr val="FF0000"/>
            </a:solidFill>
            <a:miter lim="800000"/>
            <a:headEnd/>
            <a:tailEnd type="arrow" w="med" len="med"/>
          </a:ln>
          <a:extLst>
            <a:ext uri="{909E8E84-426E-40DD-AFC4-6F175D3DCCD1}">
              <a14:hiddenFill xmlns:a14="http://schemas.microsoft.com/office/drawing/2010/main">
                <a:noFill/>
              </a14:hiddenFill>
            </a:ext>
          </a:extLst>
        </p:spPr>
      </p:cxnSp>
      <p:sp>
        <p:nvSpPr>
          <p:cNvPr id="27665" name="TextBox 29"/>
          <p:cNvSpPr txBox="1">
            <a:spLocks noChangeArrowheads="1"/>
          </p:cNvSpPr>
          <p:nvPr/>
        </p:nvSpPr>
        <p:spPr bwMode="auto">
          <a:xfrm>
            <a:off x="6572250" y="1857375"/>
            <a:ext cx="785813"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000">
                <a:solidFill>
                  <a:schemeClr val="tx1"/>
                </a:solidFill>
                <a:latin typeface="Arial" charset="0"/>
                <a:ea typeface="宋体" pitchFamily="2" charset="-122"/>
              </a:defRPr>
            </a:lvl1pPr>
            <a:lvl2pPr marL="742950" indent="-285750" eaLnBrk="0" hangingPunct="0">
              <a:defRPr kumimoji="1" sz="4000">
                <a:solidFill>
                  <a:schemeClr val="tx1"/>
                </a:solidFill>
                <a:latin typeface="Arial" charset="0"/>
                <a:ea typeface="宋体" pitchFamily="2" charset="-122"/>
              </a:defRPr>
            </a:lvl2pPr>
            <a:lvl3pPr marL="1143000" indent="-228600" eaLnBrk="0" hangingPunct="0">
              <a:defRPr kumimoji="1" sz="4000">
                <a:solidFill>
                  <a:schemeClr val="tx1"/>
                </a:solidFill>
                <a:latin typeface="Arial" charset="0"/>
                <a:ea typeface="宋体" pitchFamily="2" charset="-122"/>
              </a:defRPr>
            </a:lvl3pPr>
            <a:lvl4pPr marL="1600200" indent="-228600" eaLnBrk="0" hangingPunct="0">
              <a:defRPr kumimoji="1" sz="4000">
                <a:solidFill>
                  <a:schemeClr val="tx1"/>
                </a:solidFill>
                <a:latin typeface="Arial" charset="0"/>
                <a:ea typeface="宋体" pitchFamily="2" charset="-122"/>
              </a:defRPr>
            </a:lvl4pPr>
            <a:lvl5pPr marL="2057400" indent="-228600" eaLnBrk="0" hangingPunct="0">
              <a:defRPr kumimoji="1" sz="4000">
                <a:solidFill>
                  <a:schemeClr val="tx1"/>
                </a:solidFill>
                <a:latin typeface="Arial" charset="0"/>
                <a:ea typeface="宋体" pitchFamily="2" charset="-122"/>
              </a:defRPr>
            </a:lvl5pPr>
            <a:lvl6pPr marL="2514600" indent="-228600" eaLnBrk="0" fontAlgn="base" hangingPunct="0">
              <a:spcBef>
                <a:spcPct val="0"/>
              </a:spcBef>
              <a:spcAft>
                <a:spcPct val="0"/>
              </a:spcAft>
              <a:defRPr kumimoji="1" sz="4000">
                <a:solidFill>
                  <a:schemeClr val="tx1"/>
                </a:solidFill>
                <a:latin typeface="Arial" charset="0"/>
                <a:ea typeface="宋体" pitchFamily="2" charset="-122"/>
              </a:defRPr>
            </a:lvl6pPr>
            <a:lvl7pPr marL="2971800" indent="-228600" eaLnBrk="0" fontAlgn="base" hangingPunct="0">
              <a:spcBef>
                <a:spcPct val="0"/>
              </a:spcBef>
              <a:spcAft>
                <a:spcPct val="0"/>
              </a:spcAft>
              <a:defRPr kumimoji="1" sz="4000">
                <a:solidFill>
                  <a:schemeClr val="tx1"/>
                </a:solidFill>
                <a:latin typeface="Arial" charset="0"/>
                <a:ea typeface="宋体" pitchFamily="2" charset="-122"/>
              </a:defRPr>
            </a:lvl7pPr>
            <a:lvl8pPr marL="3429000" indent="-228600" eaLnBrk="0" fontAlgn="base" hangingPunct="0">
              <a:spcBef>
                <a:spcPct val="0"/>
              </a:spcBef>
              <a:spcAft>
                <a:spcPct val="0"/>
              </a:spcAft>
              <a:defRPr kumimoji="1" sz="4000">
                <a:solidFill>
                  <a:schemeClr val="tx1"/>
                </a:solidFill>
                <a:latin typeface="Arial" charset="0"/>
                <a:ea typeface="宋体" pitchFamily="2" charset="-122"/>
              </a:defRPr>
            </a:lvl8pPr>
            <a:lvl9pPr marL="3886200" indent="-228600" eaLnBrk="0" fontAlgn="base" hangingPunct="0">
              <a:spcBef>
                <a:spcPct val="0"/>
              </a:spcBef>
              <a:spcAft>
                <a:spcPct val="0"/>
              </a:spcAft>
              <a:defRPr kumimoji="1" sz="4000">
                <a:solidFill>
                  <a:schemeClr val="tx1"/>
                </a:solidFill>
                <a:latin typeface="Arial" charset="0"/>
                <a:ea typeface="宋体" pitchFamily="2" charset="-122"/>
              </a:defRPr>
            </a:lvl9pPr>
          </a:lstStyle>
          <a:p>
            <a:pPr algn="ctr" eaLnBrk="1" hangingPunct="1"/>
            <a:r>
              <a:rPr lang="en-US" altLang="zh-CN" sz="3200" b="1">
                <a:solidFill>
                  <a:srgbClr val="0000CC"/>
                </a:solidFill>
              </a:rPr>
              <a:t>&amp;b</a:t>
            </a:r>
            <a:endParaRPr lang="zh-CN" altLang="en-US" sz="3200" b="1">
              <a:solidFill>
                <a:srgbClr val="0000CC"/>
              </a:solidFill>
            </a:endParaRPr>
          </a:p>
        </p:txBody>
      </p:sp>
      <p:cxnSp>
        <p:nvCxnSpPr>
          <p:cNvPr id="27666" name="直接箭头连接符 30"/>
          <p:cNvCxnSpPr>
            <a:cxnSpLocks noChangeShapeType="1"/>
            <a:endCxn id="27651" idx="1"/>
          </p:cNvCxnSpPr>
          <p:nvPr/>
        </p:nvCxnSpPr>
        <p:spPr bwMode="auto">
          <a:xfrm rot="5400000" flipH="1" flipV="1">
            <a:off x="7072313" y="1214437"/>
            <a:ext cx="1143000" cy="714375"/>
          </a:xfrm>
          <a:prstGeom prst="straightConnector1">
            <a:avLst/>
          </a:prstGeom>
          <a:noFill/>
          <a:ln w="38100" algn="ctr">
            <a:solidFill>
              <a:srgbClr val="FF0000"/>
            </a:solidFill>
            <a:miter lim="800000"/>
            <a:headEnd/>
            <a:tailEnd type="arrow" w="med" len="med"/>
          </a:ln>
          <a:extLst>
            <a:ext uri="{909E8E84-426E-40DD-AFC4-6F175D3DCCD1}">
              <a14:hiddenFill xmlns:a14="http://schemas.microsoft.com/office/drawing/2010/main">
                <a:noFill/>
              </a14:hiddenFill>
            </a:ext>
          </a:extLst>
        </p:spPr>
      </p:cxnSp>
      <p:cxnSp>
        <p:nvCxnSpPr>
          <p:cNvPr id="27667" name="直接连接符 26"/>
          <p:cNvCxnSpPr>
            <a:cxnSpLocks noChangeShapeType="1"/>
          </p:cNvCxnSpPr>
          <p:nvPr/>
        </p:nvCxnSpPr>
        <p:spPr bwMode="auto">
          <a:xfrm>
            <a:off x="899592" y="4786313"/>
            <a:ext cx="1193899" cy="0"/>
          </a:xfrm>
          <a:prstGeom prst="line">
            <a:avLst/>
          </a:prstGeom>
          <a:noFill/>
          <a:ln w="38100" algn="ctr">
            <a:solidFill>
              <a:srgbClr val="FF0000"/>
            </a:solidFill>
            <a:miter lim="800000"/>
            <a:headEnd/>
            <a:tailEnd/>
          </a:ln>
          <a:extLst>
            <a:ext uri="{909E8E84-426E-40DD-AFC4-6F175D3DCCD1}">
              <a14:hiddenFill xmlns:a14="http://schemas.microsoft.com/office/drawing/2010/main">
                <a:noFill/>
              </a14:hiddenFill>
            </a:ext>
          </a:extLst>
        </p:spPr>
      </p:cxnSp>
      <p:cxnSp>
        <p:nvCxnSpPr>
          <p:cNvPr id="27668" name="直接连接符 35"/>
          <p:cNvCxnSpPr>
            <a:cxnSpLocks noChangeShapeType="1"/>
            <a:stCxn id="27655" idx="3"/>
          </p:cNvCxnSpPr>
          <p:nvPr/>
        </p:nvCxnSpPr>
        <p:spPr bwMode="auto">
          <a:xfrm>
            <a:off x="5857875" y="1643063"/>
            <a:ext cx="2428875" cy="0"/>
          </a:xfrm>
          <a:prstGeom prst="line">
            <a:avLst/>
          </a:prstGeom>
          <a:noFill/>
          <a:ln w="38100" algn="ctr">
            <a:solidFill>
              <a:srgbClr val="FF0000"/>
            </a:solidFill>
            <a:miter lim="800000"/>
            <a:headEnd/>
            <a:tailEnd/>
          </a:ln>
          <a:extLst>
            <a:ext uri="{909E8E84-426E-40DD-AFC4-6F175D3DCCD1}">
              <a14:hiddenFill xmlns:a14="http://schemas.microsoft.com/office/drawing/2010/main">
                <a:noFill/>
              </a14:hiddenFill>
            </a:ext>
          </a:extLst>
        </p:spPr>
      </p:cxnSp>
      <p:cxnSp>
        <p:nvCxnSpPr>
          <p:cNvPr id="27669" name="直接箭头连接符 40"/>
          <p:cNvCxnSpPr>
            <a:cxnSpLocks noChangeShapeType="1"/>
          </p:cNvCxnSpPr>
          <p:nvPr/>
        </p:nvCxnSpPr>
        <p:spPr bwMode="auto">
          <a:xfrm rot="5400000" flipH="1" flipV="1">
            <a:off x="8144669" y="1499394"/>
            <a:ext cx="285750" cy="1588"/>
          </a:xfrm>
          <a:prstGeom prst="straightConnector1">
            <a:avLst/>
          </a:prstGeom>
          <a:noFill/>
          <a:ln w="38100" algn="ctr">
            <a:solidFill>
              <a:srgbClr val="FF0000"/>
            </a:solidFill>
            <a:miter lim="800000"/>
            <a:headEnd/>
            <a:tailEnd type="arrow" w="med" len="med"/>
          </a:ln>
          <a:extLst>
            <a:ext uri="{909E8E84-426E-40DD-AFC4-6F175D3DCCD1}">
              <a14:hiddenFill xmlns:a14="http://schemas.microsoft.com/office/drawing/2010/main">
                <a:noFill/>
              </a14:hiddenFill>
            </a:ext>
          </a:extLst>
        </p:spPr>
      </p:cxnSp>
      <p:cxnSp>
        <p:nvCxnSpPr>
          <p:cNvPr id="27670" name="直接连接符 41"/>
          <p:cNvCxnSpPr>
            <a:cxnSpLocks noChangeShapeType="1"/>
          </p:cNvCxnSpPr>
          <p:nvPr/>
        </p:nvCxnSpPr>
        <p:spPr bwMode="auto">
          <a:xfrm>
            <a:off x="2133743" y="4786313"/>
            <a:ext cx="1142113" cy="0"/>
          </a:xfrm>
          <a:prstGeom prst="line">
            <a:avLst/>
          </a:prstGeom>
          <a:noFill/>
          <a:ln w="38100" algn="ctr">
            <a:solidFill>
              <a:srgbClr val="FF0000"/>
            </a:solidFill>
            <a:miter lim="800000"/>
            <a:headEnd/>
            <a:tailEnd/>
          </a:ln>
          <a:extLst>
            <a:ext uri="{909E8E84-426E-40DD-AFC4-6F175D3DCCD1}">
              <a14:hiddenFill xmlns:a14="http://schemas.microsoft.com/office/drawing/2010/main">
                <a:noFill/>
              </a14:hiddenFill>
            </a:ext>
          </a:extLst>
        </p:spPr>
      </p:cxnSp>
      <p:cxnSp>
        <p:nvCxnSpPr>
          <p:cNvPr id="27671" name="直接连接符 43"/>
          <p:cNvCxnSpPr>
            <a:cxnSpLocks noChangeShapeType="1"/>
          </p:cNvCxnSpPr>
          <p:nvPr/>
        </p:nvCxnSpPr>
        <p:spPr bwMode="auto">
          <a:xfrm>
            <a:off x="3464718" y="4786313"/>
            <a:ext cx="963266" cy="0"/>
          </a:xfrm>
          <a:prstGeom prst="line">
            <a:avLst/>
          </a:prstGeom>
          <a:noFill/>
          <a:ln w="38100" algn="ctr">
            <a:solidFill>
              <a:srgbClr val="FF0000"/>
            </a:solidFill>
            <a:miter lim="800000"/>
            <a:headEnd/>
            <a:tailEnd/>
          </a:ln>
          <a:extLst>
            <a:ext uri="{909E8E84-426E-40DD-AFC4-6F175D3DCCD1}">
              <a14:hiddenFill xmlns:a14="http://schemas.microsoft.com/office/drawing/2010/main">
                <a:noFill/>
              </a14:hiddenFill>
            </a:ext>
          </a:extLst>
        </p:spPr>
      </p:cxnSp>
      <p:sp>
        <p:nvSpPr>
          <p:cNvPr id="27672" name="TextBox 47"/>
          <p:cNvSpPr txBox="1">
            <a:spLocks noChangeArrowheads="1"/>
          </p:cNvSpPr>
          <p:nvPr/>
        </p:nvSpPr>
        <p:spPr bwMode="auto">
          <a:xfrm>
            <a:off x="6618288" y="760413"/>
            <a:ext cx="642937" cy="492125"/>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4000">
                <a:solidFill>
                  <a:schemeClr val="tx1"/>
                </a:solidFill>
                <a:latin typeface="Arial" charset="0"/>
                <a:ea typeface="宋体" pitchFamily="2" charset="-122"/>
              </a:defRPr>
            </a:lvl1pPr>
            <a:lvl2pPr marL="742950" indent="-285750" eaLnBrk="0" hangingPunct="0">
              <a:defRPr kumimoji="1" sz="4000">
                <a:solidFill>
                  <a:schemeClr val="tx1"/>
                </a:solidFill>
                <a:latin typeface="Arial" charset="0"/>
                <a:ea typeface="宋体" pitchFamily="2" charset="-122"/>
              </a:defRPr>
            </a:lvl2pPr>
            <a:lvl3pPr marL="1143000" indent="-228600" eaLnBrk="0" hangingPunct="0">
              <a:defRPr kumimoji="1" sz="4000">
                <a:solidFill>
                  <a:schemeClr val="tx1"/>
                </a:solidFill>
                <a:latin typeface="Arial" charset="0"/>
                <a:ea typeface="宋体" pitchFamily="2" charset="-122"/>
              </a:defRPr>
            </a:lvl3pPr>
            <a:lvl4pPr marL="1600200" indent="-228600" eaLnBrk="0" hangingPunct="0">
              <a:defRPr kumimoji="1" sz="4000">
                <a:solidFill>
                  <a:schemeClr val="tx1"/>
                </a:solidFill>
                <a:latin typeface="Arial" charset="0"/>
                <a:ea typeface="宋体" pitchFamily="2" charset="-122"/>
              </a:defRPr>
            </a:lvl4pPr>
            <a:lvl5pPr marL="2057400" indent="-228600" eaLnBrk="0" hangingPunct="0">
              <a:defRPr kumimoji="1" sz="4000">
                <a:solidFill>
                  <a:schemeClr val="tx1"/>
                </a:solidFill>
                <a:latin typeface="Arial" charset="0"/>
                <a:ea typeface="宋体" pitchFamily="2" charset="-122"/>
              </a:defRPr>
            </a:lvl5pPr>
            <a:lvl6pPr marL="2514600" indent="-228600" eaLnBrk="0" fontAlgn="base" hangingPunct="0">
              <a:spcBef>
                <a:spcPct val="0"/>
              </a:spcBef>
              <a:spcAft>
                <a:spcPct val="0"/>
              </a:spcAft>
              <a:defRPr kumimoji="1" sz="4000">
                <a:solidFill>
                  <a:schemeClr val="tx1"/>
                </a:solidFill>
                <a:latin typeface="Arial" charset="0"/>
                <a:ea typeface="宋体" pitchFamily="2" charset="-122"/>
              </a:defRPr>
            </a:lvl6pPr>
            <a:lvl7pPr marL="2971800" indent="-228600" eaLnBrk="0" fontAlgn="base" hangingPunct="0">
              <a:spcBef>
                <a:spcPct val="0"/>
              </a:spcBef>
              <a:spcAft>
                <a:spcPct val="0"/>
              </a:spcAft>
              <a:defRPr kumimoji="1" sz="4000">
                <a:solidFill>
                  <a:schemeClr val="tx1"/>
                </a:solidFill>
                <a:latin typeface="Arial" charset="0"/>
                <a:ea typeface="宋体" pitchFamily="2" charset="-122"/>
              </a:defRPr>
            </a:lvl7pPr>
            <a:lvl8pPr marL="3429000" indent="-228600" eaLnBrk="0" fontAlgn="base" hangingPunct="0">
              <a:spcBef>
                <a:spcPct val="0"/>
              </a:spcBef>
              <a:spcAft>
                <a:spcPct val="0"/>
              </a:spcAft>
              <a:defRPr kumimoji="1" sz="4000">
                <a:solidFill>
                  <a:schemeClr val="tx1"/>
                </a:solidFill>
                <a:latin typeface="Arial" charset="0"/>
                <a:ea typeface="宋体" pitchFamily="2" charset="-122"/>
              </a:defRPr>
            </a:lvl8pPr>
            <a:lvl9pPr marL="3886200" indent="-228600" eaLnBrk="0" fontAlgn="base" hangingPunct="0">
              <a:spcBef>
                <a:spcPct val="0"/>
              </a:spcBef>
              <a:spcAft>
                <a:spcPct val="0"/>
              </a:spcAft>
              <a:defRPr kumimoji="1" sz="4000">
                <a:solidFill>
                  <a:schemeClr val="tx1"/>
                </a:solidFill>
                <a:latin typeface="Arial" charset="0"/>
                <a:ea typeface="宋体" pitchFamily="2" charset="-122"/>
              </a:defRPr>
            </a:lvl9pPr>
          </a:lstStyle>
          <a:p>
            <a:pPr algn="ctr" eaLnBrk="1" hangingPunct="1"/>
            <a:r>
              <a:rPr lang="en-US" altLang="zh-CN" sz="3200" b="1">
                <a:solidFill>
                  <a:srgbClr val="9D138D"/>
                </a:solidFill>
              </a:rPr>
              <a:t>&amp;b</a:t>
            </a:r>
            <a:endParaRPr lang="zh-CN" altLang="en-US" sz="3200" b="1">
              <a:solidFill>
                <a:srgbClr val="9D138D"/>
              </a:solidFill>
            </a:endParaRPr>
          </a:p>
        </p:txBody>
      </p:sp>
      <p:sp>
        <p:nvSpPr>
          <p:cNvPr id="27673" name="TextBox 55"/>
          <p:cNvSpPr txBox="1">
            <a:spLocks noChangeArrowheads="1"/>
          </p:cNvSpPr>
          <p:nvPr/>
        </p:nvSpPr>
        <p:spPr bwMode="auto">
          <a:xfrm>
            <a:off x="6618288" y="1903413"/>
            <a:ext cx="642937" cy="492125"/>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4000">
                <a:solidFill>
                  <a:schemeClr val="tx1"/>
                </a:solidFill>
                <a:latin typeface="Arial" charset="0"/>
                <a:ea typeface="宋体" pitchFamily="2" charset="-122"/>
              </a:defRPr>
            </a:lvl1pPr>
            <a:lvl2pPr marL="742950" indent="-285750" eaLnBrk="0" hangingPunct="0">
              <a:defRPr kumimoji="1" sz="4000">
                <a:solidFill>
                  <a:schemeClr val="tx1"/>
                </a:solidFill>
                <a:latin typeface="Arial" charset="0"/>
                <a:ea typeface="宋体" pitchFamily="2" charset="-122"/>
              </a:defRPr>
            </a:lvl2pPr>
            <a:lvl3pPr marL="1143000" indent="-228600" eaLnBrk="0" hangingPunct="0">
              <a:defRPr kumimoji="1" sz="4000">
                <a:solidFill>
                  <a:schemeClr val="tx1"/>
                </a:solidFill>
                <a:latin typeface="Arial" charset="0"/>
                <a:ea typeface="宋体" pitchFamily="2" charset="-122"/>
              </a:defRPr>
            </a:lvl3pPr>
            <a:lvl4pPr marL="1600200" indent="-228600" eaLnBrk="0" hangingPunct="0">
              <a:defRPr kumimoji="1" sz="4000">
                <a:solidFill>
                  <a:schemeClr val="tx1"/>
                </a:solidFill>
                <a:latin typeface="Arial" charset="0"/>
                <a:ea typeface="宋体" pitchFamily="2" charset="-122"/>
              </a:defRPr>
            </a:lvl4pPr>
            <a:lvl5pPr marL="2057400" indent="-228600" eaLnBrk="0" hangingPunct="0">
              <a:defRPr kumimoji="1" sz="4000">
                <a:solidFill>
                  <a:schemeClr val="tx1"/>
                </a:solidFill>
                <a:latin typeface="Arial" charset="0"/>
                <a:ea typeface="宋体" pitchFamily="2" charset="-122"/>
              </a:defRPr>
            </a:lvl5pPr>
            <a:lvl6pPr marL="2514600" indent="-228600" eaLnBrk="0" fontAlgn="base" hangingPunct="0">
              <a:spcBef>
                <a:spcPct val="0"/>
              </a:spcBef>
              <a:spcAft>
                <a:spcPct val="0"/>
              </a:spcAft>
              <a:defRPr kumimoji="1" sz="4000">
                <a:solidFill>
                  <a:schemeClr val="tx1"/>
                </a:solidFill>
                <a:latin typeface="Arial" charset="0"/>
                <a:ea typeface="宋体" pitchFamily="2" charset="-122"/>
              </a:defRPr>
            </a:lvl6pPr>
            <a:lvl7pPr marL="2971800" indent="-228600" eaLnBrk="0" fontAlgn="base" hangingPunct="0">
              <a:spcBef>
                <a:spcPct val="0"/>
              </a:spcBef>
              <a:spcAft>
                <a:spcPct val="0"/>
              </a:spcAft>
              <a:defRPr kumimoji="1" sz="4000">
                <a:solidFill>
                  <a:schemeClr val="tx1"/>
                </a:solidFill>
                <a:latin typeface="Arial" charset="0"/>
                <a:ea typeface="宋体" pitchFamily="2" charset="-122"/>
              </a:defRPr>
            </a:lvl7pPr>
            <a:lvl8pPr marL="3429000" indent="-228600" eaLnBrk="0" fontAlgn="base" hangingPunct="0">
              <a:spcBef>
                <a:spcPct val="0"/>
              </a:spcBef>
              <a:spcAft>
                <a:spcPct val="0"/>
              </a:spcAft>
              <a:defRPr kumimoji="1" sz="4000">
                <a:solidFill>
                  <a:schemeClr val="tx1"/>
                </a:solidFill>
                <a:latin typeface="Arial" charset="0"/>
                <a:ea typeface="宋体" pitchFamily="2" charset="-122"/>
              </a:defRPr>
            </a:lvl8pPr>
            <a:lvl9pPr marL="3886200" indent="-228600" eaLnBrk="0" fontAlgn="base" hangingPunct="0">
              <a:spcBef>
                <a:spcPct val="0"/>
              </a:spcBef>
              <a:spcAft>
                <a:spcPct val="0"/>
              </a:spcAft>
              <a:defRPr kumimoji="1" sz="4000">
                <a:solidFill>
                  <a:schemeClr val="tx1"/>
                </a:solidFill>
                <a:latin typeface="Arial" charset="0"/>
                <a:ea typeface="宋体" pitchFamily="2" charset="-122"/>
              </a:defRPr>
            </a:lvl9pPr>
          </a:lstStyle>
          <a:p>
            <a:pPr algn="ctr" eaLnBrk="1" hangingPunct="1"/>
            <a:r>
              <a:rPr lang="en-US" altLang="zh-CN" sz="3200" b="1">
                <a:solidFill>
                  <a:srgbClr val="9D138D"/>
                </a:solidFill>
              </a:rPr>
              <a:t>&amp;a</a:t>
            </a:r>
            <a:endParaRPr lang="zh-CN" altLang="en-US" sz="3200" b="1">
              <a:solidFill>
                <a:srgbClr val="9D138D"/>
              </a:solidFill>
            </a:endParaRPr>
          </a:p>
        </p:txBody>
      </p:sp>
      <p:cxnSp>
        <p:nvCxnSpPr>
          <p:cNvPr id="34" name="直接连接符 33"/>
          <p:cNvCxnSpPr>
            <a:cxnSpLocks noChangeShapeType="1"/>
          </p:cNvCxnSpPr>
          <p:nvPr/>
        </p:nvCxnSpPr>
        <p:spPr bwMode="auto">
          <a:xfrm flipV="1">
            <a:off x="683905" y="5214937"/>
            <a:ext cx="4608175" cy="35720"/>
          </a:xfrm>
          <a:prstGeom prst="line">
            <a:avLst/>
          </a:prstGeom>
          <a:noFill/>
          <a:ln w="38100" algn="ctr">
            <a:solidFill>
              <a:srgbClr val="FF0000"/>
            </a:solidFill>
            <a:miter lim="800000"/>
            <a:headEnd/>
            <a:tailEnd/>
          </a:ln>
          <a:extLst>
            <a:ext uri="{909E8E84-426E-40DD-AFC4-6F175D3DCCD1}">
              <a14:hiddenFill xmlns:a14="http://schemas.microsoft.com/office/drawing/2010/main">
                <a:noFill/>
              </a14:hiddenFill>
            </a:ext>
          </a:extLst>
        </p:spPr>
      </p:cxnSp>
      <p:cxnSp>
        <p:nvCxnSpPr>
          <p:cNvPr id="37" name="直接连接符 36"/>
          <p:cNvCxnSpPr>
            <a:cxnSpLocks noChangeShapeType="1"/>
          </p:cNvCxnSpPr>
          <p:nvPr/>
        </p:nvCxnSpPr>
        <p:spPr bwMode="auto">
          <a:xfrm flipV="1">
            <a:off x="785813" y="5715000"/>
            <a:ext cx="4357687" cy="1"/>
          </a:xfrm>
          <a:prstGeom prst="line">
            <a:avLst/>
          </a:prstGeom>
          <a:noFill/>
          <a:ln w="38100" algn="ctr">
            <a:solidFill>
              <a:srgbClr val="FF0000"/>
            </a:solidFill>
            <a:miter lim="800000"/>
            <a:headEnd/>
            <a:tailEnd/>
          </a:ln>
          <a:extLst>
            <a:ext uri="{909E8E84-426E-40DD-AFC4-6F175D3DCCD1}">
              <a14:hiddenFill xmlns:a14="http://schemas.microsoft.com/office/drawing/2010/main">
                <a:noFill/>
              </a14:hiddenFill>
            </a:ext>
          </a:extLst>
        </p:spPr>
      </p:cxnSp>
      <p:pic>
        <p:nvPicPr>
          <p:cNvPr id="2396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72313" y="4786313"/>
            <a:ext cx="1714500" cy="449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 name="组合 42"/>
          <p:cNvGrpSpPr>
            <a:grpSpLocks/>
          </p:cNvGrpSpPr>
          <p:nvPr/>
        </p:nvGrpSpPr>
        <p:grpSpPr bwMode="auto">
          <a:xfrm>
            <a:off x="7072313" y="5214938"/>
            <a:ext cx="1714500" cy="428625"/>
            <a:chOff x="7072330" y="5214950"/>
            <a:chExt cx="1714512" cy="428628"/>
          </a:xfrm>
        </p:grpSpPr>
        <p:grpSp>
          <p:nvGrpSpPr>
            <p:cNvPr id="27679" name="组合 39"/>
            <p:cNvGrpSpPr>
              <a:grpSpLocks/>
            </p:cNvGrpSpPr>
            <p:nvPr/>
          </p:nvGrpSpPr>
          <p:grpSpPr bwMode="auto">
            <a:xfrm>
              <a:off x="7072330" y="5214950"/>
              <a:ext cx="840110" cy="428628"/>
              <a:chOff x="6715140" y="5929330"/>
              <a:chExt cx="840110" cy="428628"/>
            </a:xfrm>
          </p:grpSpPr>
          <p:pic>
            <p:nvPicPr>
              <p:cNvPr id="2768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15140" y="5929330"/>
                <a:ext cx="428628" cy="4286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682"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43767" y="5929330"/>
                <a:ext cx="411483" cy="4286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27680"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858148" y="5214950"/>
              <a:ext cx="928694" cy="4286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27678" name="图片 34" descr="Untitled2.png">
            <a:hlinkClick r:id="rId6" action="ppaction://hlinksldjump"/>
          </p:cNvPr>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8429625" y="6143625"/>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6778973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8" fill="hold" nodeType="click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slide(fromLeft)">
                                      <p:cBhvr>
                                        <p:cTn id="7" dur="500"/>
                                        <p:tgtEl>
                                          <p:spTgt spid="3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239618"/>
                                        </p:tgtEl>
                                        <p:attrNameLst>
                                          <p:attrName>style.visibility</p:attrName>
                                        </p:attrNameLst>
                                      </p:cBhvr>
                                      <p:to>
                                        <p:strVal val="visible"/>
                                      </p:to>
                                    </p:set>
                                    <p:animEffect transition="in" filter="blinds(horizontal)">
                                      <p:cBhvr>
                                        <p:cTn id="12" dur="500"/>
                                        <p:tgtEl>
                                          <p:spTgt spid="23961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2" presetClass="entr" presetSubtype="8" fill="hold" nodeType="clickEffect">
                                  <p:stCondLst>
                                    <p:cond delay="0"/>
                                  </p:stCondLst>
                                  <p:childTnLst>
                                    <p:set>
                                      <p:cBhvr>
                                        <p:cTn id="16" dur="1" fill="hold">
                                          <p:stCondLst>
                                            <p:cond delay="0"/>
                                          </p:stCondLst>
                                        </p:cTn>
                                        <p:tgtEl>
                                          <p:spTgt spid="37"/>
                                        </p:tgtEl>
                                        <p:attrNameLst>
                                          <p:attrName>style.visibility</p:attrName>
                                        </p:attrNameLst>
                                      </p:cBhvr>
                                      <p:to>
                                        <p:strVal val="visible"/>
                                      </p:to>
                                    </p:set>
                                    <p:animEffect transition="in" filter="slide(fromLeft)">
                                      <p:cBhvr>
                                        <p:cTn id="17" dur="500"/>
                                        <p:tgtEl>
                                          <p:spTgt spid="3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blinds(horizontal)">
                                      <p:cBhvr>
                                        <p:cTn id="2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内容占位符 2"/>
          <p:cNvSpPr>
            <a:spLocks noGrp="1"/>
          </p:cNvSpPr>
          <p:nvPr>
            <p:ph idx="1"/>
          </p:nvPr>
        </p:nvSpPr>
        <p:spPr>
          <a:xfrm>
            <a:off x="357188" y="1285875"/>
            <a:ext cx="8153400" cy="5429250"/>
          </a:xfrm>
        </p:spPr>
        <p:txBody>
          <a:bodyPr/>
          <a:lstStyle/>
          <a:p>
            <a:pPr>
              <a:lnSpc>
                <a:spcPts val="2800"/>
              </a:lnSpc>
              <a:buFont typeface="Wingdings" pitchFamily="2" charset="2"/>
              <a:buNone/>
            </a:pPr>
            <a:r>
              <a:rPr lang="en-US" altLang="zh-CN" sz="2800" smtClean="0"/>
              <a:t>#include &lt;stdio.h&gt;</a:t>
            </a:r>
            <a:endParaRPr lang="zh-CN" altLang="zh-CN" sz="2800" smtClean="0"/>
          </a:p>
          <a:p>
            <a:pPr>
              <a:lnSpc>
                <a:spcPts val="2800"/>
              </a:lnSpc>
              <a:buFont typeface="Wingdings" pitchFamily="2" charset="2"/>
              <a:buNone/>
            </a:pPr>
            <a:r>
              <a:rPr lang="en-US" altLang="zh-CN" sz="2800" smtClean="0"/>
              <a:t>int main()</a:t>
            </a:r>
            <a:endParaRPr lang="zh-CN" altLang="zh-CN" sz="2800" smtClean="0"/>
          </a:p>
          <a:p>
            <a:pPr>
              <a:lnSpc>
                <a:spcPts val="2800"/>
              </a:lnSpc>
              <a:buFont typeface="Wingdings" pitchFamily="2" charset="2"/>
              <a:buNone/>
            </a:pPr>
            <a:r>
              <a:rPr lang="en-US" altLang="zh-CN" sz="2800" smtClean="0"/>
              <a:t>{ int *p1,*p2,*p,a,b; </a:t>
            </a:r>
            <a:endParaRPr lang="zh-CN" altLang="zh-CN" sz="2800" smtClean="0"/>
          </a:p>
          <a:p>
            <a:pPr>
              <a:lnSpc>
                <a:spcPts val="2800"/>
              </a:lnSpc>
              <a:buFont typeface="Wingdings" pitchFamily="2" charset="2"/>
              <a:buNone/>
            </a:pPr>
            <a:r>
              <a:rPr lang="en-US" altLang="zh-CN" sz="2800" smtClean="0"/>
              <a:t>   printf(“integer numbers:");</a:t>
            </a:r>
            <a:endParaRPr lang="zh-CN" altLang="zh-CN" sz="2800" smtClean="0"/>
          </a:p>
          <a:p>
            <a:pPr>
              <a:lnSpc>
                <a:spcPts val="2800"/>
              </a:lnSpc>
              <a:buFont typeface="Wingdings" pitchFamily="2" charset="2"/>
              <a:buNone/>
            </a:pPr>
            <a:r>
              <a:rPr lang="en-US" altLang="zh-CN" sz="2800" smtClean="0"/>
              <a:t>   scanf(“%d,%d”,&amp;a,&amp;b);  </a:t>
            </a:r>
            <a:endParaRPr lang="zh-CN" altLang="zh-CN" sz="2800" smtClean="0"/>
          </a:p>
          <a:p>
            <a:pPr>
              <a:lnSpc>
                <a:spcPts val="2800"/>
              </a:lnSpc>
              <a:buFont typeface="Wingdings" pitchFamily="2" charset="2"/>
              <a:buNone/>
            </a:pPr>
            <a:r>
              <a:rPr lang="en-US" altLang="zh-CN" sz="2800" smtClean="0"/>
              <a:t>   p1=&amp;a;    p2=&amp;b; </a:t>
            </a:r>
            <a:endParaRPr lang="zh-CN" altLang="zh-CN" sz="2800" smtClean="0"/>
          </a:p>
          <a:p>
            <a:pPr>
              <a:lnSpc>
                <a:spcPts val="2800"/>
              </a:lnSpc>
              <a:buFont typeface="Wingdings" pitchFamily="2" charset="2"/>
              <a:buNone/>
            </a:pPr>
            <a:r>
              <a:rPr lang="en-US" altLang="zh-CN" sz="2800" smtClean="0"/>
              <a:t>   if(a&lt;b) </a:t>
            </a:r>
            <a:endParaRPr lang="zh-CN" altLang="zh-CN" sz="2800" smtClean="0"/>
          </a:p>
          <a:p>
            <a:pPr>
              <a:lnSpc>
                <a:spcPts val="2800"/>
              </a:lnSpc>
              <a:buFont typeface="Wingdings" pitchFamily="2" charset="2"/>
              <a:buNone/>
            </a:pPr>
            <a:r>
              <a:rPr lang="en-US" altLang="zh-CN" sz="2800" smtClean="0"/>
              <a:t>   {  p=p1; p1=p2; p2=p; } </a:t>
            </a:r>
            <a:endParaRPr lang="zh-CN" altLang="zh-CN" sz="2800" smtClean="0"/>
          </a:p>
          <a:p>
            <a:pPr>
              <a:lnSpc>
                <a:spcPts val="2800"/>
              </a:lnSpc>
              <a:buFont typeface="Wingdings" pitchFamily="2" charset="2"/>
              <a:buNone/>
            </a:pPr>
            <a:r>
              <a:rPr lang="en-US" altLang="zh-CN" sz="2800" smtClean="0"/>
              <a:t>   printf(“a=%d,b=%d\n”,a,b);</a:t>
            </a:r>
            <a:endParaRPr lang="zh-CN" altLang="zh-CN" sz="2800" smtClean="0"/>
          </a:p>
          <a:p>
            <a:pPr>
              <a:lnSpc>
                <a:spcPts val="2800"/>
              </a:lnSpc>
              <a:buFont typeface="Wingdings" pitchFamily="2" charset="2"/>
              <a:buNone/>
            </a:pPr>
            <a:r>
              <a:rPr lang="en-US" altLang="zh-CN" sz="2800" smtClean="0"/>
              <a:t>   printf(“%d,%d\n”,*p1,*p2); </a:t>
            </a:r>
            <a:endParaRPr lang="zh-CN" altLang="zh-CN" sz="2800" smtClean="0"/>
          </a:p>
          <a:p>
            <a:pPr>
              <a:lnSpc>
                <a:spcPts val="2800"/>
              </a:lnSpc>
              <a:buFont typeface="Wingdings" pitchFamily="2" charset="2"/>
              <a:buNone/>
            </a:pPr>
            <a:r>
              <a:rPr lang="en-US" altLang="zh-CN" sz="2800" smtClean="0"/>
              <a:t>   return 0;</a:t>
            </a:r>
            <a:endParaRPr lang="zh-CN" altLang="zh-CN" sz="2800" smtClean="0"/>
          </a:p>
          <a:p>
            <a:pPr>
              <a:lnSpc>
                <a:spcPts val="2800"/>
              </a:lnSpc>
              <a:buFont typeface="Wingdings" pitchFamily="2" charset="2"/>
              <a:buNone/>
            </a:pPr>
            <a:r>
              <a:rPr lang="en-US" altLang="zh-CN" sz="2800" smtClean="0"/>
              <a:t>}</a:t>
            </a:r>
            <a:endParaRPr lang="zh-CN" altLang="zh-CN" sz="2800" smtClean="0"/>
          </a:p>
        </p:txBody>
      </p:sp>
      <p:sp>
        <p:nvSpPr>
          <p:cNvPr id="28675" name="矩形 4"/>
          <p:cNvSpPr>
            <a:spLocks noChangeArrowheads="1"/>
          </p:cNvSpPr>
          <p:nvPr/>
        </p:nvSpPr>
        <p:spPr bwMode="auto">
          <a:xfrm>
            <a:off x="8001000" y="642938"/>
            <a:ext cx="714375" cy="714375"/>
          </a:xfrm>
          <a:prstGeom prst="rect">
            <a:avLst/>
          </a:prstGeom>
          <a:solidFill>
            <a:schemeClr val="accent1"/>
          </a:solidFill>
          <a:ln w="38100" algn="ctr">
            <a:solidFill>
              <a:schemeClr val="tx1"/>
            </a:solidFill>
            <a:miter lim="800000"/>
            <a:headEnd/>
            <a:tailEnd/>
          </a:ln>
        </p:spPr>
        <p:txBody>
          <a:bodyPr wrap="none"/>
          <a:lstStyle/>
          <a:p>
            <a:endParaRPr lang="zh-CN" altLang="en-US"/>
          </a:p>
        </p:txBody>
      </p:sp>
      <p:sp>
        <p:nvSpPr>
          <p:cNvPr id="28676" name="矩形 7"/>
          <p:cNvSpPr>
            <a:spLocks noChangeArrowheads="1"/>
          </p:cNvSpPr>
          <p:nvPr/>
        </p:nvSpPr>
        <p:spPr bwMode="auto">
          <a:xfrm>
            <a:off x="8001000" y="1785938"/>
            <a:ext cx="714375" cy="714375"/>
          </a:xfrm>
          <a:prstGeom prst="rect">
            <a:avLst/>
          </a:prstGeom>
          <a:solidFill>
            <a:schemeClr val="accent1"/>
          </a:solidFill>
          <a:ln w="38100" algn="ctr">
            <a:solidFill>
              <a:schemeClr val="tx1"/>
            </a:solidFill>
            <a:miter lim="800000"/>
            <a:headEnd/>
            <a:tailEnd/>
          </a:ln>
        </p:spPr>
        <p:txBody>
          <a:bodyPr wrap="none"/>
          <a:lstStyle/>
          <a:p>
            <a:endParaRPr lang="zh-CN" altLang="en-US"/>
          </a:p>
        </p:txBody>
      </p:sp>
      <p:sp>
        <p:nvSpPr>
          <p:cNvPr id="28677" name="矩形 8"/>
          <p:cNvSpPr>
            <a:spLocks noChangeArrowheads="1"/>
          </p:cNvSpPr>
          <p:nvPr/>
        </p:nvSpPr>
        <p:spPr bwMode="auto">
          <a:xfrm>
            <a:off x="6572250" y="642938"/>
            <a:ext cx="714375" cy="714375"/>
          </a:xfrm>
          <a:prstGeom prst="rect">
            <a:avLst/>
          </a:prstGeom>
          <a:solidFill>
            <a:schemeClr val="accent1"/>
          </a:solidFill>
          <a:ln w="38100" algn="ctr">
            <a:solidFill>
              <a:schemeClr val="tx1"/>
            </a:solidFill>
            <a:miter lim="800000"/>
            <a:headEnd/>
            <a:tailEnd/>
          </a:ln>
        </p:spPr>
        <p:txBody>
          <a:bodyPr wrap="none"/>
          <a:lstStyle/>
          <a:p>
            <a:endParaRPr lang="zh-CN" altLang="en-US"/>
          </a:p>
        </p:txBody>
      </p:sp>
      <p:sp>
        <p:nvSpPr>
          <p:cNvPr id="28678" name="矩形 9"/>
          <p:cNvSpPr>
            <a:spLocks noChangeArrowheads="1"/>
          </p:cNvSpPr>
          <p:nvPr/>
        </p:nvSpPr>
        <p:spPr bwMode="auto">
          <a:xfrm>
            <a:off x="6572250" y="1785938"/>
            <a:ext cx="714375" cy="714375"/>
          </a:xfrm>
          <a:prstGeom prst="rect">
            <a:avLst/>
          </a:prstGeom>
          <a:solidFill>
            <a:schemeClr val="accent1"/>
          </a:solidFill>
          <a:ln w="38100" algn="ctr">
            <a:solidFill>
              <a:schemeClr val="tx1"/>
            </a:solidFill>
            <a:miter lim="800000"/>
            <a:headEnd/>
            <a:tailEnd/>
          </a:ln>
        </p:spPr>
        <p:txBody>
          <a:bodyPr wrap="none"/>
          <a:lstStyle/>
          <a:p>
            <a:endParaRPr lang="zh-CN" altLang="en-US"/>
          </a:p>
        </p:txBody>
      </p:sp>
      <p:sp>
        <p:nvSpPr>
          <p:cNvPr id="28679" name="矩形 10"/>
          <p:cNvSpPr>
            <a:spLocks noChangeArrowheads="1"/>
          </p:cNvSpPr>
          <p:nvPr/>
        </p:nvSpPr>
        <p:spPr bwMode="auto">
          <a:xfrm>
            <a:off x="5143500" y="1285875"/>
            <a:ext cx="714375" cy="714375"/>
          </a:xfrm>
          <a:prstGeom prst="rect">
            <a:avLst/>
          </a:prstGeom>
          <a:solidFill>
            <a:schemeClr val="accent1"/>
          </a:solidFill>
          <a:ln w="38100" algn="ctr">
            <a:solidFill>
              <a:schemeClr val="tx1"/>
            </a:solidFill>
            <a:miter lim="800000"/>
            <a:headEnd/>
            <a:tailEnd/>
          </a:ln>
        </p:spPr>
        <p:txBody>
          <a:bodyPr wrap="none"/>
          <a:lstStyle/>
          <a:p>
            <a:endParaRPr lang="zh-CN" altLang="en-US"/>
          </a:p>
        </p:txBody>
      </p:sp>
      <p:sp>
        <p:nvSpPr>
          <p:cNvPr id="28680" name="TextBox 11"/>
          <p:cNvSpPr txBox="1">
            <a:spLocks noChangeArrowheads="1"/>
          </p:cNvSpPr>
          <p:nvPr/>
        </p:nvSpPr>
        <p:spPr bwMode="auto">
          <a:xfrm>
            <a:off x="8185150" y="133350"/>
            <a:ext cx="500063"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000">
                <a:solidFill>
                  <a:schemeClr val="tx1"/>
                </a:solidFill>
                <a:latin typeface="Arial" charset="0"/>
                <a:ea typeface="宋体" pitchFamily="2" charset="-122"/>
              </a:defRPr>
            </a:lvl1pPr>
            <a:lvl2pPr marL="742950" indent="-285750" eaLnBrk="0" hangingPunct="0">
              <a:defRPr kumimoji="1" sz="4000">
                <a:solidFill>
                  <a:schemeClr val="tx1"/>
                </a:solidFill>
                <a:latin typeface="Arial" charset="0"/>
                <a:ea typeface="宋体" pitchFamily="2" charset="-122"/>
              </a:defRPr>
            </a:lvl2pPr>
            <a:lvl3pPr marL="1143000" indent="-228600" eaLnBrk="0" hangingPunct="0">
              <a:defRPr kumimoji="1" sz="4000">
                <a:solidFill>
                  <a:schemeClr val="tx1"/>
                </a:solidFill>
                <a:latin typeface="Arial" charset="0"/>
                <a:ea typeface="宋体" pitchFamily="2" charset="-122"/>
              </a:defRPr>
            </a:lvl3pPr>
            <a:lvl4pPr marL="1600200" indent="-228600" eaLnBrk="0" hangingPunct="0">
              <a:defRPr kumimoji="1" sz="4000">
                <a:solidFill>
                  <a:schemeClr val="tx1"/>
                </a:solidFill>
                <a:latin typeface="Arial" charset="0"/>
                <a:ea typeface="宋体" pitchFamily="2" charset="-122"/>
              </a:defRPr>
            </a:lvl4pPr>
            <a:lvl5pPr marL="2057400" indent="-228600" eaLnBrk="0" hangingPunct="0">
              <a:defRPr kumimoji="1" sz="4000">
                <a:solidFill>
                  <a:schemeClr val="tx1"/>
                </a:solidFill>
                <a:latin typeface="Arial" charset="0"/>
                <a:ea typeface="宋体" pitchFamily="2" charset="-122"/>
              </a:defRPr>
            </a:lvl5pPr>
            <a:lvl6pPr marL="2514600" indent="-228600" eaLnBrk="0" fontAlgn="base" hangingPunct="0">
              <a:spcBef>
                <a:spcPct val="0"/>
              </a:spcBef>
              <a:spcAft>
                <a:spcPct val="0"/>
              </a:spcAft>
              <a:defRPr kumimoji="1" sz="4000">
                <a:solidFill>
                  <a:schemeClr val="tx1"/>
                </a:solidFill>
                <a:latin typeface="Arial" charset="0"/>
                <a:ea typeface="宋体" pitchFamily="2" charset="-122"/>
              </a:defRPr>
            </a:lvl6pPr>
            <a:lvl7pPr marL="2971800" indent="-228600" eaLnBrk="0" fontAlgn="base" hangingPunct="0">
              <a:spcBef>
                <a:spcPct val="0"/>
              </a:spcBef>
              <a:spcAft>
                <a:spcPct val="0"/>
              </a:spcAft>
              <a:defRPr kumimoji="1" sz="4000">
                <a:solidFill>
                  <a:schemeClr val="tx1"/>
                </a:solidFill>
                <a:latin typeface="Arial" charset="0"/>
                <a:ea typeface="宋体" pitchFamily="2" charset="-122"/>
              </a:defRPr>
            </a:lvl7pPr>
            <a:lvl8pPr marL="3429000" indent="-228600" eaLnBrk="0" fontAlgn="base" hangingPunct="0">
              <a:spcBef>
                <a:spcPct val="0"/>
              </a:spcBef>
              <a:spcAft>
                <a:spcPct val="0"/>
              </a:spcAft>
              <a:defRPr kumimoji="1" sz="4000">
                <a:solidFill>
                  <a:schemeClr val="tx1"/>
                </a:solidFill>
                <a:latin typeface="Arial" charset="0"/>
                <a:ea typeface="宋体" pitchFamily="2" charset="-122"/>
              </a:defRPr>
            </a:lvl8pPr>
            <a:lvl9pPr marL="3886200" indent="-228600" eaLnBrk="0" fontAlgn="base" hangingPunct="0">
              <a:spcBef>
                <a:spcPct val="0"/>
              </a:spcBef>
              <a:spcAft>
                <a:spcPct val="0"/>
              </a:spcAft>
              <a:defRPr kumimoji="1" sz="4000">
                <a:solidFill>
                  <a:schemeClr val="tx1"/>
                </a:solidFill>
                <a:latin typeface="Arial" charset="0"/>
                <a:ea typeface="宋体" pitchFamily="2" charset="-122"/>
              </a:defRPr>
            </a:lvl9pPr>
          </a:lstStyle>
          <a:p>
            <a:pPr eaLnBrk="1" hangingPunct="1"/>
            <a:r>
              <a:rPr lang="en-US" altLang="zh-CN" sz="3200">
                <a:solidFill>
                  <a:srgbClr val="FF0000"/>
                </a:solidFill>
              </a:rPr>
              <a:t>a</a:t>
            </a:r>
            <a:endParaRPr lang="zh-CN" altLang="en-US" sz="3200">
              <a:solidFill>
                <a:srgbClr val="FF0000"/>
              </a:solidFill>
            </a:endParaRPr>
          </a:p>
        </p:txBody>
      </p:sp>
      <p:sp>
        <p:nvSpPr>
          <p:cNvPr id="28681" name="TextBox 12"/>
          <p:cNvSpPr txBox="1">
            <a:spLocks noChangeArrowheads="1"/>
          </p:cNvSpPr>
          <p:nvPr/>
        </p:nvSpPr>
        <p:spPr bwMode="auto">
          <a:xfrm>
            <a:off x="8164513" y="2416175"/>
            <a:ext cx="500062"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000">
                <a:solidFill>
                  <a:schemeClr val="tx1"/>
                </a:solidFill>
                <a:latin typeface="Arial" charset="0"/>
                <a:ea typeface="宋体" pitchFamily="2" charset="-122"/>
              </a:defRPr>
            </a:lvl1pPr>
            <a:lvl2pPr marL="742950" indent="-285750" eaLnBrk="0" hangingPunct="0">
              <a:defRPr kumimoji="1" sz="4000">
                <a:solidFill>
                  <a:schemeClr val="tx1"/>
                </a:solidFill>
                <a:latin typeface="Arial" charset="0"/>
                <a:ea typeface="宋体" pitchFamily="2" charset="-122"/>
              </a:defRPr>
            </a:lvl2pPr>
            <a:lvl3pPr marL="1143000" indent="-228600" eaLnBrk="0" hangingPunct="0">
              <a:defRPr kumimoji="1" sz="4000">
                <a:solidFill>
                  <a:schemeClr val="tx1"/>
                </a:solidFill>
                <a:latin typeface="Arial" charset="0"/>
                <a:ea typeface="宋体" pitchFamily="2" charset="-122"/>
              </a:defRPr>
            </a:lvl3pPr>
            <a:lvl4pPr marL="1600200" indent="-228600" eaLnBrk="0" hangingPunct="0">
              <a:defRPr kumimoji="1" sz="4000">
                <a:solidFill>
                  <a:schemeClr val="tx1"/>
                </a:solidFill>
                <a:latin typeface="Arial" charset="0"/>
                <a:ea typeface="宋体" pitchFamily="2" charset="-122"/>
              </a:defRPr>
            </a:lvl4pPr>
            <a:lvl5pPr marL="2057400" indent="-228600" eaLnBrk="0" hangingPunct="0">
              <a:defRPr kumimoji="1" sz="4000">
                <a:solidFill>
                  <a:schemeClr val="tx1"/>
                </a:solidFill>
                <a:latin typeface="Arial" charset="0"/>
                <a:ea typeface="宋体" pitchFamily="2" charset="-122"/>
              </a:defRPr>
            </a:lvl5pPr>
            <a:lvl6pPr marL="2514600" indent="-228600" eaLnBrk="0" fontAlgn="base" hangingPunct="0">
              <a:spcBef>
                <a:spcPct val="0"/>
              </a:spcBef>
              <a:spcAft>
                <a:spcPct val="0"/>
              </a:spcAft>
              <a:defRPr kumimoji="1" sz="4000">
                <a:solidFill>
                  <a:schemeClr val="tx1"/>
                </a:solidFill>
                <a:latin typeface="Arial" charset="0"/>
                <a:ea typeface="宋体" pitchFamily="2" charset="-122"/>
              </a:defRPr>
            </a:lvl6pPr>
            <a:lvl7pPr marL="2971800" indent="-228600" eaLnBrk="0" fontAlgn="base" hangingPunct="0">
              <a:spcBef>
                <a:spcPct val="0"/>
              </a:spcBef>
              <a:spcAft>
                <a:spcPct val="0"/>
              </a:spcAft>
              <a:defRPr kumimoji="1" sz="4000">
                <a:solidFill>
                  <a:schemeClr val="tx1"/>
                </a:solidFill>
                <a:latin typeface="Arial" charset="0"/>
                <a:ea typeface="宋体" pitchFamily="2" charset="-122"/>
              </a:defRPr>
            </a:lvl7pPr>
            <a:lvl8pPr marL="3429000" indent="-228600" eaLnBrk="0" fontAlgn="base" hangingPunct="0">
              <a:spcBef>
                <a:spcPct val="0"/>
              </a:spcBef>
              <a:spcAft>
                <a:spcPct val="0"/>
              </a:spcAft>
              <a:defRPr kumimoji="1" sz="4000">
                <a:solidFill>
                  <a:schemeClr val="tx1"/>
                </a:solidFill>
                <a:latin typeface="Arial" charset="0"/>
                <a:ea typeface="宋体" pitchFamily="2" charset="-122"/>
              </a:defRPr>
            </a:lvl8pPr>
            <a:lvl9pPr marL="3886200" indent="-228600" eaLnBrk="0" fontAlgn="base" hangingPunct="0">
              <a:spcBef>
                <a:spcPct val="0"/>
              </a:spcBef>
              <a:spcAft>
                <a:spcPct val="0"/>
              </a:spcAft>
              <a:defRPr kumimoji="1" sz="4000">
                <a:solidFill>
                  <a:schemeClr val="tx1"/>
                </a:solidFill>
                <a:latin typeface="Arial" charset="0"/>
                <a:ea typeface="宋体" pitchFamily="2" charset="-122"/>
              </a:defRPr>
            </a:lvl9pPr>
          </a:lstStyle>
          <a:p>
            <a:pPr eaLnBrk="1" hangingPunct="1"/>
            <a:r>
              <a:rPr lang="en-US" altLang="zh-CN" sz="3200">
                <a:solidFill>
                  <a:srgbClr val="FF0000"/>
                </a:solidFill>
              </a:rPr>
              <a:t>b</a:t>
            </a:r>
            <a:endParaRPr lang="zh-CN" altLang="en-US" sz="3200">
              <a:solidFill>
                <a:srgbClr val="FF0000"/>
              </a:solidFill>
            </a:endParaRPr>
          </a:p>
        </p:txBody>
      </p:sp>
      <p:sp>
        <p:nvSpPr>
          <p:cNvPr id="28682" name="TextBox 13"/>
          <p:cNvSpPr txBox="1">
            <a:spLocks noChangeArrowheads="1"/>
          </p:cNvSpPr>
          <p:nvPr/>
        </p:nvSpPr>
        <p:spPr bwMode="auto">
          <a:xfrm>
            <a:off x="6640513" y="58738"/>
            <a:ext cx="71437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000">
                <a:solidFill>
                  <a:schemeClr val="tx1"/>
                </a:solidFill>
                <a:latin typeface="Arial" charset="0"/>
                <a:ea typeface="宋体" pitchFamily="2" charset="-122"/>
              </a:defRPr>
            </a:lvl1pPr>
            <a:lvl2pPr marL="742950" indent="-285750" eaLnBrk="0" hangingPunct="0">
              <a:defRPr kumimoji="1" sz="4000">
                <a:solidFill>
                  <a:schemeClr val="tx1"/>
                </a:solidFill>
                <a:latin typeface="Arial" charset="0"/>
                <a:ea typeface="宋体" pitchFamily="2" charset="-122"/>
              </a:defRPr>
            </a:lvl2pPr>
            <a:lvl3pPr marL="1143000" indent="-228600" eaLnBrk="0" hangingPunct="0">
              <a:defRPr kumimoji="1" sz="4000">
                <a:solidFill>
                  <a:schemeClr val="tx1"/>
                </a:solidFill>
                <a:latin typeface="Arial" charset="0"/>
                <a:ea typeface="宋体" pitchFamily="2" charset="-122"/>
              </a:defRPr>
            </a:lvl3pPr>
            <a:lvl4pPr marL="1600200" indent="-228600" eaLnBrk="0" hangingPunct="0">
              <a:defRPr kumimoji="1" sz="4000">
                <a:solidFill>
                  <a:schemeClr val="tx1"/>
                </a:solidFill>
                <a:latin typeface="Arial" charset="0"/>
                <a:ea typeface="宋体" pitchFamily="2" charset="-122"/>
              </a:defRPr>
            </a:lvl4pPr>
            <a:lvl5pPr marL="2057400" indent="-228600" eaLnBrk="0" hangingPunct="0">
              <a:defRPr kumimoji="1" sz="4000">
                <a:solidFill>
                  <a:schemeClr val="tx1"/>
                </a:solidFill>
                <a:latin typeface="Arial" charset="0"/>
                <a:ea typeface="宋体" pitchFamily="2" charset="-122"/>
              </a:defRPr>
            </a:lvl5pPr>
            <a:lvl6pPr marL="2514600" indent="-228600" eaLnBrk="0" fontAlgn="base" hangingPunct="0">
              <a:spcBef>
                <a:spcPct val="0"/>
              </a:spcBef>
              <a:spcAft>
                <a:spcPct val="0"/>
              </a:spcAft>
              <a:defRPr kumimoji="1" sz="4000">
                <a:solidFill>
                  <a:schemeClr val="tx1"/>
                </a:solidFill>
                <a:latin typeface="Arial" charset="0"/>
                <a:ea typeface="宋体" pitchFamily="2" charset="-122"/>
              </a:defRPr>
            </a:lvl6pPr>
            <a:lvl7pPr marL="2971800" indent="-228600" eaLnBrk="0" fontAlgn="base" hangingPunct="0">
              <a:spcBef>
                <a:spcPct val="0"/>
              </a:spcBef>
              <a:spcAft>
                <a:spcPct val="0"/>
              </a:spcAft>
              <a:defRPr kumimoji="1" sz="4000">
                <a:solidFill>
                  <a:schemeClr val="tx1"/>
                </a:solidFill>
                <a:latin typeface="Arial" charset="0"/>
                <a:ea typeface="宋体" pitchFamily="2" charset="-122"/>
              </a:defRPr>
            </a:lvl7pPr>
            <a:lvl8pPr marL="3429000" indent="-228600" eaLnBrk="0" fontAlgn="base" hangingPunct="0">
              <a:spcBef>
                <a:spcPct val="0"/>
              </a:spcBef>
              <a:spcAft>
                <a:spcPct val="0"/>
              </a:spcAft>
              <a:defRPr kumimoji="1" sz="4000">
                <a:solidFill>
                  <a:schemeClr val="tx1"/>
                </a:solidFill>
                <a:latin typeface="Arial" charset="0"/>
                <a:ea typeface="宋体" pitchFamily="2" charset="-122"/>
              </a:defRPr>
            </a:lvl8pPr>
            <a:lvl9pPr marL="3886200" indent="-228600" eaLnBrk="0" fontAlgn="base" hangingPunct="0">
              <a:spcBef>
                <a:spcPct val="0"/>
              </a:spcBef>
              <a:spcAft>
                <a:spcPct val="0"/>
              </a:spcAft>
              <a:defRPr kumimoji="1" sz="4000">
                <a:solidFill>
                  <a:schemeClr val="tx1"/>
                </a:solidFill>
                <a:latin typeface="Arial" charset="0"/>
                <a:ea typeface="宋体" pitchFamily="2" charset="-122"/>
              </a:defRPr>
            </a:lvl9pPr>
          </a:lstStyle>
          <a:p>
            <a:pPr eaLnBrk="1" hangingPunct="1"/>
            <a:r>
              <a:rPr lang="en-US" altLang="zh-CN" sz="3200" b="1">
                <a:solidFill>
                  <a:srgbClr val="FF0000"/>
                </a:solidFill>
              </a:rPr>
              <a:t>p1</a:t>
            </a:r>
            <a:endParaRPr lang="zh-CN" altLang="en-US" sz="3200" b="1">
              <a:solidFill>
                <a:srgbClr val="FF0000"/>
              </a:solidFill>
            </a:endParaRPr>
          </a:p>
        </p:txBody>
      </p:sp>
      <p:sp>
        <p:nvSpPr>
          <p:cNvPr id="28683" name="TextBox 14"/>
          <p:cNvSpPr txBox="1">
            <a:spLocks noChangeArrowheads="1"/>
          </p:cNvSpPr>
          <p:nvPr/>
        </p:nvSpPr>
        <p:spPr bwMode="auto">
          <a:xfrm>
            <a:off x="6643688" y="2416175"/>
            <a:ext cx="71437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000">
                <a:solidFill>
                  <a:schemeClr val="tx1"/>
                </a:solidFill>
                <a:latin typeface="Arial" charset="0"/>
                <a:ea typeface="宋体" pitchFamily="2" charset="-122"/>
              </a:defRPr>
            </a:lvl1pPr>
            <a:lvl2pPr marL="742950" indent="-285750" eaLnBrk="0" hangingPunct="0">
              <a:defRPr kumimoji="1" sz="4000">
                <a:solidFill>
                  <a:schemeClr val="tx1"/>
                </a:solidFill>
                <a:latin typeface="Arial" charset="0"/>
                <a:ea typeface="宋体" pitchFamily="2" charset="-122"/>
              </a:defRPr>
            </a:lvl2pPr>
            <a:lvl3pPr marL="1143000" indent="-228600" eaLnBrk="0" hangingPunct="0">
              <a:defRPr kumimoji="1" sz="4000">
                <a:solidFill>
                  <a:schemeClr val="tx1"/>
                </a:solidFill>
                <a:latin typeface="Arial" charset="0"/>
                <a:ea typeface="宋体" pitchFamily="2" charset="-122"/>
              </a:defRPr>
            </a:lvl3pPr>
            <a:lvl4pPr marL="1600200" indent="-228600" eaLnBrk="0" hangingPunct="0">
              <a:defRPr kumimoji="1" sz="4000">
                <a:solidFill>
                  <a:schemeClr val="tx1"/>
                </a:solidFill>
                <a:latin typeface="Arial" charset="0"/>
                <a:ea typeface="宋体" pitchFamily="2" charset="-122"/>
              </a:defRPr>
            </a:lvl4pPr>
            <a:lvl5pPr marL="2057400" indent="-228600" eaLnBrk="0" hangingPunct="0">
              <a:defRPr kumimoji="1" sz="4000">
                <a:solidFill>
                  <a:schemeClr val="tx1"/>
                </a:solidFill>
                <a:latin typeface="Arial" charset="0"/>
                <a:ea typeface="宋体" pitchFamily="2" charset="-122"/>
              </a:defRPr>
            </a:lvl5pPr>
            <a:lvl6pPr marL="2514600" indent="-228600" eaLnBrk="0" fontAlgn="base" hangingPunct="0">
              <a:spcBef>
                <a:spcPct val="0"/>
              </a:spcBef>
              <a:spcAft>
                <a:spcPct val="0"/>
              </a:spcAft>
              <a:defRPr kumimoji="1" sz="4000">
                <a:solidFill>
                  <a:schemeClr val="tx1"/>
                </a:solidFill>
                <a:latin typeface="Arial" charset="0"/>
                <a:ea typeface="宋体" pitchFamily="2" charset="-122"/>
              </a:defRPr>
            </a:lvl6pPr>
            <a:lvl7pPr marL="2971800" indent="-228600" eaLnBrk="0" fontAlgn="base" hangingPunct="0">
              <a:spcBef>
                <a:spcPct val="0"/>
              </a:spcBef>
              <a:spcAft>
                <a:spcPct val="0"/>
              </a:spcAft>
              <a:defRPr kumimoji="1" sz="4000">
                <a:solidFill>
                  <a:schemeClr val="tx1"/>
                </a:solidFill>
                <a:latin typeface="Arial" charset="0"/>
                <a:ea typeface="宋体" pitchFamily="2" charset="-122"/>
              </a:defRPr>
            </a:lvl7pPr>
            <a:lvl8pPr marL="3429000" indent="-228600" eaLnBrk="0" fontAlgn="base" hangingPunct="0">
              <a:spcBef>
                <a:spcPct val="0"/>
              </a:spcBef>
              <a:spcAft>
                <a:spcPct val="0"/>
              </a:spcAft>
              <a:defRPr kumimoji="1" sz="4000">
                <a:solidFill>
                  <a:schemeClr val="tx1"/>
                </a:solidFill>
                <a:latin typeface="Arial" charset="0"/>
                <a:ea typeface="宋体" pitchFamily="2" charset="-122"/>
              </a:defRPr>
            </a:lvl8pPr>
            <a:lvl9pPr marL="3886200" indent="-228600" eaLnBrk="0" fontAlgn="base" hangingPunct="0">
              <a:spcBef>
                <a:spcPct val="0"/>
              </a:spcBef>
              <a:spcAft>
                <a:spcPct val="0"/>
              </a:spcAft>
              <a:defRPr kumimoji="1" sz="4000">
                <a:solidFill>
                  <a:schemeClr val="tx1"/>
                </a:solidFill>
                <a:latin typeface="Arial" charset="0"/>
                <a:ea typeface="宋体" pitchFamily="2" charset="-122"/>
              </a:defRPr>
            </a:lvl9pPr>
          </a:lstStyle>
          <a:p>
            <a:pPr eaLnBrk="1" hangingPunct="1"/>
            <a:r>
              <a:rPr lang="en-US" altLang="zh-CN" sz="3200">
                <a:solidFill>
                  <a:srgbClr val="FF0000"/>
                </a:solidFill>
              </a:rPr>
              <a:t>p2</a:t>
            </a:r>
            <a:endParaRPr lang="zh-CN" altLang="en-US" sz="3200">
              <a:solidFill>
                <a:srgbClr val="FF0000"/>
              </a:solidFill>
            </a:endParaRPr>
          </a:p>
        </p:txBody>
      </p:sp>
      <p:sp>
        <p:nvSpPr>
          <p:cNvPr id="28684" name="TextBox 15"/>
          <p:cNvSpPr txBox="1">
            <a:spLocks noChangeArrowheads="1"/>
          </p:cNvSpPr>
          <p:nvPr/>
        </p:nvSpPr>
        <p:spPr bwMode="auto">
          <a:xfrm>
            <a:off x="5143500" y="714375"/>
            <a:ext cx="71437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000">
                <a:solidFill>
                  <a:schemeClr val="tx1"/>
                </a:solidFill>
                <a:latin typeface="Arial" charset="0"/>
                <a:ea typeface="宋体" pitchFamily="2" charset="-122"/>
              </a:defRPr>
            </a:lvl1pPr>
            <a:lvl2pPr marL="742950" indent="-285750" eaLnBrk="0" hangingPunct="0">
              <a:defRPr kumimoji="1" sz="4000">
                <a:solidFill>
                  <a:schemeClr val="tx1"/>
                </a:solidFill>
                <a:latin typeface="Arial" charset="0"/>
                <a:ea typeface="宋体" pitchFamily="2" charset="-122"/>
              </a:defRPr>
            </a:lvl2pPr>
            <a:lvl3pPr marL="1143000" indent="-228600" eaLnBrk="0" hangingPunct="0">
              <a:defRPr kumimoji="1" sz="4000">
                <a:solidFill>
                  <a:schemeClr val="tx1"/>
                </a:solidFill>
                <a:latin typeface="Arial" charset="0"/>
                <a:ea typeface="宋体" pitchFamily="2" charset="-122"/>
              </a:defRPr>
            </a:lvl3pPr>
            <a:lvl4pPr marL="1600200" indent="-228600" eaLnBrk="0" hangingPunct="0">
              <a:defRPr kumimoji="1" sz="4000">
                <a:solidFill>
                  <a:schemeClr val="tx1"/>
                </a:solidFill>
                <a:latin typeface="Arial" charset="0"/>
                <a:ea typeface="宋体" pitchFamily="2" charset="-122"/>
              </a:defRPr>
            </a:lvl4pPr>
            <a:lvl5pPr marL="2057400" indent="-228600" eaLnBrk="0" hangingPunct="0">
              <a:defRPr kumimoji="1" sz="4000">
                <a:solidFill>
                  <a:schemeClr val="tx1"/>
                </a:solidFill>
                <a:latin typeface="Arial" charset="0"/>
                <a:ea typeface="宋体" pitchFamily="2" charset="-122"/>
              </a:defRPr>
            </a:lvl5pPr>
            <a:lvl6pPr marL="2514600" indent="-228600" eaLnBrk="0" fontAlgn="base" hangingPunct="0">
              <a:spcBef>
                <a:spcPct val="0"/>
              </a:spcBef>
              <a:spcAft>
                <a:spcPct val="0"/>
              </a:spcAft>
              <a:defRPr kumimoji="1" sz="4000">
                <a:solidFill>
                  <a:schemeClr val="tx1"/>
                </a:solidFill>
                <a:latin typeface="Arial" charset="0"/>
                <a:ea typeface="宋体" pitchFamily="2" charset="-122"/>
              </a:defRPr>
            </a:lvl6pPr>
            <a:lvl7pPr marL="2971800" indent="-228600" eaLnBrk="0" fontAlgn="base" hangingPunct="0">
              <a:spcBef>
                <a:spcPct val="0"/>
              </a:spcBef>
              <a:spcAft>
                <a:spcPct val="0"/>
              </a:spcAft>
              <a:defRPr kumimoji="1" sz="4000">
                <a:solidFill>
                  <a:schemeClr val="tx1"/>
                </a:solidFill>
                <a:latin typeface="Arial" charset="0"/>
                <a:ea typeface="宋体" pitchFamily="2" charset="-122"/>
              </a:defRPr>
            </a:lvl7pPr>
            <a:lvl8pPr marL="3429000" indent="-228600" eaLnBrk="0" fontAlgn="base" hangingPunct="0">
              <a:spcBef>
                <a:spcPct val="0"/>
              </a:spcBef>
              <a:spcAft>
                <a:spcPct val="0"/>
              </a:spcAft>
              <a:defRPr kumimoji="1" sz="4000">
                <a:solidFill>
                  <a:schemeClr val="tx1"/>
                </a:solidFill>
                <a:latin typeface="Arial" charset="0"/>
                <a:ea typeface="宋体" pitchFamily="2" charset="-122"/>
              </a:defRPr>
            </a:lvl8pPr>
            <a:lvl9pPr marL="3886200" indent="-228600" eaLnBrk="0" fontAlgn="base" hangingPunct="0">
              <a:spcBef>
                <a:spcPct val="0"/>
              </a:spcBef>
              <a:spcAft>
                <a:spcPct val="0"/>
              </a:spcAft>
              <a:defRPr kumimoji="1" sz="4000">
                <a:solidFill>
                  <a:schemeClr val="tx1"/>
                </a:solidFill>
                <a:latin typeface="Arial" charset="0"/>
                <a:ea typeface="宋体" pitchFamily="2" charset="-122"/>
              </a:defRPr>
            </a:lvl9pPr>
          </a:lstStyle>
          <a:p>
            <a:pPr algn="ctr" eaLnBrk="1" hangingPunct="1"/>
            <a:r>
              <a:rPr lang="en-US" altLang="zh-CN" sz="3200">
                <a:solidFill>
                  <a:srgbClr val="FF0000"/>
                </a:solidFill>
              </a:rPr>
              <a:t>p</a:t>
            </a:r>
            <a:endParaRPr lang="zh-CN" altLang="en-US" sz="3200">
              <a:solidFill>
                <a:srgbClr val="FF0000"/>
              </a:solidFill>
            </a:endParaRPr>
          </a:p>
        </p:txBody>
      </p:sp>
      <p:sp>
        <p:nvSpPr>
          <p:cNvPr id="28685" name="TextBox 19"/>
          <p:cNvSpPr txBox="1">
            <a:spLocks noChangeArrowheads="1"/>
          </p:cNvSpPr>
          <p:nvPr/>
        </p:nvSpPr>
        <p:spPr bwMode="auto">
          <a:xfrm>
            <a:off x="8143875" y="714375"/>
            <a:ext cx="500063"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000">
                <a:solidFill>
                  <a:schemeClr val="tx1"/>
                </a:solidFill>
                <a:latin typeface="Arial" charset="0"/>
                <a:ea typeface="宋体" pitchFamily="2" charset="-122"/>
              </a:defRPr>
            </a:lvl1pPr>
            <a:lvl2pPr marL="742950" indent="-285750" eaLnBrk="0" hangingPunct="0">
              <a:defRPr kumimoji="1" sz="4000">
                <a:solidFill>
                  <a:schemeClr val="tx1"/>
                </a:solidFill>
                <a:latin typeface="Arial" charset="0"/>
                <a:ea typeface="宋体" pitchFamily="2" charset="-122"/>
              </a:defRPr>
            </a:lvl2pPr>
            <a:lvl3pPr marL="1143000" indent="-228600" eaLnBrk="0" hangingPunct="0">
              <a:defRPr kumimoji="1" sz="4000">
                <a:solidFill>
                  <a:schemeClr val="tx1"/>
                </a:solidFill>
                <a:latin typeface="Arial" charset="0"/>
                <a:ea typeface="宋体" pitchFamily="2" charset="-122"/>
              </a:defRPr>
            </a:lvl3pPr>
            <a:lvl4pPr marL="1600200" indent="-228600" eaLnBrk="0" hangingPunct="0">
              <a:defRPr kumimoji="1" sz="4000">
                <a:solidFill>
                  <a:schemeClr val="tx1"/>
                </a:solidFill>
                <a:latin typeface="Arial" charset="0"/>
                <a:ea typeface="宋体" pitchFamily="2" charset="-122"/>
              </a:defRPr>
            </a:lvl4pPr>
            <a:lvl5pPr marL="2057400" indent="-228600" eaLnBrk="0" hangingPunct="0">
              <a:defRPr kumimoji="1" sz="4000">
                <a:solidFill>
                  <a:schemeClr val="tx1"/>
                </a:solidFill>
                <a:latin typeface="Arial" charset="0"/>
                <a:ea typeface="宋体" pitchFamily="2" charset="-122"/>
              </a:defRPr>
            </a:lvl5pPr>
            <a:lvl6pPr marL="2514600" indent="-228600" eaLnBrk="0" fontAlgn="base" hangingPunct="0">
              <a:spcBef>
                <a:spcPct val="0"/>
              </a:spcBef>
              <a:spcAft>
                <a:spcPct val="0"/>
              </a:spcAft>
              <a:defRPr kumimoji="1" sz="4000">
                <a:solidFill>
                  <a:schemeClr val="tx1"/>
                </a:solidFill>
                <a:latin typeface="Arial" charset="0"/>
                <a:ea typeface="宋体" pitchFamily="2" charset="-122"/>
              </a:defRPr>
            </a:lvl6pPr>
            <a:lvl7pPr marL="2971800" indent="-228600" eaLnBrk="0" fontAlgn="base" hangingPunct="0">
              <a:spcBef>
                <a:spcPct val="0"/>
              </a:spcBef>
              <a:spcAft>
                <a:spcPct val="0"/>
              </a:spcAft>
              <a:defRPr kumimoji="1" sz="4000">
                <a:solidFill>
                  <a:schemeClr val="tx1"/>
                </a:solidFill>
                <a:latin typeface="Arial" charset="0"/>
                <a:ea typeface="宋体" pitchFamily="2" charset="-122"/>
              </a:defRPr>
            </a:lvl7pPr>
            <a:lvl8pPr marL="3429000" indent="-228600" eaLnBrk="0" fontAlgn="base" hangingPunct="0">
              <a:spcBef>
                <a:spcPct val="0"/>
              </a:spcBef>
              <a:spcAft>
                <a:spcPct val="0"/>
              </a:spcAft>
              <a:defRPr kumimoji="1" sz="4000">
                <a:solidFill>
                  <a:schemeClr val="tx1"/>
                </a:solidFill>
                <a:latin typeface="Arial" charset="0"/>
                <a:ea typeface="宋体" pitchFamily="2" charset="-122"/>
              </a:defRPr>
            </a:lvl8pPr>
            <a:lvl9pPr marL="3886200" indent="-228600" eaLnBrk="0" fontAlgn="base" hangingPunct="0">
              <a:spcBef>
                <a:spcPct val="0"/>
              </a:spcBef>
              <a:spcAft>
                <a:spcPct val="0"/>
              </a:spcAft>
              <a:defRPr kumimoji="1" sz="4000">
                <a:solidFill>
                  <a:schemeClr val="tx1"/>
                </a:solidFill>
                <a:latin typeface="Arial" charset="0"/>
                <a:ea typeface="宋体" pitchFamily="2" charset="-122"/>
              </a:defRPr>
            </a:lvl9pPr>
          </a:lstStyle>
          <a:p>
            <a:pPr eaLnBrk="1" hangingPunct="1"/>
            <a:r>
              <a:rPr lang="en-US" altLang="zh-CN" sz="3200" b="1">
                <a:solidFill>
                  <a:srgbClr val="0000CC"/>
                </a:solidFill>
              </a:rPr>
              <a:t>5</a:t>
            </a:r>
            <a:endParaRPr lang="zh-CN" altLang="en-US" sz="3200" b="1">
              <a:solidFill>
                <a:srgbClr val="0000CC"/>
              </a:solidFill>
            </a:endParaRPr>
          </a:p>
        </p:txBody>
      </p:sp>
      <p:sp>
        <p:nvSpPr>
          <p:cNvPr id="28686" name="TextBox 20"/>
          <p:cNvSpPr txBox="1">
            <a:spLocks noChangeArrowheads="1"/>
          </p:cNvSpPr>
          <p:nvPr/>
        </p:nvSpPr>
        <p:spPr bwMode="auto">
          <a:xfrm>
            <a:off x="8143875" y="1857375"/>
            <a:ext cx="500063"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000">
                <a:solidFill>
                  <a:schemeClr val="tx1"/>
                </a:solidFill>
                <a:latin typeface="Arial" charset="0"/>
                <a:ea typeface="宋体" pitchFamily="2" charset="-122"/>
              </a:defRPr>
            </a:lvl1pPr>
            <a:lvl2pPr marL="742950" indent="-285750" eaLnBrk="0" hangingPunct="0">
              <a:defRPr kumimoji="1" sz="4000">
                <a:solidFill>
                  <a:schemeClr val="tx1"/>
                </a:solidFill>
                <a:latin typeface="Arial" charset="0"/>
                <a:ea typeface="宋体" pitchFamily="2" charset="-122"/>
              </a:defRPr>
            </a:lvl2pPr>
            <a:lvl3pPr marL="1143000" indent="-228600" eaLnBrk="0" hangingPunct="0">
              <a:defRPr kumimoji="1" sz="4000">
                <a:solidFill>
                  <a:schemeClr val="tx1"/>
                </a:solidFill>
                <a:latin typeface="Arial" charset="0"/>
                <a:ea typeface="宋体" pitchFamily="2" charset="-122"/>
              </a:defRPr>
            </a:lvl3pPr>
            <a:lvl4pPr marL="1600200" indent="-228600" eaLnBrk="0" hangingPunct="0">
              <a:defRPr kumimoji="1" sz="4000">
                <a:solidFill>
                  <a:schemeClr val="tx1"/>
                </a:solidFill>
                <a:latin typeface="Arial" charset="0"/>
                <a:ea typeface="宋体" pitchFamily="2" charset="-122"/>
              </a:defRPr>
            </a:lvl4pPr>
            <a:lvl5pPr marL="2057400" indent="-228600" eaLnBrk="0" hangingPunct="0">
              <a:defRPr kumimoji="1" sz="4000">
                <a:solidFill>
                  <a:schemeClr val="tx1"/>
                </a:solidFill>
                <a:latin typeface="Arial" charset="0"/>
                <a:ea typeface="宋体" pitchFamily="2" charset="-122"/>
              </a:defRPr>
            </a:lvl5pPr>
            <a:lvl6pPr marL="2514600" indent="-228600" eaLnBrk="0" fontAlgn="base" hangingPunct="0">
              <a:spcBef>
                <a:spcPct val="0"/>
              </a:spcBef>
              <a:spcAft>
                <a:spcPct val="0"/>
              </a:spcAft>
              <a:defRPr kumimoji="1" sz="4000">
                <a:solidFill>
                  <a:schemeClr val="tx1"/>
                </a:solidFill>
                <a:latin typeface="Arial" charset="0"/>
                <a:ea typeface="宋体" pitchFamily="2" charset="-122"/>
              </a:defRPr>
            </a:lvl6pPr>
            <a:lvl7pPr marL="2971800" indent="-228600" eaLnBrk="0" fontAlgn="base" hangingPunct="0">
              <a:spcBef>
                <a:spcPct val="0"/>
              </a:spcBef>
              <a:spcAft>
                <a:spcPct val="0"/>
              </a:spcAft>
              <a:defRPr kumimoji="1" sz="4000">
                <a:solidFill>
                  <a:schemeClr val="tx1"/>
                </a:solidFill>
                <a:latin typeface="Arial" charset="0"/>
                <a:ea typeface="宋体" pitchFamily="2" charset="-122"/>
              </a:defRPr>
            </a:lvl7pPr>
            <a:lvl8pPr marL="3429000" indent="-228600" eaLnBrk="0" fontAlgn="base" hangingPunct="0">
              <a:spcBef>
                <a:spcPct val="0"/>
              </a:spcBef>
              <a:spcAft>
                <a:spcPct val="0"/>
              </a:spcAft>
              <a:defRPr kumimoji="1" sz="4000">
                <a:solidFill>
                  <a:schemeClr val="tx1"/>
                </a:solidFill>
                <a:latin typeface="Arial" charset="0"/>
                <a:ea typeface="宋体" pitchFamily="2" charset="-122"/>
              </a:defRPr>
            </a:lvl8pPr>
            <a:lvl9pPr marL="3886200" indent="-228600" eaLnBrk="0" fontAlgn="base" hangingPunct="0">
              <a:spcBef>
                <a:spcPct val="0"/>
              </a:spcBef>
              <a:spcAft>
                <a:spcPct val="0"/>
              </a:spcAft>
              <a:defRPr kumimoji="1" sz="4000">
                <a:solidFill>
                  <a:schemeClr val="tx1"/>
                </a:solidFill>
                <a:latin typeface="Arial" charset="0"/>
                <a:ea typeface="宋体" pitchFamily="2" charset="-122"/>
              </a:defRPr>
            </a:lvl9pPr>
          </a:lstStyle>
          <a:p>
            <a:pPr eaLnBrk="1" hangingPunct="1"/>
            <a:r>
              <a:rPr lang="en-US" altLang="zh-CN" sz="3200" b="1">
                <a:solidFill>
                  <a:srgbClr val="0000CC"/>
                </a:solidFill>
              </a:rPr>
              <a:t>9</a:t>
            </a:r>
            <a:endParaRPr lang="zh-CN" altLang="en-US" sz="3200" b="1">
              <a:solidFill>
                <a:srgbClr val="0000CC"/>
              </a:solidFill>
            </a:endParaRPr>
          </a:p>
        </p:txBody>
      </p:sp>
      <p:sp>
        <p:nvSpPr>
          <p:cNvPr id="28687" name="TextBox 23"/>
          <p:cNvSpPr txBox="1">
            <a:spLocks noChangeArrowheads="1"/>
          </p:cNvSpPr>
          <p:nvPr/>
        </p:nvSpPr>
        <p:spPr bwMode="auto">
          <a:xfrm>
            <a:off x="6556375" y="688975"/>
            <a:ext cx="785813"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000">
                <a:solidFill>
                  <a:schemeClr val="tx1"/>
                </a:solidFill>
                <a:latin typeface="Arial" charset="0"/>
                <a:ea typeface="宋体" pitchFamily="2" charset="-122"/>
              </a:defRPr>
            </a:lvl1pPr>
            <a:lvl2pPr marL="742950" indent="-285750" eaLnBrk="0" hangingPunct="0">
              <a:defRPr kumimoji="1" sz="4000">
                <a:solidFill>
                  <a:schemeClr val="tx1"/>
                </a:solidFill>
                <a:latin typeface="Arial" charset="0"/>
                <a:ea typeface="宋体" pitchFamily="2" charset="-122"/>
              </a:defRPr>
            </a:lvl2pPr>
            <a:lvl3pPr marL="1143000" indent="-228600" eaLnBrk="0" hangingPunct="0">
              <a:defRPr kumimoji="1" sz="4000">
                <a:solidFill>
                  <a:schemeClr val="tx1"/>
                </a:solidFill>
                <a:latin typeface="Arial" charset="0"/>
                <a:ea typeface="宋体" pitchFamily="2" charset="-122"/>
              </a:defRPr>
            </a:lvl3pPr>
            <a:lvl4pPr marL="1600200" indent="-228600" eaLnBrk="0" hangingPunct="0">
              <a:defRPr kumimoji="1" sz="4000">
                <a:solidFill>
                  <a:schemeClr val="tx1"/>
                </a:solidFill>
                <a:latin typeface="Arial" charset="0"/>
                <a:ea typeface="宋体" pitchFamily="2" charset="-122"/>
              </a:defRPr>
            </a:lvl4pPr>
            <a:lvl5pPr marL="2057400" indent="-228600" eaLnBrk="0" hangingPunct="0">
              <a:defRPr kumimoji="1" sz="4000">
                <a:solidFill>
                  <a:schemeClr val="tx1"/>
                </a:solidFill>
                <a:latin typeface="Arial" charset="0"/>
                <a:ea typeface="宋体" pitchFamily="2" charset="-122"/>
              </a:defRPr>
            </a:lvl5pPr>
            <a:lvl6pPr marL="2514600" indent="-228600" eaLnBrk="0" fontAlgn="base" hangingPunct="0">
              <a:spcBef>
                <a:spcPct val="0"/>
              </a:spcBef>
              <a:spcAft>
                <a:spcPct val="0"/>
              </a:spcAft>
              <a:defRPr kumimoji="1" sz="4000">
                <a:solidFill>
                  <a:schemeClr val="tx1"/>
                </a:solidFill>
                <a:latin typeface="Arial" charset="0"/>
                <a:ea typeface="宋体" pitchFamily="2" charset="-122"/>
              </a:defRPr>
            </a:lvl6pPr>
            <a:lvl7pPr marL="2971800" indent="-228600" eaLnBrk="0" fontAlgn="base" hangingPunct="0">
              <a:spcBef>
                <a:spcPct val="0"/>
              </a:spcBef>
              <a:spcAft>
                <a:spcPct val="0"/>
              </a:spcAft>
              <a:defRPr kumimoji="1" sz="4000">
                <a:solidFill>
                  <a:schemeClr val="tx1"/>
                </a:solidFill>
                <a:latin typeface="Arial" charset="0"/>
                <a:ea typeface="宋体" pitchFamily="2" charset="-122"/>
              </a:defRPr>
            </a:lvl7pPr>
            <a:lvl8pPr marL="3429000" indent="-228600" eaLnBrk="0" fontAlgn="base" hangingPunct="0">
              <a:spcBef>
                <a:spcPct val="0"/>
              </a:spcBef>
              <a:spcAft>
                <a:spcPct val="0"/>
              </a:spcAft>
              <a:defRPr kumimoji="1" sz="4000">
                <a:solidFill>
                  <a:schemeClr val="tx1"/>
                </a:solidFill>
                <a:latin typeface="Arial" charset="0"/>
                <a:ea typeface="宋体" pitchFamily="2" charset="-122"/>
              </a:defRPr>
            </a:lvl8pPr>
            <a:lvl9pPr marL="3886200" indent="-228600" eaLnBrk="0" fontAlgn="base" hangingPunct="0">
              <a:spcBef>
                <a:spcPct val="0"/>
              </a:spcBef>
              <a:spcAft>
                <a:spcPct val="0"/>
              </a:spcAft>
              <a:defRPr kumimoji="1" sz="4000">
                <a:solidFill>
                  <a:schemeClr val="tx1"/>
                </a:solidFill>
                <a:latin typeface="Arial" charset="0"/>
                <a:ea typeface="宋体" pitchFamily="2" charset="-122"/>
              </a:defRPr>
            </a:lvl9pPr>
          </a:lstStyle>
          <a:p>
            <a:pPr algn="ctr" eaLnBrk="1" hangingPunct="1"/>
            <a:r>
              <a:rPr lang="en-US" altLang="zh-CN" sz="3200" b="1">
                <a:solidFill>
                  <a:srgbClr val="0000CC"/>
                </a:solidFill>
              </a:rPr>
              <a:t>&amp;a</a:t>
            </a:r>
            <a:endParaRPr lang="zh-CN" altLang="en-US" sz="3200" b="1">
              <a:solidFill>
                <a:srgbClr val="0000CC"/>
              </a:solidFill>
            </a:endParaRPr>
          </a:p>
        </p:txBody>
      </p:sp>
      <p:cxnSp>
        <p:nvCxnSpPr>
          <p:cNvPr id="28688" name="直接箭头连接符 27"/>
          <p:cNvCxnSpPr>
            <a:cxnSpLocks noChangeShapeType="1"/>
            <a:endCxn id="28676" idx="1"/>
          </p:cNvCxnSpPr>
          <p:nvPr/>
        </p:nvCxnSpPr>
        <p:spPr bwMode="auto">
          <a:xfrm rot="16200000" flipH="1">
            <a:off x="7072313" y="1214437"/>
            <a:ext cx="1143000" cy="714375"/>
          </a:xfrm>
          <a:prstGeom prst="straightConnector1">
            <a:avLst/>
          </a:prstGeom>
          <a:noFill/>
          <a:ln w="38100" algn="ctr">
            <a:solidFill>
              <a:srgbClr val="FF0000"/>
            </a:solidFill>
            <a:miter lim="800000"/>
            <a:headEnd/>
            <a:tailEnd type="arrow" w="med" len="med"/>
          </a:ln>
          <a:extLst>
            <a:ext uri="{909E8E84-426E-40DD-AFC4-6F175D3DCCD1}">
              <a14:hiddenFill xmlns:a14="http://schemas.microsoft.com/office/drawing/2010/main">
                <a:noFill/>
              </a14:hiddenFill>
            </a:ext>
          </a:extLst>
        </p:spPr>
      </p:cxnSp>
      <p:sp>
        <p:nvSpPr>
          <p:cNvPr id="28689" name="TextBox 29"/>
          <p:cNvSpPr txBox="1">
            <a:spLocks noChangeArrowheads="1"/>
          </p:cNvSpPr>
          <p:nvPr/>
        </p:nvSpPr>
        <p:spPr bwMode="auto">
          <a:xfrm>
            <a:off x="6572250" y="1857375"/>
            <a:ext cx="785813"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000">
                <a:solidFill>
                  <a:schemeClr val="tx1"/>
                </a:solidFill>
                <a:latin typeface="Arial" charset="0"/>
                <a:ea typeface="宋体" pitchFamily="2" charset="-122"/>
              </a:defRPr>
            </a:lvl1pPr>
            <a:lvl2pPr marL="742950" indent="-285750" eaLnBrk="0" hangingPunct="0">
              <a:defRPr kumimoji="1" sz="4000">
                <a:solidFill>
                  <a:schemeClr val="tx1"/>
                </a:solidFill>
                <a:latin typeface="Arial" charset="0"/>
                <a:ea typeface="宋体" pitchFamily="2" charset="-122"/>
              </a:defRPr>
            </a:lvl2pPr>
            <a:lvl3pPr marL="1143000" indent="-228600" eaLnBrk="0" hangingPunct="0">
              <a:defRPr kumimoji="1" sz="4000">
                <a:solidFill>
                  <a:schemeClr val="tx1"/>
                </a:solidFill>
                <a:latin typeface="Arial" charset="0"/>
                <a:ea typeface="宋体" pitchFamily="2" charset="-122"/>
              </a:defRPr>
            </a:lvl3pPr>
            <a:lvl4pPr marL="1600200" indent="-228600" eaLnBrk="0" hangingPunct="0">
              <a:defRPr kumimoji="1" sz="4000">
                <a:solidFill>
                  <a:schemeClr val="tx1"/>
                </a:solidFill>
                <a:latin typeface="Arial" charset="0"/>
                <a:ea typeface="宋体" pitchFamily="2" charset="-122"/>
              </a:defRPr>
            </a:lvl4pPr>
            <a:lvl5pPr marL="2057400" indent="-228600" eaLnBrk="0" hangingPunct="0">
              <a:defRPr kumimoji="1" sz="4000">
                <a:solidFill>
                  <a:schemeClr val="tx1"/>
                </a:solidFill>
                <a:latin typeface="Arial" charset="0"/>
                <a:ea typeface="宋体" pitchFamily="2" charset="-122"/>
              </a:defRPr>
            </a:lvl5pPr>
            <a:lvl6pPr marL="2514600" indent="-228600" eaLnBrk="0" fontAlgn="base" hangingPunct="0">
              <a:spcBef>
                <a:spcPct val="0"/>
              </a:spcBef>
              <a:spcAft>
                <a:spcPct val="0"/>
              </a:spcAft>
              <a:defRPr kumimoji="1" sz="4000">
                <a:solidFill>
                  <a:schemeClr val="tx1"/>
                </a:solidFill>
                <a:latin typeface="Arial" charset="0"/>
                <a:ea typeface="宋体" pitchFamily="2" charset="-122"/>
              </a:defRPr>
            </a:lvl6pPr>
            <a:lvl7pPr marL="2971800" indent="-228600" eaLnBrk="0" fontAlgn="base" hangingPunct="0">
              <a:spcBef>
                <a:spcPct val="0"/>
              </a:spcBef>
              <a:spcAft>
                <a:spcPct val="0"/>
              </a:spcAft>
              <a:defRPr kumimoji="1" sz="4000">
                <a:solidFill>
                  <a:schemeClr val="tx1"/>
                </a:solidFill>
                <a:latin typeface="Arial" charset="0"/>
                <a:ea typeface="宋体" pitchFamily="2" charset="-122"/>
              </a:defRPr>
            </a:lvl7pPr>
            <a:lvl8pPr marL="3429000" indent="-228600" eaLnBrk="0" fontAlgn="base" hangingPunct="0">
              <a:spcBef>
                <a:spcPct val="0"/>
              </a:spcBef>
              <a:spcAft>
                <a:spcPct val="0"/>
              </a:spcAft>
              <a:defRPr kumimoji="1" sz="4000">
                <a:solidFill>
                  <a:schemeClr val="tx1"/>
                </a:solidFill>
                <a:latin typeface="Arial" charset="0"/>
                <a:ea typeface="宋体" pitchFamily="2" charset="-122"/>
              </a:defRPr>
            </a:lvl8pPr>
            <a:lvl9pPr marL="3886200" indent="-228600" eaLnBrk="0" fontAlgn="base" hangingPunct="0">
              <a:spcBef>
                <a:spcPct val="0"/>
              </a:spcBef>
              <a:spcAft>
                <a:spcPct val="0"/>
              </a:spcAft>
              <a:defRPr kumimoji="1" sz="4000">
                <a:solidFill>
                  <a:schemeClr val="tx1"/>
                </a:solidFill>
                <a:latin typeface="Arial" charset="0"/>
                <a:ea typeface="宋体" pitchFamily="2" charset="-122"/>
              </a:defRPr>
            </a:lvl9pPr>
          </a:lstStyle>
          <a:p>
            <a:pPr algn="ctr" eaLnBrk="1" hangingPunct="1"/>
            <a:r>
              <a:rPr lang="en-US" altLang="zh-CN" sz="3200" b="1">
                <a:solidFill>
                  <a:srgbClr val="0000CC"/>
                </a:solidFill>
              </a:rPr>
              <a:t>&amp;b</a:t>
            </a:r>
            <a:endParaRPr lang="zh-CN" altLang="en-US" sz="3200" b="1">
              <a:solidFill>
                <a:srgbClr val="0000CC"/>
              </a:solidFill>
            </a:endParaRPr>
          </a:p>
        </p:txBody>
      </p:sp>
      <p:cxnSp>
        <p:nvCxnSpPr>
          <p:cNvPr id="28690" name="直接箭头连接符 30"/>
          <p:cNvCxnSpPr>
            <a:cxnSpLocks noChangeShapeType="1"/>
            <a:endCxn id="28675" idx="1"/>
          </p:cNvCxnSpPr>
          <p:nvPr/>
        </p:nvCxnSpPr>
        <p:spPr bwMode="auto">
          <a:xfrm rot="5400000" flipH="1" flipV="1">
            <a:off x="7072313" y="1214437"/>
            <a:ext cx="1143000" cy="714375"/>
          </a:xfrm>
          <a:prstGeom prst="straightConnector1">
            <a:avLst/>
          </a:prstGeom>
          <a:noFill/>
          <a:ln w="38100" algn="ctr">
            <a:solidFill>
              <a:srgbClr val="FF0000"/>
            </a:solidFill>
            <a:miter lim="800000"/>
            <a:headEnd/>
            <a:tailEnd type="arrow" w="med" len="med"/>
          </a:ln>
          <a:extLst>
            <a:ext uri="{909E8E84-426E-40DD-AFC4-6F175D3DCCD1}">
              <a14:hiddenFill xmlns:a14="http://schemas.microsoft.com/office/drawing/2010/main">
                <a:noFill/>
              </a14:hiddenFill>
            </a:ext>
          </a:extLst>
        </p:spPr>
      </p:cxnSp>
      <p:cxnSp>
        <p:nvCxnSpPr>
          <p:cNvPr id="27" name="直接连接符 26"/>
          <p:cNvCxnSpPr>
            <a:cxnSpLocks noChangeShapeType="1"/>
          </p:cNvCxnSpPr>
          <p:nvPr/>
        </p:nvCxnSpPr>
        <p:spPr bwMode="auto">
          <a:xfrm>
            <a:off x="921224" y="4786313"/>
            <a:ext cx="3722784" cy="0"/>
          </a:xfrm>
          <a:prstGeom prst="line">
            <a:avLst/>
          </a:prstGeom>
          <a:noFill/>
          <a:ln w="38100" algn="ctr">
            <a:solidFill>
              <a:srgbClr val="FF0000"/>
            </a:solidFill>
            <a:miter lim="800000"/>
            <a:headEnd/>
            <a:tailEnd/>
          </a:ln>
          <a:extLst>
            <a:ext uri="{909E8E84-426E-40DD-AFC4-6F175D3DCCD1}">
              <a14:hiddenFill xmlns:a14="http://schemas.microsoft.com/office/drawing/2010/main">
                <a:noFill/>
              </a14:hiddenFill>
            </a:ext>
          </a:extLst>
        </p:spPr>
      </p:cxnSp>
      <p:cxnSp>
        <p:nvCxnSpPr>
          <p:cNvPr id="28692" name="直接连接符 35"/>
          <p:cNvCxnSpPr>
            <a:cxnSpLocks noChangeShapeType="1"/>
            <a:stCxn id="28679" idx="3"/>
          </p:cNvCxnSpPr>
          <p:nvPr/>
        </p:nvCxnSpPr>
        <p:spPr bwMode="auto">
          <a:xfrm>
            <a:off x="5857875" y="1643063"/>
            <a:ext cx="2428875" cy="0"/>
          </a:xfrm>
          <a:prstGeom prst="line">
            <a:avLst/>
          </a:prstGeom>
          <a:noFill/>
          <a:ln w="38100" algn="ctr">
            <a:solidFill>
              <a:srgbClr val="FF0000"/>
            </a:solidFill>
            <a:miter lim="800000"/>
            <a:headEnd/>
            <a:tailEnd/>
          </a:ln>
          <a:extLst>
            <a:ext uri="{909E8E84-426E-40DD-AFC4-6F175D3DCCD1}">
              <a14:hiddenFill xmlns:a14="http://schemas.microsoft.com/office/drawing/2010/main">
                <a:noFill/>
              </a14:hiddenFill>
            </a:ext>
          </a:extLst>
        </p:spPr>
      </p:cxnSp>
      <p:cxnSp>
        <p:nvCxnSpPr>
          <p:cNvPr id="28693" name="直接箭头连接符 40"/>
          <p:cNvCxnSpPr>
            <a:cxnSpLocks noChangeShapeType="1"/>
          </p:cNvCxnSpPr>
          <p:nvPr/>
        </p:nvCxnSpPr>
        <p:spPr bwMode="auto">
          <a:xfrm rot="5400000" flipH="1" flipV="1">
            <a:off x="8144669" y="1499394"/>
            <a:ext cx="285750" cy="1588"/>
          </a:xfrm>
          <a:prstGeom prst="straightConnector1">
            <a:avLst/>
          </a:prstGeom>
          <a:noFill/>
          <a:ln w="38100" algn="ctr">
            <a:solidFill>
              <a:srgbClr val="FF0000"/>
            </a:solidFill>
            <a:miter lim="800000"/>
            <a:headEnd/>
            <a:tailEnd type="arrow" w="med" len="med"/>
          </a:ln>
          <a:extLst>
            <a:ext uri="{909E8E84-426E-40DD-AFC4-6F175D3DCCD1}">
              <a14:hiddenFill xmlns:a14="http://schemas.microsoft.com/office/drawing/2010/main">
                <a:noFill/>
              </a14:hiddenFill>
            </a:ext>
          </a:extLst>
        </p:spPr>
      </p:cxnSp>
      <p:sp>
        <p:nvSpPr>
          <p:cNvPr id="28694" name="TextBox 47"/>
          <p:cNvSpPr txBox="1">
            <a:spLocks noChangeArrowheads="1"/>
          </p:cNvSpPr>
          <p:nvPr/>
        </p:nvSpPr>
        <p:spPr bwMode="auto">
          <a:xfrm>
            <a:off x="6618288" y="760413"/>
            <a:ext cx="642937" cy="492125"/>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4000">
                <a:solidFill>
                  <a:schemeClr val="tx1"/>
                </a:solidFill>
                <a:latin typeface="Arial" charset="0"/>
                <a:ea typeface="宋体" pitchFamily="2" charset="-122"/>
              </a:defRPr>
            </a:lvl1pPr>
            <a:lvl2pPr marL="742950" indent="-285750" eaLnBrk="0" hangingPunct="0">
              <a:defRPr kumimoji="1" sz="4000">
                <a:solidFill>
                  <a:schemeClr val="tx1"/>
                </a:solidFill>
                <a:latin typeface="Arial" charset="0"/>
                <a:ea typeface="宋体" pitchFamily="2" charset="-122"/>
              </a:defRPr>
            </a:lvl2pPr>
            <a:lvl3pPr marL="1143000" indent="-228600" eaLnBrk="0" hangingPunct="0">
              <a:defRPr kumimoji="1" sz="4000">
                <a:solidFill>
                  <a:schemeClr val="tx1"/>
                </a:solidFill>
                <a:latin typeface="Arial" charset="0"/>
                <a:ea typeface="宋体" pitchFamily="2" charset="-122"/>
              </a:defRPr>
            </a:lvl3pPr>
            <a:lvl4pPr marL="1600200" indent="-228600" eaLnBrk="0" hangingPunct="0">
              <a:defRPr kumimoji="1" sz="4000">
                <a:solidFill>
                  <a:schemeClr val="tx1"/>
                </a:solidFill>
                <a:latin typeface="Arial" charset="0"/>
                <a:ea typeface="宋体" pitchFamily="2" charset="-122"/>
              </a:defRPr>
            </a:lvl4pPr>
            <a:lvl5pPr marL="2057400" indent="-228600" eaLnBrk="0" hangingPunct="0">
              <a:defRPr kumimoji="1" sz="4000">
                <a:solidFill>
                  <a:schemeClr val="tx1"/>
                </a:solidFill>
                <a:latin typeface="Arial" charset="0"/>
                <a:ea typeface="宋体" pitchFamily="2" charset="-122"/>
              </a:defRPr>
            </a:lvl5pPr>
            <a:lvl6pPr marL="2514600" indent="-228600" eaLnBrk="0" fontAlgn="base" hangingPunct="0">
              <a:spcBef>
                <a:spcPct val="0"/>
              </a:spcBef>
              <a:spcAft>
                <a:spcPct val="0"/>
              </a:spcAft>
              <a:defRPr kumimoji="1" sz="4000">
                <a:solidFill>
                  <a:schemeClr val="tx1"/>
                </a:solidFill>
                <a:latin typeface="Arial" charset="0"/>
                <a:ea typeface="宋体" pitchFamily="2" charset="-122"/>
              </a:defRPr>
            </a:lvl6pPr>
            <a:lvl7pPr marL="2971800" indent="-228600" eaLnBrk="0" fontAlgn="base" hangingPunct="0">
              <a:spcBef>
                <a:spcPct val="0"/>
              </a:spcBef>
              <a:spcAft>
                <a:spcPct val="0"/>
              </a:spcAft>
              <a:defRPr kumimoji="1" sz="4000">
                <a:solidFill>
                  <a:schemeClr val="tx1"/>
                </a:solidFill>
                <a:latin typeface="Arial" charset="0"/>
                <a:ea typeface="宋体" pitchFamily="2" charset="-122"/>
              </a:defRPr>
            </a:lvl7pPr>
            <a:lvl8pPr marL="3429000" indent="-228600" eaLnBrk="0" fontAlgn="base" hangingPunct="0">
              <a:spcBef>
                <a:spcPct val="0"/>
              </a:spcBef>
              <a:spcAft>
                <a:spcPct val="0"/>
              </a:spcAft>
              <a:defRPr kumimoji="1" sz="4000">
                <a:solidFill>
                  <a:schemeClr val="tx1"/>
                </a:solidFill>
                <a:latin typeface="Arial" charset="0"/>
                <a:ea typeface="宋体" pitchFamily="2" charset="-122"/>
              </a:defRPr>
            </a:lvl8pPr>
            <a:lvl9pPr marL="3886200" indent="-228600" eaLnBrk="0" fontAlgn="base" hangingPunct="0">
              <a:spcBef>
                <a:spcPct val="0"/>
              </a:spcBef>
              <a:spcAft>
                <a:spcPct val="0"/>
              </a:spcAft>
              <a:defRPr kumimoji="1" sz="4000">
                <a:solidFill>
                  <a:schemeClr val="tx1"/>
                </a:solidFill>
                <a:latin typeface="Arial" charset="0"/>
                <a:ea typeface="宋体" pitchFamily="2" charset="-122"/>
              </a:defRPr>
            </a:lvl9pPr>
          </a:lstStyle>
          <a:p>
            <a:pPr algn="ctr" eaLnBrk="1" hangingPunct="1"/>
            <a:r>
              <a:rPr lang="en-US" altLang="zh-CN" sz="3200" b="1">
                <a:solidFill>
                  <a:srgbClr val="9D138D"/>
                </a:solidFill>
              </a:rPr>
              <a:t>&amp;b</a:t>
            </a:r>
            <a:endParaRPr lang="zh-CN" altLang="en-US" sz="3200" b="1">
              <a:solidFill>
                <a:srgbClr val="9D138D"/>
              </a:solidFill>
            </a:endParaRPr>
          </a:p>
        </p:txBody>
      </p:sp>
      <p:sp>
        <p:nvSpPr>
          <p:cNvPr id="28695" name="TextBox 55"/>
          <p:cNvSpPr txBox="1">
            <a:spLocks noChangeArrowheads="1"/>
          </p:cNvSpPr>
          <p:nvPr/>
        </p:nvSpPr>
        <p:spPr bwMode="auto">
          <a:xfrm>
            <a:off x="6618288" y="1903413"/>
            <a:ext cx="642937" cy="492125"/>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4000">
                <a:solidFill>
                  <a:schemeClr val="tx1"/>
                </a:solidFill>
                <a:latin typeface="Arial" charset="0"/>
                <a:ea typeface="宋体" pitchFamily="2" charset="-122"/>
              </a:defRPr>
            </a:lvl1pPr>
            <a:lvl2pPr marL="742950" indent="-285750" eaLnBrk="0" hangingPunct="0">
              <a:defRPr kumimoji="1" sz="4000">
                <a:solidFill>
                  <a:schemeClr val="tx1"/>
                </a:solidFill>
                <a:latin typeface="Arial" charset="0"/>
                <a:ea typeface="宋体" pitchFamily="2" charset="-122"/>
              </a:defRPr>
            </a:lvl2pPr>
            <a:lvl3pPr marL="1143000" indent="-228600" eaLnBrk="0" hangingPunct="0">
              <a:defRPr kumimoji="1" sz="4000">
                <a:solidFill>
                  <a:schemeClr val="tx1"/>
                </a:solidFill>
                <a:latin typeface="Arial" charset="0"/>
                <a:ea typeface="宋体" pitchFamily="2" charset="-122"/>
              </a:defRPr>
            </a:lvl3pPr>
            <a:lvl4pPr marL="1600200" indent="-228600" eaLnBrk="0" hangingPunct="0">
              <a:defRPr kumimoji="1" sz="4000">
                <a:solidFill>
                  <a:schemeClr val="tx1"/>
                </a:solidFill>
                <a:latin typeface="Arial" charset="0"/>
                <a:ea typeface="宋体" pitchFamily="2" charset="-122"/>
              </a:defRPr>
            </a:lvl4pPr>
            <a:lvl5pPr marL="2057400" indent="-228600" eaLnBrk="0" hangingPunct="0">
              <a:defRPr kumimoji="1" sz="4000">
                <a:solidFill>
                  <a:schemeClr val="tx1"/>
                </a:solidFill>
                <a:latin typeface="Arial" charset="0"/>
                <a:ea typeface="宋体" pitchFamily="2" charset="-122"/>
              </a:defRPr>
            </a:lvl5pPr>
            <a:lvl6pPr marL="2514600" indent="-228600" eaLnBrk="0" fontAlgn="base" hangingPunct="0">
              <a:spcBef>
                <a:spcPct val="0"/>
              </a:spcBef>
              <a:spcAft>
                <a:spcPct val="0"/>
              </a:spcAft>
              <a:defRPr kumimoji="1" sz="4000">
                <a:solidFill>
                  <a:schemeClr val="tx1"/>
                </a:solidFill>
                <a:latin typeface="Arial" charset="0"/>
                <a:ea typeface="宋体" pitchFamily="2" charset="-122"/>
              </a:defRPr>
            </a:lvl6pPr>
            <a:lvl7pPr marL="2971800" indent="-228600" eaLnBrk="0" fontAlgn="base" hangingPunct="0">
              <a:spcBef>
                <a:spcPct val="0"/>
              </a:spcBef>
              <a:spcAft>
                <a:spcPct val="0"/>
              </a:spcAft>
              <a:defRPr kumimoji="1" sz="4000">
                <a:solidFill>
                  <a:schemeClr val="tx1"/>
                </a:solidFill>
                <a:latin typeface="Arial" charset="0"/>
                <a:ea typeface="宋体" pitchFamily="2" charset="-122"/>
              </a:defRPr>
            </a:lvl7pPr>
            <a:lvl8pPr marL="3429000" indent="-228600" eaLnBrk="0" fontAlgn="base" hangingPunct="0">
              <a:spcBef>
                <a:spcPct val="0"/>
              </a:spcBef>
              <a:spcAft>
                <a:spcPct val="0"/>
              </a:spcAft>
              <a:defRPr kumimoji="1" sz="4000">
                <a:solidFill>
                  <a:schemeClr val="tx1"/>
                </a:solidFill>
                <a:latin typeface="Arial" charset="0"/>
                <a:ea typeface="宋体" pitchFamily="2" charset="-122"/>
              </a:defRPr>
            </a:lvl8pPr>
            <a:lvl9pPr marL="3886200" indent="-228600" eaLnBrk="0" fontAlgn="base" hangingPunct="0">
              <a:spcBef>
                <a:spcPct val="0"/>
              </a:spcBef>
              <a:spcAft>
                <a:spcPct val="0"/>
              </a:spcAft>
              <a:defRPr kumimoji="1" sz="4000">
                <a:solidFill>
                  <a:schemeClr val="tx1"/>
                </a:solidFill>
                <a:latin typeface="Arial" charset="0"/>
                <a:ea typeface="宋体" pitchFamily="2" charset="-122"/>
              </a:defRPr>
            </a:lvl9pPr>
          </a:lstStyle>
          <a:p>
            <a:pPr algn="ctr" eaLnBrk="1" hangingPunct="1"/>
            <a:r>
              <a:rPr lang="en-US" altLang="zh-CN" sz="3200" b="1">
                <a:solidFill>
                  <a:srgbClr val="9D138D"/>
                </a:solidFill>
              </a:rPr>
              <a:t>&amp;a</a:t>
            </a:r>
            <a:endParaRPr lang="zh-CN" altLang="en-US" sz="3200" b="1">
              <a:solidFill>
                <a:srgbClr val="9D138D"/>
              </a:solidFill>
            </a:endParaRPr>
          </a:p>
        </p:txBody>
      </p:sp>
      <p:sp>
        <p:nvSpPr>
          <p:cNvPr id="39" name="TextBox 38"/>
          <p:cNvSpPr txBox="1">
            <a:spLocks noChangeArrowheads="1"/>
          </p:cNvSpPr>
          <p:nvPr/>
        </p:nvSpPr>
        <p:spPr bwMode="auto">
          <a:xfrm>
            <a:off x="4143375" y="3786188"/>
            <a:ext cx="450056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000">
                <a:solidFill>
                  <a:schemeClr val="tx1"/>
                </a:solidFill>
                <a:latin typeface="Arial" charset="0"/>
                <a:ea typeface="宋体" pitchFamily="2" charset="-122"/>
              </a:defRPr>
            </a:lvl1pPr>
            <a:lvl2pPr marL="742950" indent="-285750" eaLnBrk="0" hangingPunct="0">
              <a:defRPr kumimoji="1" sz="4000">
                <a:solidFill>
                  <a:schemeClr val="tx1"/>
                </a:solidFill>
                <a:latin typeface="Arial" charset="0"/>
                <a:ea typeface="宋体" pitchFamily="2" charset="-122"/>
              </a:defRPr>
            </a:lvl2pPr>
            <a:lvl3pPr marL="1143000" indent="-228600" eaLnBrk="0" hangingPunct="0">
              <a:defRPr kumimoji="1" sz="4000">
                <a:solidFill>
                  <a:schemeClr val="tx1"/>
                </a:solidFill>
                <a:latin typeface="Arial" charset="0"/>
                <a:ea typeface="宋体" pitchFamily="2" charset="-122"/>
              </a:defRPr>
            </a:lvl3pPr>
            <a:lvl4pPr marL="1600200" indent="-228600" eaLnBrk="0" hangingPunct="0">
              <a:defRPr kumimoji="1" sz="4000">
                <a:solidFill>
                  <a:schemeClr val="tx1"/>
                </a:solidFill>
                <a:latin typeface="Arial" charset="0"/>
                <a:ea typeface="宋体" pitchFamily="2" charset="-122"/>
              </a:defRPr>
            </a:lvl4pPr>
            <a:lvl5pPr marL="2057400" indent="-228600" eaLnBrk="0" hangingPunct="0">
              <a:defRPr kumimoji="1" sz="4000">
                <a:solidFill>
                  <a:schemeClr val="tx1"/>
                </a:solidFill>
                <a:latin typeface="Arial" charset="0"/>
                <a:ea typeface="宋体" pitchFamily="2" charset="-122"/>
              </a:defRPr>
            </a:lvl5pPr>
            <a:lvl6pPr marL="2514600" indent="-228600" eaLnBrk="0" fontAlgn="base" hangingPunct="0">
              <a:spcBef>
                <a:spcPct val="0"/>
              </a:spcBef>
              <a:spcAft>
                <a:spcPct val="0"/>
              </a:spcAft>
              <a:defRPr kumimoji="1" sz="4000">
                <a:solidFill>
                  <a:schemeClr val="tx1"/>
                </a:solidFill>
                <a:latin typeface="Arial" charset="0"/>
                <a:ea typeface="宋体" pitchFamily="2" charset="-122"/>
              </a:defRPr>
            </a:lvl6pPr>
            <a:lvl7pPr marL="2971800" indent="-228600" eaLnBrk="0" fontAlgn="base" hangingPunct="0">
              <a:spcBef>
                <a:spcPct val="0"/>
              </a:spcBef>
              <a:spcAft>
                <a:spcPct val="0"/>
              </a:spcAft>
              <a:defRPr kumimoji="1" sz="4000">
                <a:solidFill>
                  <a:schemeClr val="tx1"/>
                </a:solidFill>
                <a:latin typeface="Arial" charset="0"/>
                <a:ea typeface="宋体" pitchFamily="2" charset="-122"/>
              </a:defRPr>
            </a:lvl7pPr>
            <a:lvl8pPr marL="3429000" indent="-228600" eaLnBrk="0" fontAlgn="base" hangingPunct="0">
              <a:spcBef>
                <a:spcPct val="0"/>
              </a:spcBef>
              <a:spcAft>
                <a:spcPct val="0"/>
              </a:spcAft>
              <a:defRPr kumimoji="1" sz="4000">
                <a:solidFill>
                  <a:schemeClr val="tx1"/>
                </a:solidFill>
                <a:latin typeface="Arial" charset="0"/>
                <a:ea typeface="宋体" pitchFamily="2" charset="-122"/>
              </a:defRPr>
            </a:lvl8pPr>
            <a:lvl9pPr marL="3886200" indent="-228600" eaLnBrk="0" fontAlgn="base" hangingPunct="0">
              <a:spcBef>
                <a:spcPct val="0"/>
              </a:spcBef>
              <a:spcAft>
                <a:spcPct val="0"/>
              </a:spcAft>
              <a:defRPr kumimoji="1" sz="4000">
                <a:solidFill>
                  <a:schemeClr val="tx1"/>
                </a:solidFill>
                <a:latin typeface="Arial" charset="0"/>
                <a:ea typeface="宋体" pitchFamily="2" charset="-122"/>
              </a:defRPr>
            </a:lvl9pPr>
          </a:lstStyle>
          <a:p>
            <a:pPr eaLnBrk="1" hangingPunct="1"/>
            <a:r>
              <a:rPr lang="zh-CN" altLang="en-US" sz="2800" b="1" dirty="0">
                <a:solidFill>
                  <a:srgbClr val="0000CC"/>
                </a:solidFill>
                <a:latin typeface="黑体" pitchFamily="49" charset="-122"/>
                <a:ea typeface="黑体" pitchFamily="49" charset="-122"/>
              </a:rPr>
              <a:t>可否改为</a:t>
            </a:r>
            <a:r>
              <a:rPr lang="en-US" altLang="zh-CN" sz="2800" b="1" dirty="0">
                <a:solidFill>
                  <a:srgbClr val="0000CC"/>
                </a:solidFill>
                <a:latin typeface="黑体" pitchFamily="49" charset="-122"/>
                <a:ea typeface="黑体" pitchFamily="49" charset="-122"/>
              </a:rPr>
              <a:t>p1=&amp;b; p2=&amp;a;</a:t>
            </a:r>
            <a:r>
              <a:rPr lang="zh-CN" altLang="en-US" sz="2800" b="1" dirty="0">
                <a:solidFill>
                  <a:srgbClr val="FF0000"/>
                </a:solidFill>
                <a:latin typeface="黑体" pitchFamily="49" charset="-122"/>
                <a:ea typeface="黑体" pitchFamily="49" charset="-122"/>
              </a:rPr>
              <a:t>？</a:t>
            </a:r>
          </a:p>
        </p:txBody>
      </p:sp>
      <p:pic>
        <p:nvPicPr>
          <p:cNvPr id="28697" name="图片 24" descr="Untitled2.png">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429625" y="6143625"/>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9995389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8" fill="hold" nodeType="after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slide(fromLeft)">
                                      <p:cBhvr>
                                        <p:cTn id="7" dur="500"/>
                                        <p:tgtEl>
                                          <p:spTgt spid="27"/>
                                        </p:tgtEl>
                                      </p:cBhvr>
                                    </p:animEffect>
                                  </p:childTnLst>
                                </p:cTn>
                              </p:par>
                            </p:childTnLst>
                          </p:cTn>
                        </p:par>
                        <p:par>
                          <p:cTn id="8" fill="hold" nodeType="afterGroup">
                            <p:stCondLst>
                              <p:cond delay="500"/>
                            </p:stCondLst>
                            <p:childTnLst>
                              <p:par>
                                <p:cTn id="9" presetID="3" presetClass="entr" presetSubtype="10" fill="hold" grpId="0" nodeType="afterEffect">
                                  <p:stCondLst>
                                    <p:cond delay="0"/>
                                  </p:stCondLst>
                                  <p:childTnLst>
                                    <p:set>
                                      <p:cBhvr>
                                        <p:cTn id="10" dur="1" fill="hold">
                                          <p:stCondLst>
                                            <p:cond delay="0"/>
                                          </p:stCondLst>
                                        </p:cTn>
                                        <p:tgtEl>
                                          <p:spTgt spid="39"/>
                                        </p:tgtEl>
                                        <p:attrNameLst>
                                          <p:attrName>style.visibility</p:attrName>
                                        </p:attrNameLst>
                                      </p:cBhvr>
                                      <p:to>
                                        <p:strVal val="visible"/>
                                      </p:to>
                                    </p:set>
                                    <p:animEffect transition="in" filter="blinds(horizontal)">
                                      <p:cBhvr>
                                        <p:cTn id="11"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内容占位符 2"/>
          <p:cNvSpPr>
            <a:spLocks noGrp="1"/>
          </p:cNvSpPr>
          <p:nvPr>
            <p:ph idx="1"/>
          </p:nvPr>
        </p:nvSpPr>
        <p:spPr>
          <a:xfrm>
            <a:off x="323528" y="908720"/>
            <a:ext cx="8496943" cy="4767262"/>
          </a:xfrm>
        </p:spPr>
        <p:txBody>
          <a:bodyPr/>
          <a:lstStyle/>
          <a:p>
            <a:r>
              <a:rPr lang="zh-CN" altLang="zh-CN" sz="3200" dirty="0" smtClean="0">
                <a:latin typeface="黑体" pitchFamily="49" charset="-122"/>
                <a:ea typeface="黑体" pitchFamily="49" charset="-122"/>
              </a:rPr>
              <a:t>注意</a:t>
            </a:r>
            <a:r>
              <a:rPr lang="en-US" altLang="zh-CN" sz="3200" dirty="0" smtClean="0">
                <a:latin typeface="黑体" pitchFamily="49" charset="-122"/>
                <a:ea typeface="黑体" pitchFamily="49" charset="-122"/>
              </a:rPr>
              <a:t>:</a:t>
            </a:r>
          </a:p>
          <a:p>
            <a:pPr marL="817200" lvl="1" indent="-457200">
              <a:lnSpc>
                <a:spcPct val="150000"/>
              </a:lnSpc>
              <a:spcBef>
                <a:spcPts val="0"/>
              </a:spcBef>
              <a:buFont typeface="Wingdings" pitchFamily="2" charset="2"/>
              <a:buChar char="u"/>
            </a:pPr>
            <a:r>
              <a:rPr lang="en-US" altLang="zh-CN" sz="2800" dirty="0" smtClean="0">
                <a:solidFill>
                  <a:srgbClr val="00B050"/>
                </a:solidFill>
                <a:latin typeface="黑体" pitchFamily="49" charset="-122"/>
                <a:ea typeface="黑体" pitchFamily="49" charset="-122"/>
              </a:rPr>
              <a:t>a</a:t>
            </a:r>
            <a:r>
              <a:rPr lang="zh-CN" altLang="zh-CN" sz="2800" dirty="0" smtClean="0">
                <a:solidFill>
                  <a:srgbClr val="00B050"/>
                </a:solidFill>
                <a:latin typeface="黑体" pitchFamily="49" charset="-122"/>
                <a:ea typeface="黑体" pitchFamily="49" charset="-122"/>
              </a:rPr>
              <a:t>和</a:t>
            </a:r>
            <a:r>
              <a:rPr lang="en-US" altLang="zh-CN" sz="2800" dirty="0" smtClean="0">
                <a:solidFill>
                  <a:srgbClr val="00B050"/>
                </a:solidFill>
                <a:latin typeface="黑体" pitchFamily="49" charset="-122"/>
                <a:ea typeface="黑体" pitchFamily="49" charset="-122"/>
              </a:rPr>
              <a:t>b</a:t>
            </a:r>
            <a:r>
              <a:rPr lang="zh-CN" altLang="zh-CN" sz="2800" dirty="0" smtClean="0">
                <a:solidFill>
                  <a:srgbClr val="00B050"/>
                </a:solidFill>
                <a:latin typeface="黑体" pitchFamily="49" charset="-122"/>
                <a:ea typeface="黑体" pitchFamily="49" charset="-122"/>
              </a:rPr>
              <a:t>的值</a:t>
            </a:r>
            <a:r>
              <a:rPr lang="zh-CN" altLang="zh-CN" sz="2800" dirty="0" smtClean="0">
                <a:latin typeface="黑体" pitchFamily="49" charset="-122"/>
                <a:ea typeface="黑体" pitchFamily="49" charset="-122"/>
              </a:rPr>
              <a:t>并</a:t>
            </a:r>
            <a:r>
              <a:rPr lang="zh-CN" altLang="zh-CN" sz="2800" dirty="0" smtClean="0">
                <a:solidFill>
                  <a:srgbClr val="FF0000"/>
                </a:solidFill>
                <a:latin typeface="黑体" pitchFamily="49" charset="-122"/>
                <a:ea typeface="黑体" pitchFamily="49" charset="-122"/>
              </a:rPr>
              <a:t>未交换</a:t>
            </a:r>
            <a:r>
              <a:rPr lang="zh-CN" altLang="zh-CN" sz="2800" dirty="0" smtClean="0">
                <a:latin typeface="黑体" pitchFamily="49" charset="-122"/>
                <a:ea typeface="黑体" pitchFamily="49" charset="-122"/>
              </a:rPr>
              <a:t>，它们仍保持原值</a:t>
            </a:r>
            <a:r>
              <a:rPr lang="zh-CN" altLang="en-US" sz="2800" dirty="0" smtClean="0">
                <a:latin typeface="黑体" pitchFamily="49" charset="-122"/>
                <a:ea typeface="黑体" pitchFamily="49" charset="-122"/>
              </a:rPr>
              <a:t>。</a:t>
            </a:r>
            <a:endParaRPr lang="en-US" altLang="zh-CN" sz="2800" dirty="0" smtClean="0">
              <a:latin typeface="黑体" pitchFamily="49" charset="-122"/>
              <a:ea typeface="黑体" pitchFamily="49" charset="-122"/>
            </a:endParaRPr>
          </a:p>
          <a:p>
            <a:pPr marL="817200" lvl="1" indent="-457200">
              <a:lnSpc>
                <a:spcPct val="150000"/>
              </a:lnSpc>
              <a:spcBef>
                <a:spcPts val="0"/>
              </a:spcBef>
              <a:buFont typeface="Wingdings" pitchFamily="2" charset="2"/>
              <a:buChar char="u"/>
            </a:pPr>
            <a:r>
              <a:rPr lang="zh-CN" altLang="zh-CN" sz="2800" dirty="0" smtClean="0">
                <a:solidFill>
                  <a:srgbClr val="00B050"/>
                </a:solidFill>
                <a:latin typeface="黑体" pitchFamily="49" charset="-122"/>
                <a:ea typeface="黑体" pitchFamily="49" charset="-122"/>
              </a:rPr>
              <a:t>但</a:t>
            </a:r>
            <a:r>
              <a:rPr lang="en-US" altLang="zh-CN" sz="2800" dirty="0" smtClean="0">
                <a:solidFill>
                  <a:srgbClr val="00B050"/>
                </a:solidFill>
                <a:latin typeface="黑体" pitchFamily="49" charset="-122"/>
                <a:ea typeface="黑体" pitchFamily="49" charset="-122"/>
              </a:rPr>
              <a:t>p1</a:t>
            </a:r>
            <a:r>
              <a:rPr lang="zh-CN" altLang="zh-CN" sz="2800" dirty="0" smtClean="0">
                <a:solidFill>
                  <a:srgbClr val="00B050"/>
                </a:solidFill>
                <a:latin typeface="黑体" pitchFamily="49" charset="-122"/>
                <a:ea typeface="黑体" pitchFamily="49" charset="-122"/>
              </a:rPr>
              <a:t>和</a:t>
            </a:r>
            <a:r>
              <a:rPr lang="en-US" altLang="zh-CN" sz="2800" dirty="0" smtClean="0">
                <a:solidFill>
                  <a:srgbClr val="00B050"/>
                </a:solidFill>
                <a:latin typeface="黑体" pitchFamily="49" charset="-122"/>
                <a:ea typeface="黑体" pitchFamily="49" charset="-122"/>
              </a:rPr>
              <a:t>p2</a:t>
            </a:r>
            <a:r>
              <a:rPr lang="zh-CN" altLang="zh-CN" sz="2800" dirty="0" smtClean="0">
                <a:solidFill>
                  <a:srgbClr val="00B050"/>
                </a:solidFill>
                <a:latin typeface="黑体" pitchFamily="49" charset="-122"/>
                <a:ea typeface="黑体" pitchFamily="49" charset="-122"/>
              </a:rPr>
              <a:t>的值</a:t>
            </a:r>
            <a:r>
              <a:rPr lang="zh-CN" altLang="zh-CN" sz="2800" dirty="0" smtClean="0">
                <a:solidFill>
                  <a:srgbClr val="FF0000"/>
                </a:solidFill>
                <a:latin typeface="黑体" pitchFamily="49" charset="-122"/>
                <a:ea typeface="黑体" pitchFamily="49" charset="-122"/>
              </a:rPr>
              <a:t>改变了</a:t>
            </a:r>
            <a:r>
              <a:rPr lang="zh-CN" altLang="zh-CN" sz="2800" dirty="0" smtClean="0">
                <a:latin typeface="黑体" pitchFamily="49" charset="-122"/>
                <a:ea typeface="黑体" pitchFamily="49" charset="-122"/>
              </a:rPr>
              <a:t>。</a:t>
            </a:r>
            <a:r>
              <a:rPr lang="en-US" altLang="zh-CN" sz="2800" dirty="0" smtClean="0">
                <a:latin typeface="黑体" pitchFamily="49" charset="-122"/>
                <a:ea typeface="黑体" pitchFamily="49" charset="-122"/>
              </a:rPr>
              <a:t>p1</a:t>
            </a:r>
            <a:r>
              <a:rPr lang="zh-CN" altLang="zh-CN" sz="2800" dirty="0" smtClean="0">
                <a:latin typeface="黑体" pitchFamily="49" charset="-122"/>
                <a:ea typeface="黑体" pitchFamily="49" charset="-122"/>
              </a:rPr>
              <a:t>的值原为</a:t>
            </a:r>
            <a:r>
              <a:rPr lang="en-US" altLang="zh-CN" sz="2800" dirty="0" smtClean="0">
                <a:latin typeface="黑体" pitchFamily="49" charset="-122"/>
                <a:ea typeface="黑体" pitchFamily="49" charset="-122"/>
              </a:rPr>
              <a:t>&amp;a</a:t>
            </a:r>
            <a:r>
              <a:rPr lang="zh-CN" altLang="zh-CN" sz="2800" dirty="0" smtClean="0">
                <a:latin typeface="黑体" pitchFamily="49" charset="-122"/>
                <a:ea typeface="黑体" pitchFamily="49" charset="-122"/>
              </a:rPr>
              <a:t>，后来变成</a:t>
            </a:r>
            <a:r>
              <a:rPr lang="en-US" altLang="zh-CN" sz="2800" dirty="0" smtClean="0">
                <a:latin typeface="黑体" pitchFamily="49" charset="-122"/>
                <a:ea typeface="黑体" pitchFamily="49" charset="-122"/>
              </a:rPr>
              <a:t>&amp;b</a:t>
            </a:r>
            <a:r>
              <a:rPr lang="zh-CN" altLang="zh-CN" sz="2800" dirty="0" smtClean="0">
                <a:latin typeface="黑体" pitchFamily="49" charset="-122"/>
                <a:ea typeface="黑体" pitchFamily="49" charset="-122"/>
              </a:rPr>
              <a:t>，</a:t>
            </a:r>
            <a:r>
              <a:rPr lang="en-US" altLang="zh-CN" sz="2800" dirty="0" smtClean="0">
                <a:latin typeface="黑体" pitchFamily="49" charset="-122"/>
                <a:ea typeface="黑体" pitchFamily="49" charset="-122"/>
              </a:rPr>
              <a:t>p2</a:t>
            </a:r>
            <a:r>
              <a:rPr lang="zh-CN" altLang="zh-CN" sz="2800" dirty="0" smtClean="0">
                <a:latin typeface="黑体" pitchFamily="49" charset="-122"/>
                <a:ea typeface="黑体" pitchFamily="49" charset="-122"/>
              </a:rPr>
              <a:t>原值为</a:t>
            </a:r>
            <a:r>
              <a:rPr lang="en-US" altLang="zh-CN" sz="2800" dirty="0" smtClean="0">
                <a:latin typeface="黑体" pitchFamily="49" charset="-122"/>
                <a:ea typeface="黑体" pitchFamily="49" charset="-122"/>
              </a:rPr>
              <a:t>&amp;b</a:t>
            </a:r>
            <a:r>
              <a:rPr lang="zh-CN" altLang="zh-CN" sz="2800" dirty="0" smtClean="0">
                <a:latin typeface="黑体" pitchFamily="49" charset="-122"/>
                <a:ea typeface="黑体" pitchFamily="49" charset="-122"/>
              </a:rPr>
              <a:t>，后来变成</a:t>
            </a:r>
            <a:r>
              <a:rPr lang="en-US" altLang="zh-CN" sz="2800" dirty="0" smtClean="0">
                <a:latin typeface="黑体" pitchFamily="49" charset="-122"/>
                <a:ea typeface="黑体" pitchFamily="49" charset="-122"/>
              </a:rPr>
              <a:t>&amp;a</a:t>
            </a:r>
            <a:r>
              <a:rPr lang="zh-CN" altLang="en-US" sz="2800" dirty="0" smtClean="0">
                <a:latin typeface="黑体" pitchFamily="49" charset="-122"/>
                <a:ea typeface="黑体" pitchFamily="49" charset="-122"/>
              </a:rPr>
              <a:t>。</a:t>
            </a:r>
            <a:endParaRPr lang="en-US" altLang="zh-CN" sz="2800" dirty="0" smtClean="0">
              <a:latin typeface="黑体" pitchFamily="49" charset="-122"/>
              <a:ea typeface="黑体" pitchFamily="49" charset="-122"/>
            </a:endParaRPr>
          </a:p>
          <a:p>
            <a:pPr marL="817200" lvl="1" indent="-457200">
              <a:lnSpc>
                <a:spcPct val="150000"/>
              </a:lnSpc>
              <a:spcBef>
                <a:spcPts val="0"/>
              </a:spcBef>
              <a:buFont typeface="Wingdings" pitchFamily="2" charset="2"/>
              <a:buChar char="u"/>
            </a:pPr>
            <a:r>
              <a:rPr lang="zh-CN" altLang="zh-CN" sz="2800" dirty="0" smtClean="0">
                <a:latin typeface="黑体" pitchFamily="49" charset="-122"/>
                <a:ea typeface="黑体" pitchFamily="49" charset="-122"/>
              </a:rPr>
              <a:t>这样在输出</a:t>
            </a:r>
            <a:r>
              <a:rPr lang="en-US" altLang="zh-CN" sz="2800" dirty="0" smtClean="0">
                <a:latin typeface="黑体" pitchFamily="49" charset="-122"/>
                <a:ea typeface="黑体" pitchFamily="49" charset="-122"/>
              </a:rPr>
              <a:t>*p1</a:t>
            </a:r>
            <a:r>
              <a:rPr lang="zh-CN" altLang="zh-CN" sz="2800" dirty="0" smtClean="0">
                <a:latin typeface="黑体" pitchFamily="49" charset="-122"/>
                <a:ea typeface="黑体" pitchFamily="49" charset="-122"/>
              </a:rPr>
              <a:t>和</a:t>
            </a:r>
            <a:r>
              <a:rPr lang="en-US" altLang="zh-CN" sz="2800" dirty="0" smtClean="0">
                <a:latin typeface="黑体" pitchFamily="49" charset="-122"/>
                <a:ea typeface="黑体" pitchFamily="49" charset="-122"/>
              </a:rPr>
              <a:t>*p2</a:t>
            </a:r>
            <a:r>
              <a:rPr lang="zh-CN" altLang="zh-CN" sz="2800" dirty="0" smtClean="0">
                <a:latin typeface="黑体" pitchFamily="49" charset="-122"/>
                <a:ea typeface="黑体" pitchFamily="49" charset="-122"/>
              </a:rPr>
              <a:t>时，实际上是输出变量</a:t>
            </a:r>
            <a:r>
              <a:rPr lang="en-US" altLang="zh-CN" sz="2800" dirty="0" smtClean="0">
                <a:latin typeface="黑体" pitchFamily="49" charset="-122"/>
                <a:ea typeface="黑体" pitchFamily="49" charset="-122"/>
              </a:rPr>
              <a:t>b</a:t>
            </a:r>
            <a:r>
              <a:rPr lang="zh-CN" altLang="zh-CN" sz="2800" dirty="0" smtClean="0">
                <a:latin typeface="黑体" pitchFamily="49" charset="-122"/>
                <a:ea typeface="黑体" pitchFamily="49" charset="-122"/>
              </a:rPr>
              <a:t>和</a:t>
            </a:r>
            <a:r>
              <a:rPr lang="en-US" altLang="zh-CN" sz="2800" dirty="0" smtClean="0">
                <a:latin typeface="黑体" pitchFamily="49" charset="-122"/>
                <a:ea typeface="黑体" pitchFamily="49" charset="-122"/>
              </a:rPr>
              <a:t>a</a:t>
            </a:r>
            <a:r>
              <a:rPr lang="zh-CN" altLang="zh-CN" sz="2800" dirty="0" smtClean="0">
                <a:latin typeface="黑体" pitchFamily="49" charset="-122"/>
                <a:ea typeface="黑体" pitchFamily="49" charset="-122"/>
              </a:rPr>
              <a:t>的值，所以先输出</a:t>
            </a:r>
            <a:r>
              <a:rPr lang="en-US" altLang="zh-CN" sz="2800" dirty="0" smtClean="0">
                <a:latin typeface="黑体" pitchFamily="49" charset="-122"/>
                <a:ea typeface="黑体" pitchFamily="49" charset="-122"/>
              </a:rPr>
              <a:t>9</a:t>
            </a:r>
            <a:r>
              <a:rPr lang="zh-CN" altLang="zh-CN" sz="2800" dirty="0" smtClean="0">
                <a:latin typeface="黑体" pitchFamily="49" charset="-122"/>
                <a:ea typeface="黑体" pitchFamily="49" charset="-122"/>
              </a:rPr>
              <a:t>，然后输出</a:t>
            </a:r>
            <a:r>
              <a:rPr lang="en-US" altLang="zh-CN" sz="2800" dirty="0" smtClean="0">
                <a:latin typeface="黑体" pitchFamily="49" charset="-122"/>
                <a:ea typeface="黑体" pitchFamily="49" charset="-122"/>
              </a:rPr>
              <a:t>5</a:t>
            </a:r>
            <a:r>
              <a:rPr lang="zh-CN" altLang="en-US" sz="2800" dirty="0" smtClean="0">
                <a:latin typeface="黑体" pitchFamily="49" charset="-122"/>
                <a:ea typeface="黑体" pitchFamily="49" charset="-122"/>
              </a:rPr>
              <a:t>。</a:t>
            </a:r>
          </a:p>
        </p:txBody>
      </p:sp>
      <p:pic>
        <p:nvPicPr>
          <p:cNvPr id="29699" name="图片 2" descr="Untitled2.png">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429625" y="6143625"/>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5557836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9698">
                                            <p:txEl>
                                              <p:pRg st="1" end="1"/>
                                            </p:txEl>
                                          </p:spTgt>
                                        </p:tgtEl>
                                        <p:attrNameLst>
                                          <p:attrName>style.visibility</p:attrName>
                                        </p:attrNameLst>
                                      </p:cBhvr>
                                      <p:to>
                                        <p:strVal val="visible"/>
                                      </p:to>
                                    </p:set>
                                    <p:anim calcmode="lin" valueType="num">
                                      <p:cBhvr additive="base">
                                        <p:cTn id="7" dur="500" fill="hold"/>
                                        <p:tgtEl>
                                          <p:spTgt spid="29698">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969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9698">
                                            <p:txEl>
                                              <p:pRg st="2" end="2"/>
                                            </p:txEl>
                                          </p:spTgt>
                                        </p:tgtEl>
                                        <p:attrNameLst>
                                          <p:attrName>style.visibility</p:attrName>
                                        </p:attrNameLst>
                                      </p:cBhvr>
                                      <p:to>
                                        <p:strVal val="visible"/>
                                      </p:to>
                                    </p:set>
                                    <p:anim calcmode="lin" valueType="num">
                                      <p:cBhvr additive="base">
                                        <p:cTn id="13" dur="500" fill="hold"/>
                                        <p:tgtEl>
                                          <p:spTgt spid="29698">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969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9698">
                                            <p:txEl>
                                              <p:pRg st="3" end="3"/>
                                            </p:txEl>
                                          </p:spTgt>
                                        </p:tgtEl>
                                        <p:attrNameLst>
                                          <p:attrName>style.visibility</p:attrName>
                                        </p:attrNameLst>
                                      </p:cBhvr>
                                      <p:to>
                                        <p:strVal val="visible"/>
                                      </p:to>
                                    </p:set>
                                    <p:anim calcmode="lin" valueType="num">
                                      <p:cBhvr additive="base">
                                        <p:cTn id="19" dur="500" fill="hold"/>
                                        <p:tgtEl>
                                          <p:spTgt spid="29698">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9698">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42" name="Rectangle 2"/>
          <p:cNvSpPr>
            <a:spLocks noGrp="1" noChangeArrowheads="1"/>
          </p:cNvSpPr>
          <p:nvPr>
            <p:ph type="title"/>
          </p:nvPr>
        </p:nvSpPr>
        <p:spPr>
          <a:xfrm>
            <a:off x="469900" y="476672"/>
            <a:ext cx="8429625" cy="769937"/>
          </a:xfrm>
          <a:effectLst/>
        </p:spPr>
        <p:txBody>
          <a:bodyPr anchor="ctr"/>
          <a:lstStyle/>
          <a:p>
            <a:pPr eaLnBrk="1" hangingPunct="1"/>
            <a:r>
              <a:rPr lang="en-US" altLang="zh-CN" sz="4000" b="1" dirty="0">
                <a:solidFill>
                  <a:schemeClr val="accent2"/>
                </a:solidFill>
                <a:latin typeface="黑体" panose="02010609060101010101" pitchFamily="49" charset="-122"/>
                <a:ea typeface="黑体" panose="02010609060101010101" pitchFamily="49" charset="-122"/>
              </a:rPr>
              <a:t>8.2.4 </a:t>
            </a:r>
            <a:r>
              <a:rPr lang="zh-CN" altLang="zh-CN" sz="4000" b="1" dirty="0">
                <a:solidFill>
                  <a:schemeClr val="accent2"/>
                </a:solidFill>
                <a:latin typeface="黑体" panose="02010609060101010101" pitchFamily="49" charset="-122"/>
                <a:ea typeface="黑体" panose="02010609060101010101" pitchFamily="49" charset="-122"/>
              </a:rPr>
              <a:t>指针变量作为函数参数</a:t>
            </a:r>
            <a:endParaRPr lang="zh-CN" altLang="en-US" sz="4000" b="1" dirty="0">
              <a:solidFill>
                <a:schemeClr val="accent2"/>
              </a:solidFill>
              <a:latin typeface="黑体" panose="02010609060101010101" pitchFamily="49" charset="-122"/>
              <a:ea typeface="黑体" panose="02010609060101010101" pitchFamily="49" charset="-122"/>
            </a:endParaRPr>
          </a:p>
        </p:txBody>
      </p:sp>
      <p:sp>
        <p:nvSpPr>
          <p:cNvPr id="6147" name="Rectangle 3"/>
          <p:cNvSpPr>
            <a:spLocks noGrp="1" noChangeArrowheads="1"/>
          </p:cNvSpPr>
          <p:nvPr>
            <p:ph type="body" idx="1"/>
          </p:nvPr>
        </p:nvSpPr>
        <p:spPr>
          <a:xfrm>
            <a:off x="377825" y="1268760"/>
            <a:ext cx="8521700" cy="4572000"/>
          </a:xfrm>
        </p:spPr>
        <p:txBody>
          <a:bodyPr/>
          <a:lstStyle/>
          <a:p>
            <a:pPr marL="0" indent="0">
              <a:lnSpc>
                <a:spcPct val="150000"/>
              </a:lnSpc>
              <a:spcBef>
                <a:spcPts val="0"/>
              </a:spcBef>
              <a:buFont typeface="Wingdings" pitchFamily="2" charset="2"/>
              <a:buNone/>
            </a:pPr>
            <a:r>
              <a:rPr lang="zh-CN" altLang="zh-CN" sz="2800" dirty="0" smtClean="0">
                <a:latin typeface="黑体" pitchFamily="49" charset="-122"/>
                <a:ea typeface="黑体" pitchFamily="49" charset="-122"/>
              </a:rPr>
              <a:t>例</a:t>
            </a:r>
            <a:r>
              <a:rPr lang="en-US" altLang="zh-CN" sz="2800" dirty="0" smtClean="0">
                <a:latin typeface="黑体" pitchFamily="49" charset="-122"/>
                <a:ea typeface="黑体" pitchFamily="49" charset="-122"/>
              </a:rPr>
              <a:t>8.3 </a:t>
            </a:r>
            <a:r>
              <a:rPr lang="zh-CN" altLang="zh-CN" sz="2800" dirty="0" smtClean="0">
                <a:latin typeface="黑体" pitchFamily="49" charset="-122"/>
                <a:ea typeface="黑体" pitchFamily="49" charset="-122"/>
              </a:rPr>
              <a:t>题目要求同例</a:t>
            </a:r>
            <a:r>
              <a:rPr lang="en-US" altLang="zh-CN" sz="2800" dirty="0" smtClean="0">
                <a:latin typeface="黑体" pitchFamily="49" charset="-122"/>
                <a:ea typeface="黑体" pitchFamily="49" charset="-122"/>
              </a:rPr>
              <a:t>8.2</a:t>
            </a:r>
            <a:r>
              <a:rPr lang="zh-CN" altLang="zh-CN" sz="2800" dirty="0" smtClean="0">
                <a:latin typeface="黑体" pitchFamily="49" charset="-122"/>
                <a:ea typeface="黑体" pitchFamily="49" charset="-122"/>
              </a:rPr>
              <a:t>，即对输入的两个整数按大小顺序输出。现用</a:t>
            </a:r>
            <a:r>
              <a:rPr lang="zh-CN" altLang="zh-CN" sz="2800" dirty="0" smtClean="0">
                <a:solidFill>
                  <a:srgbClr val="00B050"/>
                </a:solidFill>
                <a:latin typeface="黑体" pitchFamily="49" charset="-122"/>
                <a:ea typeface="黑体" pitchFamily="49" charset="-122"/>
              </a:rPr>
              <a:t>函数处理</a:t>
            </a:r>
            <a:r>
              <a:rPr lang="zh-CN" altLang="zh-CN" sz="2800" dirty="0" smtClean="0">
                <a:latin typeface="黑体" pitchFamily="49" charset="-122"/>
                <a:ea typeface="黑体" pitchFamily="49" charset="-122"/>
              </a:rPr>
              <a:t>，而且用指针类型的数据作函数参数。</a:t>
            </a:r>
            <a:endParaRPr lang="en-US" altLang="zh-CN" sz="2800" dirty="0" smtClean="0">
              <a:latin typeface="黑体" pitchFamily="49" charset="-122"/>
              <a:ea typeface="黑体" pitchFamily="49" charset="-122"/>
            </a:endParaRPr>
          </a:p>
          <a:p>
            <a:pPr marL="457200" indent="-457200">
              <a:lnSpc>
                <a:spcPct val="150000"/>
              </a:lnSpc>
              <a:spcBef>
                <a:spcPts val="0"/>
              </a:spcBef>
              <a:buFont typeface="Wingdings" pitchFamily="2" charset="2"/>
              <a:buChar char="Ø"/>
            </a:pPr>
            <a:r>
              <a:rPr lang="zh-CN" altLang="zh-CN" sz="2800" dirty="0" smtClean="0">
                <a:latin typeface="黑体" pitchFamily="49" charset="-122"/>
                <a:ea typeface="黑体" pitchFamily="49" charset="-122"/>
              </a:rPr>
              <a:t>解题思路：定义一个函数</a:t>
            </a:r>
            <a:r>
              <a:rPr lang="en-US" altLang="zh-CN" sz="2800" dirty="0" smtClean="0">
                <a:latin typeface="黑体" pitchFamily="49" charset="-122"/>
                <a:ea typeface="黑体" pitchFamily="49" charset="-122"/>
              </a:rPr>
              <a:t>swap</a:t>
            </a:r>
            <a:r>
              <a:rPr lang="zh-CN" altLang="zh-CN" sz="2800" dirty="0" smtClean="0">
                <a:latin typeface="黑体" pitchFamily="49" charset="-122"/>
                <a:ea typeface="黑体" pitchFamily="49" charset="-122"/>
              </a:rPr>
              <a:t>，将指向两个整型变量的</a:t>
            </a:r>
            <a:r>
              <a:rPr lang="zh-CN" altLang="zh-CN" sz="2800" dirty="0" smtClean="0">
                <a:solidFill>
                  <a:srgbClr val="FF0000"/>
                </a:solidFill>
                <a:latin typeface="黑体" pitchFamily="49" charset="-122"/>
                <a:ea typeface="黑体" pitchFamily="49" charset="-122"/>
              </a:rPr>
              <a:t>指针变量</a:t>
            </a:r>
            <a:r>
              <a:rPr lang="zh-CN" altLang="zh-CN" sz="2800" dirty="0" smtClean="0">
                <a:latin typeface="黑体" pitchFamily="49" charset="-122"/>
                <a:ea typeface="黑体" pitchFamily="49" charset="-122"/>
              </a:rPr>
              <a:t>作为</a:t>
            </a:r>
            <a:r>
              <a:rPr lang="zh-CN" altLang="zh-CN" sz="2800" dirty="0" smtClean="0">
                <a:solidFill>
                  <a:srgbClr val="00B050"/>
                </a:solidFill>
                <a:latin typeface="黑体" pitchFamily="49" charset="-122"/>
                <a:ea typeface="黑体" pitchFamily="49" charset="-122"/>
              </a:rPr>
              <a:t>实参</a:t>
            </a:r>
            <a:r>
              <a:rPr lang="zh-CN" altLang="zh-CN" sz="2800" dirty="0" smtClean="0">
                <a:latin typeface="黑体" pitchFamily="49" charset="-122"/>
                <a:ea typeface="黑体" pitchFamily="49" charset="-122"/>
              </a:rPr>
              <a:t>传递给</a:t>
            </a:r>
            <a:r>
              <a:rPr lang="en-US" altLang="zh-CN" sz="2800" dirty="0" smtClean="0">
                <a:latin typeface="黑体" pitchFamily="49" charset="-122"/>
                <a:ea typeface="黑体" pitchFamily="49" charset="-122"/>
              </a:rPr>
              <a:t>swap</a:t>
            </a:r>
            <a:r>
              <a:rPr lang="zh-CN" altLang="zh-CN" sz="2800" dirty="0" smtClean="0">
                <a:latin typeface="黑体" pitchFamily="49" charset="-122"/>
                <a:ea typeface="黑体" pitchFamily="49" charset="-122"/>
              </a:rPr>
              <a:t>函数的</a:t>
            </a:r>
            <a:r>
              <a:rPr lang="zh-CN" altLang="zh-CN" sz="2800" dirty="0" smtClean="0">
                <a:solidFill>
                  <a:srgbClr val="FF0000"/>
                </a:solidFill>
                <a:latin typeface="黑体" pitchFamily="49" charset="-122"/>
                <a:ea typeface="黑体" pitchFamily="49" charset="-122"/>
              </a:rPr>
              <a:t>形参指针变量</a:t>
            </a:r>
            <a:r>
              <a:rPr lang="zh-CN" altLang="zh-CN" sz="2800" dirty="0" smtClean="0">
                <a:latin typeface="黑体" pitchFamily="49" charset="-122"/>
                <a:ea typeface="黑体" pitchFamily="49" charset="-122"/>
              </a:rPr>
              <a:t>，在函数中通过</a:t>
            </a:r>
            <a:r>
              <a:rPr lang="zh-CN" altLang="zh-CN" sz="2800" dirty="0" smtClean="0">
                <a:solidFill>
                  <a:srgbClr val="0000FF"/>
                </a:solidFill>
                <a:latin typeface="黑体" pitchFamily="49" charset="-122"/>
                <a:ea typeface="黑体" pitchFamily="49" charset="-122"/>
              </a:rPr>
              <a:t>指针实现交换两个变量的值</a:t>
            </a:r>
            <a:r>
              <a:rPr lang="zh-CN" altLang="zh-CN" sz="2800" dirty="0" smtClean="0">
                <a:latin typeface="黑体" pitchFamily="49" charset="-122"/>
                <a:ea typeface="黑体" pitchFamily="49" charset="-122"/>
              </a:rPr>
              <a:t>。</a:t>
            </a:r>
            <a:endParaRPr lang="en-US" altLang="zh-CN" sz="2800" dirty="0" smtClean="0">
              <a:latin typeface="黑体" pitchFamily="49" charset="-122"/>
              <a:ea typeface="黑体" pitchFamily="49" charset="-122"/>
            </a:endParaRPr>
          </a:p>
        </p:txBody>
      </p:sp>
      <p:pic>
        <p:nvPicPr>
          <p:cNvPr id="30724" name="图片 3" descr="Untitled2.png">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429625" y="6143625"/>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89405750"/>
      </p:ext>
    </p:extLst>
  </p:cSld>
  <p:clrMapOvr>
    <a:masterClrMapping/>
  </p:clrMapOvr>
  <p:transition spd="med">
    <p:blinds/>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6147">
                                            <p:txEl>
                                              <p:pRg st="1" end="1"/>
                                            </p:txEl>
                                          </p:spTgt>
                                        </p:tgtEl>
                                        <p:attrNameLst>
                                          <p:attrName>style.visibility</p:attrName>
                                        </p:attrNameLst>
                                      </p:cBhvr>
                                      <p:to>
                                        <p:strVal val="visible"/>
                                      </p:to>
                                    </p:set>
                                    <p:animEffect transition="in" filter="blinds(horizontal)">
                                      <p:cBhvr>
                                        <p:cTn id="7" dur="500"/>
                                        <p:tgtEl>
                                          <p:spTgt spid="614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内容占位符 2"/>
          <p:cNvSpPr>
            <a:spLocks noGrp="1"/>
          </p:cNvSpPr>
          <p:nvPr>
            <p:ph idx="1"/>
          </p:nvPr>
        </p:nvSpPr>
        <p:spPr>
          <a:xfrm>
            <a:off x="71438" y="571500"/>
            <a:ext cx="8153400" cy="6143625"/>
          </a:xfrm>
        </p:spPr>
        <p:txBody>
          <a:bodyPr/>
          <a:lstStyle/>
          <a:p>
            <a:pPr>
              <a:lnSpc>
                <a:spcPct val="100000"/>
              </a:lnSpc>
              <a:buFont typeface="Wingdings" pitchFamily="2" charset="2"/>
              <a:buNone/>
            </a:pPr>
            <a:r>
              <a:rPr lang="en-US" altLang="zh-CN" sz="2800" dirty="0" smtClean="0"/>
              <a:t>#include &lt;</a:t>
            </a:r>
            <a:r>
              <a:rPr lang="en-US" altLang="zh-CN" sz="2800" dirty="0" err="1" smtClean="0"/>
              <a:t>stdio.h</a:t>
            </a:r>
            <a:r>
              <a:rPr lang="en-US" altLang="zh-CN" sz="2800" dirty="0" smtClean="0"/>
              <a:t>&gt;</a:t>
            </a:r>
            <a:endParaRPr lang="zh-CN" altLang="zh-CN" sz="2800" dirty="0" smtClean="0"/>
          </a:p>
          <a:p>
            <a:pPr>
              <a:lnSpc>
                <a:spcPct val="100000"/>
              </a:lnSpc>
              <a:buFont typeface="Wingdings" pitchFamily="2" charset="2"/>
              <a:buNone/>
            </a:pPr>
            <a:r>
              <a:rPr lang="en-US" altLang="zh-CN" sz="2800" dirty="0" err="1" smtClean="0"/>
              <a:t>int</a:t>
            </a:r>
            <a:r>
              <a:rPr lang="en-US" altLang="zh-CN" sz="2800" dirty="0" smtClean="0"/>
              <a:t> main()</a:t>
            </a:r>
            <a:endParaRPr lang="zh-CN" altLang="zh-CN" sz="2800" dirty="0" smtClean="0"/>
          </a:p>
          <a:p>
            <a:pPr>
              <a:lnSpc>
                <a:spcPct val="100000"/>
              </a:lnSpc>
              <a:buFont typeface="Wingdings" pitchFamily="2" charset="2"/>
              <a:buNone/>
            </a:pPr>
            <a:r>
              <a:rPr lang="en-US" altLang="zh-CN" sz="2800" dirty="0" smtClean="0"/>
              <a:t>{</a:t>
            </a:r>
            <a:r>
              <a:rPr lang="en-US" altLang="zh-CN" sz="2800" dirty="0" smtClean="0">
                <a:solidFill>
                  <a:srgbClr val="00B050"/>
                </a:solidFill>
              </a:rPr>
              <a:t>void swap(</a:t>
            </a:r>
            <a:r>
              <a:rPr lang="en-US" altLang="zh-CN" sz="2800" dirty="0" err="1" smtClean="0">
                <a:solidFill>
                  <a:srgbClr val="00B050"/>
                </a:solidFill>
              </a:rPr>
              <a:t>int</a:t>
            </a:r>
            <a:r>
              <a:rPr lang="en-US" altLang="zh-CN" sz="2800" dirty="0" smtClean="0">
                <a:solidFill>
                  <a:srgbClr val="00B050"/>
                </a:solidFill>
              </a:rPr>
              <a:t> *p1,int *p2);  </a:t>
            </a:r>
            <a:endParaRPr lang="zh-CN" altLang="zh-CN" sz="2800" dirty="0" smtClean="0">
              <a:solidFill>
                <a:srgbClr val="00B050"/>
              </a:solidFill>
            </a:endParaRPr>
          </a:p>
          <a:p>
            <a:pPr>
              <a:lnSpc>
                <a:spcPct val="100000"/>
              </a:lnSpc>
              <a:buFont typeface="Wingdings" pitchFamily="2" charset="2"/>
              <a:buNone/>
            </a:pPr>
            <a:r>
              <a:rPr lang="en-US" altLang="zh-CN" sz="2800" dirty="0" smtClean="0"/>
              <a:t>  </a:t>
            </a:r>
            <a:r>
              <a:rPr lang="en-US" altLang="zh-CN" sz="2800" dirty="0" err="1" smtClean="0"/>
              <a:t>int</a:t>
            </a:r>
            <a:r>
              <a:rPr lang="en-US" altLang="zh-CN" sz="2800" dirty="0" smtClean="0"/>
              <a:t> </a:t>
            </a:r>
            <a:r>
              <a:rPr lang="en-US" altLang="zh-CN" sz="2800" dirty="0" err="1" smtClean="0"/>
              <a:t>a,b</a:t>
            </a:r>
            <a:r>
              <a:rPr lang="en-US" altLang="zh-CN" sz="2800" dirty="0" smtClean="0"/>
              <a:t>;  </a:t>
            </a:r>
            <a:r>
              <a:rPr lang="en-US" altLang="zh-CN" sz="2800" dirty="0" err="1" smtClean="0"/>
              <a:t>int</a:t>
            </a:r>
            <a:r>
              <a:rPr lang="en-US" altLang="zh-CN" sz="2800" dirty="0" smtClean="0"/>
              <a:t>*pointer_1,*pointer_2; </a:t>
            </a:r>
            <a:endParaRPr lang="zh-CN" altLang="zh-CN" sz="2800" dirty="0" smtClean="0"/>
          </a:p>
          <a:p>
            <a:pPr>
              <a:lnSpc>
                <a:spcPct val="100000"/>
              </a:lnSpc>
              <a:buFont typeface="Wingdings" pitchFamily="2" charset="2"/>
              <a:buNone/>
            </a:pPr>
            <a:r>
              <a:rPr lang="en-US" altLang="zh-CN" sz="2800" dirty="0" smtClean="0"/>
              <a:t>  </a:t>
            </a:r>
            <a:r>
              <a:rPr lang="en-US" altLang="zh-CN" sz="2800" dirty="0" err="1" smtClean="0"/>
              <a:t>printf</a:t>
            </a:r>
            <a:r>
              <a:rPr lang="en-US" altLang="zh-CN" sz="2800" dirty="0" smtClean="0"/>
              <a:t>("please enter a and b:");</a:t>
            </a:r>
            <a:endParaRPr lang="zh-CN" altLang="zh-CN" sz="2800" dirty="0" smtClean="0"/>
          </a:p>
          <a:p>
            <a:pPr>
              <a:lnSpc>
                <a:spcPct val="100000"/>
              </a:lnSpc>
              <a:buFont typeface="Wingdings" pitchFamily="2" charset="2"/>
              <a:buNone/>
            </a:pPr>
            <a:r>
              <a:rPr lang="en-US" altLang="zh-CN" sz="2800" dirty="0" smtClean="0"/>
              <a:t>  </a:t>
            </a:r>
            <a:r>
              <a:rPr lang="en-US" altLang="zh-CN" sz="2800" dirty="0" err="1" smtClean="0"/>
              <a:t>scanf</a:t>
            </a:r>
            <a:r>
              <a:rPr lang="en-US" altLang="zh-CN" sz="2800" dirty="0" smtClean="0"/>
              <a:t>(“%</a:t>
            </a:r>
            <a:r>
              <a:rPr lang="en-US" altLang="zh-CN" sz="2800" dirty="0" err="1" smtClean="0"/>
              <a:t>d,%d”,&amp;a,&amp;b</a:t>
            </a:r>
            <a:r>
              <a:rPr lang="en-US" altLang="zh-CN" sz="2800" dirty="0" smtClean="0"/>
              <a:t>); </a:t>
            </a:r>
            <a:endParaRPr lang="zh-CN" altLang="zh-CN" sz="2800" dirty="0" smtClean="0"/>
          </a:p>
          <a:p>
            <a:pPr>
              <a:lnSpc>
                <a:spcPct val="100000"/>
              </a:lnSpc>
              <a:buFont typeface="Wingdings" pitchFamily="2" charset="2"/>
              <a:buNone/>
            </a:pPr>
            <a:r>
              <a:rPr lang="en-US" altLang="zh-CN" sz="2800" dirty="0" smtClean="0"/>
              <a:t>  pointer_1=&amp;a; </a:t>
            </a:r>
            <a:endParaRPr lang="zh-CN" altLang="zh-CN" sz="2800" dirty="0" smtClean="0"/>
          </a:p>
          <a:p>
            <a:pPr>
              <a:lnSpc>
                <a:spcPct val="100000"/>
              </a:lnSpc>
              <a:buFont typeface="Wingdings" pitchFamily="2" charset="2"/>
              <a:buNone/>
            </a:pPr>
            <a:r>
              <a:rPr lang="en-US" altLang="zh-CN" sz="2800" dirty="0" smtClean="0"/>
              <a:t>  pointer_2=&amp;b;  </a:t>
            </a:r>
            <a:endParaRPr lang="zh-CN" altLang="zh-CN" sz="2800" dirty="0" smtClean="0"/>
          </a:p>
          <a:p>
            <a:pPr>
              <a:lnSpc>
                <a:spcPct val="100000"/>
              </a:lnSpc>
              <a:buFont typeface="Wingdings" pitchFamily="2" charset="2"/>
              <a:buNone/>
            </a:pPr>
            <a:r>
              <a:rPr lang="en-US" altLang="zh-CN" sz="2800" dirty="0" smtClean="0"/>
              <a:t>  if (a&lt;b)  swap(pointer_1,pointer_2); </a:t>
            </a:r>
            <a:endParaRPr lang="zh-CN" altLang="zh-CN" sz="2800" dirty="0" smtClean="0"/>
          </a:p>
          <a:p>
            <a:pPr>
              <a:lnSpc>
                <a:spcPct val="100000"/>
              </a:lnSpc>
              <a:buFont typeface="Wingdings" pitchFamily="2" charset="2"/>
              <a:buNone/>
            </a:pPr>
            <a:r>
              <a:rPr lang="en-US" altLang="zh-CN" sz="2800" dirty="0" smtClean="0"/>
              <a:t>  </a:t>
            </a:r>
            <a:r>
              <a:rPr lang="en-US" altLang="zh-CN" sz="2800" dirty="0" err="1" smtClean="0"/>
              <a:t>printf</a:t>
            </a:r>
            <a:r>
              <a:rPr lang="en-US" altLang="zh-CN" sz="2800" dirty="0" smtClean="0"/>
              <a:t>(“max=%</a:t>
            </a:r>
            <a:r>
              <a:rPr lang="en-US" altLang="zh-CN" sz="2800" dirty="0" err="1" smtClean="0"/>
              <a:t>d,min</a:t>
            </a:r>
            <a:r>
              <a:rPr lang="en-US" altLang="zh-CN" sz="2800" dirty="0" smtClean="0"/>
              <a:t>=%d\n”,</a:t>
            </a:r>
            <a:r>
              <a:rPr lang="en-US" altLang="zh-CN" sz="2800" dirty="0" err="1" smtClean="0"/>
              <a:t>a,b</a:t>
            </a:r>
            <a:r>
              <a:rPr lang="en-US" altLang="zh-CN" sz="2800" dirty="0" smtClean="0"/>
              <a:t>); </a:t>
            </a:r>
            <a:endParaRPr lang="zh-CN" altLang="zh-CN" sz="2800" dirty="0" smtClean="0"/>
          </a:p>
          <a:p>
            <a:pPr>
              <a:lnSpc>
                <a:spcPct val="100000"/>
              </a:lnSpc>
              <a:buFont typeface="Wingdings" pitchFamily="2" charset="2"/>
              <a:buNone/>
            </a:pPr>
            <a:r>
              <a:rPr lang="en-US" altLang="zh-CN" sz="2800" dirty="0" smtClean="0"/>
              <a:t>  return 0;</a:t>
            </a:r>
            <a:endParaRPr lang="zh-CN" altLang="zh-CN" sz="2800" dirty="0" smtClean="0"/>
          </a:p>
          <a:p>
            <a:pPr>
              <a:lnSpc>
                <a:spcPct val="100000"/>
              </a:lnSpc>
              <a:buFont typeface="Wingdings" pitchFamily="2" charset="2"/>
              <a:buNone/>
            </a:pPr>
            <a:r>
              <a:rPr lang="en-US" altLang="zh-CN" sz="2800" dirty="0" smtClean="0"/>
              <a:t> }    </a:t>
            </a:r>
            <a:endParaRPr lang="zh-CN" altLang="zh-CN" sz="2800" dirty="0" smtClean="0"/>
          </a:p>
          <a:p>
            <a:pPr>
              <a:lnSpc>
                <a:spcPct val="100000"/>
              </a:lnSpc>
              <a:buFont typeface="Wingdings" pitchFamily="2" charset="2"/>
              <a:buNone/>
            </a:pPr>
            <a:endParaRPr lang="zh-CN" altLang="en-US" sz="2800" dirty="0" smtClean="0"/>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57813" y="3143250"/>
            <a:ext cx="928687"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矩形 4"/>
          <p:cNvSpPr>
            <a:spLocks noChangeArrowheads="1"/>
          </p:cNvSpPr>
          <p:nvPr/>
        </p:nvSpPr>
        <p:spPr bwMode="auto">
          <a:xfrm>
            <a:off x="5218113" y="4013200"/>
            <a:ext cx="714375" cy="714375"/>
          </a:xfrm>
          <a:prstGeom prst="rect">
            <a:avLst/>
          </a:prstGeom>
          <a:solidFill>
            <a:schemeClr val="accent1"/>
          </a:solidFill>
          <a:ln w="38100" algn="ctr">
            <a:solidFill>
              <a:schemeClr val="tx1"/>
            </a:solidFill>
            <a:miter lim="800000"/>
            <a:headEnd/>
            <a:tailEnd/>
          </a:ln>
        </p:spPr>
        <p:txBody>
          <a:bodyPr wrap="none"/>
          <a:lstStyle/>
          <a:p>
            <a:endParaRPr lang="zh-CN" altLang="en-US"/>
          </a:p>
        </p:txBody>
      </p:sp>
      <p:sp>
        <p:nvSpPr>
          <p:cNvPr id="6" name="矩形 5"/>
          <p:cNvSpPr>
            <a:spLocks noChangeArrowheads="1"/>
          </p:cNvSpPr>
          <p:nvPr/>
        </p:nvSpPr>
        <p:spPr bwMode="auto">
          <a:xfrm>
            <a:off x="8215313" y="4000500"/>
            <a:ext cx="714375" cy="714375"/>
          </a:xfrm>
          <a:prstGeom prst="rect">
            <a:avLst/>
          </a:prstGeom>
          <a:solidFill>
            <a:schemeClr val="accent1"/>
          </a:solidFill>
          <a:ln w="38100" algn="ctr">
            <a:solidFill>
              <a:schemeClr val="tx1"/>
            </a:solidFill>
            <a:miter lim="800000"/>
            <a:headEnd/>
            <a:tailEnd/>
          </a:ln>
        </p:spPr>
        <p:txBody>
          <a:bodyPr wrap="none"/>
          <a:lstStyle/>
          <a:p>
            <a:endParaRPr lang="zh-CN" altLang="en-US"/>
          </a:p>
        </p:txBody>
      </p:sp>
      <p:sp>
        <p:nvSpPr>
          <p:cNvPr id="7" name="矩形 6"/>
          <p:cNvSpPr>
            <a:spLocks noChangeArrowheads="1"/>
          </p:cNvSpPr>
          <p:nvPr/>
        </p:nvSpPr>
        <p:spPr bwMode="auto">
          <a:xfrm>
            <a:off x="3789363" y="4013200"/>
            <a:ext cx="714375" cy="714375"/>
          </a:xfrm>
          <a:prstGeom prst="rect">
            <a:avLst/>
          </a:prstGeom>
          <a:solidFill>
            <a:schemeClr val="accent1"/>
          </a:solidFill>
          <a:ln w="38100" algn="ctr">
            <a:solidFill>
              <a:schemeClr val="tx1"/>
            </a:solidFill>
            <a:miter lim="800000"/>
            <a:headEnd/>
            <a:tailEnd/>
          </a:ln>
        </p:spPr>
        <p:txBody>
          <a:bodyPr wrap="none"/>
          <a:lstStyle/>
          <a:p>
            <a:endParaRPr lang="zh-CN" altLang="en-US"/>
          </a:p>
        </p:txBody>
      </p:sp>
      <p:sp>
        <p:nvSpPr>
          <p:cNvPr id="8" name="矩形 7"/>
          <p:cNvSpPr>
            <a:spLocks noChangeArrowheads="1"/>
          </p:cNvSpPr>
          <p:nvPr/>
        </p:nvSpPr>
        <p:spPr bwMode="auto">
          <a:xfrm>
            <a:off x="6786563" y="4000500"/>
            <a:ext cx="714375" cy="714375"/>
          </a:xfrm>
          <a:prstGeom prst="rect">
            <a:avLst/>
          </a:prstGeom>
          <a:solidFill>
            <a:schemeClr val="accent1"/>
          </a:solidFill>
          <a:ln w="38100" algn="ctr">
            <a:solidFill>
              <a:schemeClr val="tx1"/>
            </a:solidFill>
            <a:miter lim="800000"/>
            <a:headEnd/>
            <a:tailEnd/>
          </a:ln>
        </p:spPr>
        <p:txBody>
          <a:bodyPr wrap="none"/>
          <a:lstStyle/>
          <a:p>
            <a:endParaRPr lang="zh-CN" altLang="en-US"/>
          </a:p>
        </p:txBody>
      </p:sp>
      <p:sp>
        <p:nvSpPr>
          <p:cNvPr id="9" name="TextBox 8"/>
          <p:cNvSpPr txBox="1">
            <a:spLocks noChangeArrowheads="1"/>
          </p:cNvSpPr>
          <p:nvPr/>
        </p:nvSpPr>
        <p:spPr bwMode="auto">
          <a:xfrm>
            <a:off x="5402263" y="3505200"/>
            <a:ext cx="500062"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000">
                <a:solidFill>
                  <a:schemeClr val="tx1"/>
                </a:solidFill>
                <a:latin typeface="Arial" charset="0"/>
                <a:ea typeface="宋体" pitchFamily="2" charset="-122"/>
              </a:defRPr>
            </a:lvl1pPr>
            <a:lvl2pPr marL="742950" indent="-285750" eaLnBrk="0" hangingPunct="0">
              <a:defRPr kumimoji="1" sz="4000">
                <a:solidFill>
                  <a:schemeClr val="tx1"/>
                </a:solidFill>
                <a:latin typeface="Arial" charset="0"/>
                <a:ea typeface="宋体" pitchFamily="2" charset="-122"/>
              </a:defRPr>
            </a:lvl2pPr>
            <a:lvl3pPr marL="1143000" indent="-228600" eaLnBrk="0" hangingPunct="0">
              <a:defRPr kumimoji="1" sz="4000">
                <a:solidFill>
                  <a:schemeClr val="tx1"/>
                </a:solidFill>
                <a:latin typeface="Arial" charset="0"/>
                <a:ea typeface="宋体" pitchFamily="2" charset="-122"/>
              </a:defRPr>
            </a:lvl3pPr>
            <a:lvl4pPr marL="1600200" indent="-228600" eaLnBrk="0" hangingPunct="0">
              <a:defRPr kumimoji="1" sz="4000">
                <a:solidFill>
                  <a:schemeClr val="tx1"/>
                </a:solidFill>
                <a:latin typeface="Arial" charset="0"/>
                <a:ea typeface="宋体" pitchFamily="2" charset="-122"/>
              </a:defRPr>
            </a:lvl4pPr>
            <a:lvl5pPr marL="2057400" indent="-228600" eaLnBrk="0" hangingPunct="0">
              <a:defRPr kumimoji="1" sz="4000">
                <a:solidFill>
                  <a:schemeClr val="tx1"/>
                </a:solidFill>
                <a:latin typeface="Arial" charset="0"/>
                <a:ea typeface="宋体" pitchFamily="2" charset="-122"/>
              </a:defRPr>
            </a:lvl5pPr>
            <a:lvl6pPr marL="2514600" indent="-228600" eaLnBrk="0" fontAlgn="base" hangingPunct="0">
              <a:spcBef>
                <a:spcPct val="0"/>
              </a:spcBef>
              <a:spcAft>
                <a:spcPct val="0"/>
              </a:spcAft>
              <a:defRPr kumimoji="1" sz="4000">
                <a:solidFill>
                  <a:schemeClr val="tx1"/>
                </a:solidFill>
                <a:latin typeface="Arial" charset="0"/>
                <a:ea typeface="宋体" pitchFamily="2" charset="-122"/>
              </a:defRPr>
            </a:lvl6pPr>
            <a:lvl7pPr marL="2971800" indent="-228600" eaLnBrk="0" fontAlgn="base" hangingPunct="0">
              <a:spcBef>
                <a:spcPct val="0"/>
              </a:spcBef>
              <a:spcAft>
                <a:spcPct val="0"/>
              </a:spcAft>
              <a:defRPr kumimoji="1" sz="4000">
                <a:solidFill>
                  <a:schemeClr val="tx1"/>
                </a:solidFill>
                <a:latin typeface="Arial" charset="0"/>
                <a:ea typeface="宋体" pitchFamily="2" charset="-122"/>
              </a:defRPr>
            </a:lvl7pPr>
            <a:lvl8pPr marL="3429000" indent="-228600" eaLnBrk="0" fontAlgn="base" hangingPunct="0">
              <a:spcBef>
                <a:spcPct val="0"/>
              </a:spcBef>
              <a:spcAft>
                <a:spcPct val="0"/>
              </a:spcAft>
              <a:defRPr kumimoji="1" sz="4000">
                <a:solidFill>
                  <a:schemeClr val="tx1"/>
                </a:solidFill>
                <a:latin typeface="Arial" charset="0"/>
                <a:ea typeface="宋体" pitchFamily="2" charset="-122"/>
              </a:defRPr>
            </a:lvl8pPr>
            <a:lvl9pPr marL="3886200" indent="-228600" eaLnBrk="0" fontAlgn="base" hangingPunct="0">
              <a:spcBef>
                <a:spcPct val="0"/>
              </a:spcBef>
              <a:spcAft>
                <a:spcPct val="0"/>
              </a:spcAft>
              <a:defRPr kumimoji="1" sz="4000">
                <a:solidFill>
                  <a:schemeClr val="tx1"/>
                </a:solidFill>
                <a:latin typeface="Arial" charset="0"/>
                <a:ea typeface="宋体" pitchFamily="2" charset="-122"/>
              </a:defRPr>
            </a:lvl9pPr>
          </a:lstStyle>
          <a:p>
            <a:pPr eaLnBrk="1" hangingPunct="1"/>
            <a:r>
              <a:rPr lang="en-US" altLang="zh-CN" sz="3200">
                <a:solidFill>
                  <a:srgbClr val="FF0000"/>
                </a:solidFill>
              </a:rPr>
              <a:t>a</a:t>
            </a:r>
            <a:endParaRPr lang="zh-CN" altLang="en-US" sz="3200">
              <a:solidFill>
                <a:srgbClr val="FF0000"/>
              </a:solidFill>
            </a:endParaRPr>
          </a:p>
        </p:txBody>
      </p:sp>
      <p:sp>
        <p:nvSpPr>
          <p:cNvPr id="10" name="TextBox 9"/>
          <p:cNvSpPr txBox="1">
            <a:spLocks noChangeArrowheads="1"/>
          </p:cNvSpPr>
          <p:nvPr/>
        </p:nvSpPr>
        <p:spPr bwMode="auto">
          <a:xfrm>
            <a:off x="8286750" y="3416300"/>
            <a:ext cx="500063"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000">
                <a:solidFill>
                  <a:schemeClr val="tx1"/>
                </a:solidFill>
                <a:latin typeface="Arial" charset="0"/>
                <a:ea typeface="宋体" pitchFamily="2" charset="-122"/>
              </a:defRPr>
            </a:lvl1pPr>
            <a:lvl2pPr marL="742950" indent="-285750" eaLnBrk="0" hangingPunct="0">
              <a:defRPr kumimoji="1" sz="4000">
                <a:solidFill>
                  <a:schemeClr val="tx1"/>
                </a:solidFill>
                <a:latin typeface="Arial" charset="0"/>
                <a:ea typeface="宋体" pitchFamily="2" charset="-122"/>
              </a:defRPr>
            </a:lvl2pPr>
            <a:lvl3pPr marL="1143000" indent="-228600" eaLnBrk="0" hangingPunct="0">
              <a:defRPr kumimoji="1" sz="4000">
                <a:solidFill>
                  <a:schemeClr val="tx1"/>
                </a:solidFill>
                <a:latin typeface="Arial" charset="0"/>
                <a:ea typeface="宋体" pitchFamily="2" charset="-122"/>
              </a:defRPr>
            </a:lvl3pPr>
            <a:lvl4pPr marL="1600200" indent="-228600" eaLnBrk="0" hangingPunct="0">
              <a:defRPr kumimoji="1" sz="4000">
                <a:solidFill>
                  <a:schemeClr val="tx1"/>
                </a:solidFill>
                <a:latin typeface="Arial" charset="0"/>
                <a:ea typeface="宋体" pitchFamily="2" charset="-122"/>
              </a:defRPr>
            </a:lvl4pPr>
            <a:lvl5pPr marL="2057400" indent="-228600" eaLnBrk="0" hangingPunct="0">
              <a:defRPr kumimoji="1" sz="4000">
                <a:solidFill>
                  <a:schemeClr val="tx1"/>
                </a:solidFill>
                <a:latin typeface="Arial" charset="0"/>
                <a:ea typeface="宋体" pitchFamily="2" charset="-122"/>
              </a:defRPr>
            </a:lvl5pPr>
            <a:lvl6pPr marL="2514600" indent="-228600" eaLnBrk="0" fontAlgn="base" hangingPunct="0">
              <a:spcBef>
                <a:spcPct val="0"/>
              </a:spcBef>
              <a:spcAft>
                <a:spcPct val="0"/>
              </a:spcAft>
              <a:defRPr kumimoji="1" sz="4000">
                <a:solidFill>
                  <a:schemeClr val="tx1"/>
                </a:solidFill>
                <a:latin typeface="Arial" charset="0"/>
                <a:ea typeface="宋体" pitchFamily="2" charset="-122"/>
              </a:defRPr>
            </a:lvl6pPr>
            <a:lvl7pPr marL="2971800" indent="-228600" eaLnBrk="0" fontAlgn="base" hangingPunct="0">
              <a:spcBef>
                <a:spcPct val="0"/>
              </a:spcBef>
              <a:spcAft>
                <a:spcPct val="0"/>
              </a:spcAft>
              <a:defRPr kumimoji="1" sz="4000">
                <a:solidFill>
                  <a:schemeClr val="tx1"/>
                </a:solidFill>
                <a:latin typeface="Arial" charset="0"/>
                <a:ea typeface="宋体" pitchFamily="2" charset="-122"/>
              </a:defRPr>
            </a:lvl7pPr>
            <a:lvl8pPr marL="3429000" indent="-228600" eaLnBrk="0" fontAlgn="base" hangingPunct="0">
              <a:spcBef>
                <a:spcPct val="0"/>
              </a:spcBef>
              <a:spcAft>
                <a:spcPct val="0"/>
              </a:spcAft>
              <a:defRPr kumimoji="1" sz="4000">
                <a:solidFill>
                  <a:schemeClr val="tx1"/>
                </a:solidFill>
                <a:latin typeface="Arial" charset="0"/>
                <a:ea typeface="宋体" pitchFamily="2" charset="-122"/>
              </a:defRPr>
            </a:lvl8pPr>
            <a:lvl9pPr marL="3886200" indent="-228600" eaLnBrk="0" fontAlgn="base" hangingPunct="0">
              <a:spcBef>
                <a:spcPct val="0"/>
              </a:spcBef>
              <a:spcAft>
                <a:spcPct val="0"/>
              </a:spcAft>
              <a:defRPr kumimoji="1" sz="4000">
                <a:solidFill>
                  <a:schemeClr val="tx1"/>
                </a:solidFill>
                <a:latin typeface="Arial" charset="0"/>
                <a:ea typeface="宋体" pitchFamily="2" charset="-122"/>
              </a:defRPr>
            </a:lvl9pPr>
          </a:lstStyle>
          <a:p>
            <a:pPr eaLnBrk="1" hangingPunct="1"/>
            <a:r>
              <a:rPr lang="en-US" altLang="zh-CN" sz="3200">
                <a:solidFill>
                  <a:srgbClr val="FF0000"/>
                </a:solidFill>
              </a:rPr>
              <a:t>b</a:t>
            </a:r>
            <a:endParaRPr lang="zh-CN" altLang="en-US" sz="3200">
              <a:solidFill>
                <a:srgbClr val="FF0000"/>
              </a:solidFill>
            </a:endParaRPr>
          </a:p>
        </p:txBody>
      </p:sp>
      <p:sp>
        <p:nvSpPr>
          <p:cNvPr id="11" name="TextBox 10"/>
          <p:cNvSpPr txBox="1">
            <a:spLocks noChangeArrowheads="1"/>
          </p:cNvSpPr>
          <p:nvPr/>
        </p:nvSpPr>
        <p:spPr bwMode="auto">
          <a:xfrm>
            <a:off x="3286125" y="3500438"/>
            <a:ext cx="18573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000">
                <a:solidFill>
                  <a:schemeClr val="tx1"/>
                </a:solidFill>
                <a:latin typeface="Arial" charset="0"/>
                <a:ea typeface="宋体" pitchFamily="2" charset="-122"/>
              </a:defRPr>
            </a:lvl1pPr>
            <a:lvl2pPr marL="742950" indent="-285750" eaLnBrk="0" hangingPunct="0">
              <a:defRPr kumimoji="1" sz="4000">
                <a:solidFill>
                  <a:schemeClr val="tx1"/>
                </a:solidFill>
                <a:latin typeface="Arial" charset="0"/>
                <a:ea typeface="宋体" pitchFamily="2" charset="-122"/>
              </a:defRPr>
            </a:lvl2pPr>
            <a:lvl3pPr marL="1143000" indent="-228600" eaLnBrk="0" hangingPunct="0">
              <a:defRPr kumimoji="1" sz="4000">
                <a:solidFill>
                  <a:schemeClr val="tx1"/>
                </a:solidFill>
                <a:latin typeface="Arial" charset="0"/>
                <a:ea typeface="宋体" pitchFamily="2" charset="-122"/>
              </a:defRPr>
            </a:lvl3pPr>
            <a:lvl4pPr marL="1600200" indent="-228600" eaLnBrk="0" hangingPunct="0">
              <a:defRPr kumimoji="1" sz="4000">
                <a:solidFill>
                  <a:schemeClr val="tx1"/>
                </a:solidFill>
                <a:latin typeface="Arial" charset="0"/>
                <a:ea typeface="宋体" pitchFamily="2" charset="-122"/>
              </a:defRPr>
            </a:lvl4pPr>
            <a:lvl5pPr marL="2057400" indent="-228600" eaLnBrk="0" hangingPunct="0">
              <a:defRPr kumimoji="1" sz="4000">
                <a:solidFill>
                  <a:schemeClr val="tx1"/>
                </a:solidFill>
                <a:latin typeface="Arial" charset="0"/>
                <a:ea typeface="宋体" pitchFamily="2" charset="-122"/>
              </a:defRPr>
            </a:lvl5pPr>
            <a:lvl6pPr marL="2514600" indent="-228600" eaLnBrk="0" fontAlgn="base" hangingPunct="0">
              <a:spcBef>
                <a:spcPct val="0"/>
              </a:spcBef>
              <a:spcAft>
                <a:spcPct val="0"/>
              </a:spcAft>
              <a:defRPr kumimoji="1" sz="4000">
                <a:solidFill>
                  <a:schemeClr val="tx1"/>
                </a:solidFill>
                <a:latin typeface="Arial" charset="0"/>
                <a:ea typeface="宋体" pitchFamily="2" charset="-122"/>
              </a:defRPr>
            </a:lvl6pPr>
            <a:lvl7pPr marL="2971800" indent="-228600" eaLnBrk="0" fontAlgn="base" hangingPunct="0">
              <a:spcBef>
                <a:spcPct val="0"/>
              </a:spcBef>
              <a:spcAft>
                <a:spcPct val="0"/>
              </a:spcAft>
              <a:defRPr kumimoji="1" sz="4000">
                <a:solidFill>
                  <a:schemeClr val="tx1"/>
                </a:solidFill>
                <a:latin typeface="Arial" charset="0"/>
                <a:ea typeface="宋体" pitchFamily="2" charset="-122"/>
              </a:defRPr>
            </a:lvl7pPr>
            <a:lvl8pPr marL="3429000" indent="-228600" eaLnBrk="0" fontAlgn="base" hangingPunct="0">
              <a:spcBef>
                <a:spcPct val="0"/>
              </a:spcBef>
              <a:spcAft>
                <a:spcPct val="0"/>
              </a:spcAft>
              <a:defRPr kumimoji="1" sz="4000">
                <a:solidFill>
                  <a:schemeClr val="tx1"/>
                </a:solidFill>
                <a:latin typeface="Arial" charset="0"/>
                <a:ea typeface="宋体" pitchFamily="2" charset="-122"/>
              </a:defRPr>
            </a:lvl8pPr>
            <a:lvl9pPr marL="3886200" indent="-228600" eaLnBrk="0" fontAlgn="base" hangingPunct="0">
              <a:spcBef>
                <a:spcPct val="0"/>
              </a:spcBef>
              <a:spcAft>
                <a:spcPct val="0"/>
              </a:spcAft>
              <a:defRPr kumimoji="1" sz="4000">
                <a:solidFill>
                  <a:schemeClr val="tx1"/>
                </a:solidFill>
                <a:latin typeface="Arial" charset="0"/>
                <a:ea typeface="宋体" pitchFamily="2" charset="-122"/>
              </a:defRPr>
            </a:lvl9pPr>
          </a:lstStyle>
          <a:p>
            <a:pPr eaLnBrk="1" hangingPunct="1"/>
            <a:r>
              <a:rPr lang="en-US" altLang="zh-CN" sz="2800" b="1">
                <a:solidFill>
                  <a:srgbClr val="FF0000"/>
                </a:solidFill>
              </a:rPr>
              <a:t>pointer_1</a:t>
            </a:r>
            <a:endParaRPr lang="zh-CN" altLang="en-US" sz="2800" b="1">
              <a:solidFill>
                <a:srgbClr val="FF0000"/>
              </a:solidFill>
            </a:endParaRPr>
          </a:p>
        </p:txBody>
      </p:sp>
      <p:sp>
        <p:nvSpPr>
          <p:cNvPr id="13" name="TextBox 12"/>
          <p:cNvSpPr txBox="1">
            <a:spLocks noChangeArrowheads="1"/>
          </p:cNvSpPr>
          <p:nvPr/>
        </p:nvSpPr>
        <p:spPr bwMode="auto">
          <a:xfrm>
            <a:off x="5360988" y="4084638"/>
            <a:ext cx="500062" cy="585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000">
                <a:solidFill>
                  <a:schemeClr val="tx1"/>
                </a:solidFill>
                <a:latin typeface="Arial" charset="0"/>
                <a:ea typeface="宋体" pitchFamily="2" charset="-122"/>
              </a:defRPr>
            </a:lvl1pPr>
            <a:lvl2pPr marL="742950" indent="-285750" eaLnBrk="0" hangingPunct="0">
              <a:defRPr kumimoji="1" sz="4000">
                <a:solidFill>
                  <a:schemeClr val="tx1"/>
                </a:solidFill>
                <a:latin typeface="Arial" charset="0"/>
                <a:ea typeface="宋体" pitchFamily="2" charset="-122"/>
              </a:defRPr>
            </a:lvl2pPr>
            <a:lvl3pPr marL="1143000" indent="-228600" eaLnBrk="0" hangingPunct="0">
              <a:defRPr kumimoji="1" sz="4000">
                <a:solidFill>
                  <a:schemeClr val="tx1"/>
                </a:solidFill>
                <a:latin typeface="Arial" charset="0"/>
                <a:ea typeface="宋体" pitchFamily="2" charset="-122"/>
              </a:defRPr>
            </a:lvl3pPr>
            <a:lvl4pPr marL="1600200" indent="-228600" eaLnBrk="0" hangingPunct="0">
              <a:defRPr kumimoji="1" sz="4000">
                <a:solidFill>
                  <a:schemeClr val="tx1"/>
                </a:solidFill>
                <a:latin typeface="Arial" charset="0"/>
                <a:ea typeface="宋体" pitchFamily="2" charset="-122"/>
              </a:defRPr>
            </a:lvl4pPr>
            <a:lvl5pPr marL="2057400" indent="-228600" eaLnBrk="0" hangingPunct="0">
              <a:defRPr kumimoji="1" sz="4000">
                <a:solidFill>
                  <a:schemeClr val="tx1"/>
                </a:solidFill>
                <a:latin typeface="Arial" charset="0"/>
                <a:ea typeface="宋体" pitchFamily="2" charset="-122"/>
              </a:defRPr>
            </a:lvl5pPr>
            <a:lvl6pPr marL="2514600" indent="-228600" eaLnBrk="0" fontAlgn="base" hangingPunct="0">
              <a:spcBef>
                <a:spcPct val="0"/>
              </a:spcBef>
              <a:spcAft>
                <a:spcPct val="0"/>
              </a:spcAft>
              <a:defRPr kumimoji="1" sz="4000">
                <a:solidFill>
                  <a:schemeClr val="tx1"/>
                </a:solidFill>
                <a:latin typeface="Arial" charset="0"/>
                <a:ea typeface="宋体" pitchFamily="2" charset="-122"/>
              </a:defRPr>
            </a:lvl6pPr>
            <a:lvl7pPr marL="2971800" indent="-228600" eaLnBrk="0" fontAlgn="base" hangingPunct="0">
              <a:spcBef>
                <a:spcPct val="0"/>
              </a:spcBef>
              <a:spcAft>
                <a:spcPct val="0"/>
              </a:spcAft>
              <a:defRPr kumimoji="1" sz="4000">
                <a:solidFill>
                  <a:schemeClr val="tx1"/>
                </a:solidFill>
                <a:latin typeface="Arial" charset="0"/>
                <a:ea typeface="宋体" pitchFamily="2" charset="-122"/>
              </a:defRPr>
            </a:lvl7pPr>
            <a:lvl8pPr marL="3429000" indent="-228600" eaLnBrk="0" fontAlgn="base" hangingPunct="0">
              <a:spcBef>
                <a:spcPct val="0"/>
              </a:spcBef>
              <a:spcAft>
                <a:spcPct val="0"/>
              </a:spcAft>
              <a:defRPr kumimoji="1" sz="4000">
                <a:solidFill>
                  <a:schemeClr val="tx1"/>
                </a:solidFill>
                <a:latin typeface="Arial" charset="0"/>
                <a:ea typeface="宋体" pitchFamily="2" charset="-122"/>
              </a:defRPr>
            </a:lvl8pPr>
            <a:lvl9pPr marL="3886200" indent="-228600" eaLnBrk="0" fontAlgn="base" hangingPunct="0">
              <a:spcBef>
                <a:spcPct val="0"/>
              </a:spcBef>
              <a:spcAft>
                <a:spcPct val="0"/>
              </a:spcAft>
              <a:defRPr kumimoji="1" sz="4000">
                <a:solidFill>
                  <a:schemeClr val="tx1"/>
                </a:solidFill>
                <a:latin typeface="Arial" charset="0"/>
                <a:ea typeface="宋体" pitchFamily="2" charset="-122"/>
              </a:defRPr>
            </a:lvl9pPr>
          </a:lstStyle>
          <a:p>
            <a:pPr eaLnBrk="1" hangingPunct="1"/>
            <a:r>
              <a:rPr lang="en-US" altLang="zh-CN" sz="3200" b="1">
                <a:solidFill>
                  <a:srgbClr val="0000CC"/>
                </a:solidFill>
              </a:rPr>
              <a:t>5</a:t>
            </a:r>
            <a:endParaRPr lang="zh-CN" altLang="en-US" sz="3200" b="1">
              <a:solidFill>
                <a:srgbClr val="0000CC"/>
              </a:solidFill>
            </a:endParaRPr>
          </a:p>
        </p:txBody>
      </p:sp>
      <p:sp>
        <p:nvSpPr>
          <p:cNvPr id="14" name="TextBox 13"/>
          <p:cNvSpPr txBox="1">
            <a:spLocks noChangeArrowheads="1"/>
          </p:cNvSpPr>
          <p:nvPr/>
        </p:nvSpPr>
        <p:spPr bwMode="auto">
          <a:xfrm>
            <a:off x="8358188" y="4071938"/>
            <a:ext cx="500062"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000">
                <a:solidFill>
                  <a:schemeClr val="tx1"/>
                </a:solidFill>
                <a:latin typeface="Arial" charset="0"/>
                <a:ea typeface="宋体" pitchFamily="2" charset="-122"/>
              </a:defRPr>
            </a:lvl1pPr>
            <a:lvl2pPr marL="742950" indent="-285750" eaLnBrk="0" hangingPunct="0">
              <a:defRPr kumimoji="1" sz="4000">
                <a:solidFill>
                  <a:schemeClr val="tx1"/>
                </a:solidFill>
                <a:latin typeface="Arial" charset="0"/>
                <a:ea typeface="宋体" pitchFamily="2" charset="-122"/>
              </a:defRPr>
            </a:lvl2pPr>
            <a:lvl3pPr marL="1143000" indent="-228600" eaLnBrk="0" hangingPunct="0">
              <a:defRPr kumimoji="1" sz="4000">
                <a:solidFill>
                  <a:schemeClr val="tx1"/>
                </a:solidFill>
                <a:latin typeface="Arial" charset="0"/>
                <a:ea typeface="宋体" pitchFamily="2" charset="-122"/>
              </a:defRPr>
            </a:lvl3pPr>
            <a:lvl4pPr marL="1600200" indent="-228600" eaLnBrk="0" hangingPunct="0">
              <a:defRPr kumimoji="1" sz="4000">
                <a:solidFill>
                  <a:schemeClr val="tx1"/>
                </a:solidFill>
                <a:latin typeface="Arial" charset="0"/>
                <a:ea typeface="宋体" pitchFamily="2" charset="-122"/>
              </a:defRPr>
            </a:lvl4pPr>
            <a:lvl5pPr marL="2057400" indent="-228600" eaLnBrk="0" hangingPunct="0">
              <a:defRPr kumimoji="1" sz="4000">
                <a:solidFill>
                  <a:schemeClr val="tx1"/>
                </a:solidFill>
                <a:latin typeface="Arial" charset="0"/>
                <a:ea typeface="宋体" pitchFamily="2" charset="-122"/>
              </a:defRPr>
            </a:lvl5pPr>
            <a:lvl6pPr marL="2514600" indent="-228600" eaLnBrk="0" fontAlgn="base" hangingPunct="0">
              <a:spcBef>
                <a:spcPct val="0"/>
              </a:spcBef>
              <a:spcAft>
                <a:spcPct val="0"/>
              </a:spcAft>
              <a:defRPr kumimoji="1" sz="4000">
                <a:solidFill>
                  <a:schemeClr val="tx1"/>
                </a:solidFill>
                <a:latin typeface="Arial" charset="0"/>
                <a:ea typeface="宋体" pitchFamily="2" charset="-122"/>
              </a:defRPr>
            </a:lvl6pPr>
            <a:lvl7pPr marL="2971800" indent="-228600" eaLnBrk="0" fontAlgn="base" hangingPunct="0">
              <a:spcBef>
                <a:spcPct val="0"/>
              </a:spcBef>
              <a:spcAft>
                <a:spcPct val="0"/>
              </a:spcAft>
              <a:defRPr kumimoji="1" sz="4000">
                <a:solidFill>
                  <a:schemeClr val="tx1"/>
                </a:solidFill>
                <a:latin typeface="Arial" charset="0"/>
                <a:ea typeface="宋体" pitchFamily="2" charset="-122"/>
              </a:defRPr>
            </a:lvl7pPr>
            <a:lvl8pPr marL="3429000" indent="-228600" eaLnBrk="0" fontAlgn="base" hangingPunct="0">
              <a:spcBef>
                <a:spcPct val="0"/>
              </a:spcBef>
              <a:spcAft>
                <a:spcPct val="0"/>
              </a:spcAft>
              <a:defRPr kumimoji="1" sz="4000">
                <a:solidFill>
                  <a:schemeClr val="tx1"/>
                </a:solidFill>
                <a:latin typeface="Arial" charset="0"/>
                <a:ea typeface="宋体" pitchFamily="2" charset="-122"/>
              </a:defRPr>
            </a:lvl8pPr>
            <a:lvl9pPr marL="3886200" indent="-228600" eaLnBrk="0" fontAlgn="base" hangingPunct="0">
              <a:spcBef>
                <a:spcPct val="0"/>
              </a:spcBef>
              <a:spcAft>
                <a:spcPct val="0"/>
              </a:spcAft>
              <a:defRPr kumimoji="1" sz="4000">
                <a:solidFill>
                  <a:schemeClr val="tx1"/>
                </a:solidFill>
                <a:latin typeface="Arial" charset="0"/>
                <a:ea typeface="宋体" pitchFamily="2" charset="-122"/>
              </a:defRPr>
            </a:lvl9pPr>
          </a:lstStyle>
          <a:p>
            <a:pPr eaLnBrk="1" hangingPunct="1"/>
            <a:r>
              <a:rPr lang="en-US" altLang="zh-CN" sz="3200" b="1">
                <a:solidFill>
                  <a:srgbClr val="0000CC"/>
                </a:solidFill>
              </a:rPr>
              <a:t>9</a:t>
            </a:r>
            <a:endParaRPr lang="zh-CN" altLang="en-US" sz="3200" b="1">
              <a:solidFill>
                <a:srgbClr val="0000CC"/>
              </a:solidFill>
            </a:endParaRPr>
          </a:p>
        </p:txBody>
      </p:sp>
      <p:sp>
        <p:nvSpPr>
          <p:cNvPr id="15" name="TextBox 14"/>
          <p:cNvSpPr txBox="1">
            <a:spLocks noChangeArrowheads="1"/>
          </p:cNvSpPr>
          <p:nvPr/>
        </p:nvSpPr>
        <p:spPr bwMode="auto">
          <a:xfrm>
            <a:off x="3773488" y="4060825"/>
            <a:ext cx="785812"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000">
                <a:solidFill>
                  <a:schemeClr val="tx1"/>
                </a:solidFill>
                <a:latin typeface="Arial" charset="0"/>
                <a:ea typeface="宋体" pitchFamily="2" charset="-122"/>
              </a:defRPr>
            </a:lvl1pPr>
            <a:lvl2pPr marL="742950" indent="-285750" eaLnBrk="0" hangingPunct="0">
              <a:defRPr kumimoji="1" sz="4000">
                <a:solidFill>
                  <a:schemeClr val="tx1"/>
                </a:solidFill>
                <a:latin typeface="Arial" charset="0"/>
                <a:ea typeface="宋体" pitchFamily="2" charset="-122"/>
              </a:defRPr>
            </a:lvl2pPr>
            <a:lvl3pPr marL="1143000" indent="-228600" eaLnBrk="0" hangingPunct="0">
              <a:defRPr kumimoji="1" sz="4000">
                <a:solidFill>
                  <a:schemeClr val="tx1"/>
                </a:solidFill>
                <a:latin typeface="Arial" charset="0"/>
                <a:ea typeface="宋体" pitchFamily="2" charset="-122"/>
              </a:defRPr>
            </a:lvl3pPr>
            <a:lvl4pPr marL="1600200" indent="-228600" eaLnBrk="0" hangingPunct="0">
              <a:defRPr kumimoji="1" sz="4000">
                <a:solidFill>
                  <a:schemeClr val="tx1"/>
                </a:solidFill>
                <a:latin typeface="Arial" charset="0"/>
                <a:ea typeface="宋体" pitchFamily="2" charset="-122"/>
              </a:defRPr>
            </a:lvl4pPr>
            <a:lvl5pPr marL="2057400" indent="-228600" eaLnBrk="0" hangingPunct="0">
              <a:defRPr kumimoji="1" sz="4000">
                <a:solidFill>
                  <a:schemeClr val="tx1"/>
                </a:solidFill>
                <a:latin typeface="Arial" charset="0"/>
                <a:ea typeface="宋体" pitchFamily="2" charset="-122"/>
              </a:defRPr>
            </a:lvl5pPr>
            <a:lvl6pPr marL="2514600" indent="-228600" eaLnBrk="0" fontAlgn="base" hangingPunct="0">
              <a:spcBef>
                <a:spcPct val="0"/>
              </a:spcBef>
              <a:spcAft>
                <a:spcPct val="0"/>
              </a:spcAft>
              <a:defRPr kumimoji="1" sz="4000">
                <a:solidFill>
                  <a:schemeClr val="tx1"/>
                </a:solidFill>
                <a:latin typeface="Arial" charset="0"/>
                <a:ea typeface="宋体" pitchFamily="2" charset="-122"/>
              </a:defRPr>
            </a:lvl6pPr>
            <a:lvl7pPr marL="2971800" indent="-228600" eaLnBrk="0" fontAlgn="base" hangingPunct="0">
              <a:spcBef>
                <a:spcPct val="0"/>
              </a:spcBef>
              <a:spcAft>
                <a:spcPct val="0"/>
              </a:spcAft>
              <a:defRPr kumimoji="1" sz="4000">
                <a:solidFill>
                  <a:schemeClr val="tx1"/>
                </a:solidFill>
                <a:latin typeface="Arial" charset="0"/>
                <a:ea typeface="宋体" pitchFamily="2" charset="-122"/>
              </a:defRPr>
            </a:lvl7pPr>
            <a:lvl8pPr marL="3429000" indent="-228600" eaLnBrk="0" fontAlgn="base" hangingPunct="0">
              <a:spcBef>
                <a:spcPct val="0"/>
              </a:spcBef>
              <a:spcAft>
                <a:spcPct val="0"/>
              </a:spcAft>
              <a:defRPr kumimoji="1" sz="4000">
                <a:solidFill>
                  <a:schemeClr val="tx1"/>
                </a:solidFill>
                <a:latin typeface="Arial" charset="0"/>
                <a:ea typeface="宋体" pitchFamily="2" charset="-122"/>
              </a:defRPr>
            </a:lvl8pPr>
            <a:lvl9pPr marL="3886200" indent="-228600" eaLnBrk="0" fontAlgn="base" hangingPunct="0">
              <a:spcBef>
                <a:spcPct val="0"/>
              </a:spcBef>
              <a:spcAft>
                <a:spcPct val="0"/>
              </a:spcAft>
              <a:defRPr kumimoji="1" sz="4000">
                <a:solidFill>
                  <a:schemeClr val="tx1"/>
                </a:solidFill>
                <a:latin typeface="Arial" charset="0"/>
                <a:ea typeface="宋体" pitchFamily="2" charset="-122"/>
              </a:defRPr>
            </a:lvl9pPr>
          </a:lstStyle>
          <a:p>
            <a:pPr algn="ctr" eaLnBrk="1" hangingPunct="1"/>
            <a:r>
              <a:rPr lang="en-US" altLang="zh-CN" sz="3200" b="1">
                <a:solidFill>
                  <a:srgbClr val="0000CC"/>
                </a:solidFill>
              </a:rPr>
              <a:t>&amp;a</a:t>
            </a:r>
            <a:endParaRPr lang="zh-CN" altLang="en-US" sz="3200" b="1">
              <a:solidFill>
                <a:srgbClr val="0000CC"/>
              </a:solidFill>
            </a:endParaRPr>
          </a:p>
        </p:txBody>
      </p:sp>
      <p:sp>
        <p:nvSpPr>
          <p:cNvPr id="16" name="TextBox 15"/>
          <p:cNvSpPr txBox="1">
            <a:spLocks noChangeArrowheads="1"/>
          </p:cNvSpPr>
          <p:nvPr/>
        </p:nvSpPr>
        <p:spPr bwMode="auto">
          <a:xfrm>
            <a:off x="6786563" y="4071938"/>
            <a:ext cx="785812"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000">
                <a:solidFill>
                  <a:schemeClr val="tx1"/>
                </a:solidFill>
                <a:latin typeface="Arial" charset="0"/>
                <a:ea typeface="宋体" pitchFamily="2" charset="-122"/>
              </a:defRPr>
            </a:lvl1pPr>
            <a:lvl2pPr marL="742950" indent="-285750" eaLnBrk="0" hangingPunct="0">
              <a:defRPr kumimoji="1" sz="4000">
                <a:solidFill>
                  <a:schemeClr val="tx1"/>
                </a:solidFill>
                <a:latin typeface="Arial" charset="0"/>
                <a:ea typeface="宋体" pitchFamily="2" charset="-122"/>
              </a:defRPr>
            </a:lvl2pPr>
            <a:lvl3pPr marL="1143000" indent="-228600" eaLnBrk="0" hangingPunct="0">
              <a:defRPr kumimoji="1" sz="4000">
                <a:solidFill>
                  <a:schemeClr val="tx1"/>
                </a:solidFill>
                <a:latin typeface="Arial" charset="0"/>
                <a:ea typeface="宋体" pitchFamily="2" charset="-122"/>
              </a:defRPr>
            </a:lvl3pPr>
            <a:lvl4pPr marL="1600200" indent="-228600" eaLnBrk="0" hangingPunct="0">
              <a:defRPr kumimoji="1" sz="4000">
                <a:solidFill>
                  <a:schemeClr val="tx1"/>
                </a:solidFill>
                <a:latin typeface="Arial" charset="0"/>
                <a:ea typeface="宋体" pitchFamily="2" charset="-122"/>
              </a:defRPr>
            </a:lvl4pPr>
            <a:lvl5pPr marL="2057400" indent="-228600" eaLnBrk="0" hangingPunct="0">
              <a:defRPr kumimoji="1" sz="4000">
                <a:solidFill>
                  <a:schemeClr val="tx1"/>
                </a:solidFill>
                <a:latin typeface="Arial" charset="0"/>
                <a:ea typeface="宋体" pitchFamily="2" charset="-122"/>
              </a:defRPr>
            </a:lvl5pPr>
            <a:lvl6pPr marL="2514600" indent="-228600" eaLnBrk="0" fontAlgn="base" hangingPunct="0">
              <a:spcBef>
                <a:spcPct val="0"/>
              </a:spcBef>
              <a:spcAft>
                <a:spcPct val="0"/>
              </a:spcAft>
              <a:defRPr kumimoji="1" sz="4000">
                <a:solidFill>
                  <a:schemeClr val="tx1"/>
                </a:solidFill>
                <a:latin typeface="Arial" charset="0"/>
                <a:ea typeface="宋体" pitchFamily="2" charset="-122"/>
              </a:defRPr>
            </a:lvl6pPr>
            <a:lvl7pPr marL="2971800" indent="-228600" eaLnBrk="0" fontAlgn="base" hangingPunct="0">
              <a:spcBef>
                <a:spcPct val="0"/>
              </a:spcBef>
              <a:spcAft>
                <a:spcPct val="0"/>
              </a:spcAft>
              <a:defRPr kumimoji="1" sz="4000">
                <a:solidFill>
                  <a:schemeClr val="tx1"/>
                </a:solidFill>
                <a:latin typeface="Arial" charset="0"/>
                <a:ea typeface="宋体" pitchFamily="2" charset="-122"/>
              </a:defRPr>
            </a:lvl7pPr>
            <a:lvl8pPr marL="3429000" indent="-228600" eaLnBrk="0" fontAlgn="base" hangingPunct="0">
              <a:spcBef>
                <a:spcPct val="0"/>
              </a:spcBef>
              <a:spcAft>
                <a:spcPct val="0"/>
              </a:spcAft>
              <a:defRPr kumimoji="1" sz="4000">
                <a:solidFill>
                  <a:schemeClr val="tx1"/>
                </a:solidFill>
                <a:latin typeface="Arial" charset="0"/>
                <a:ea typeface="宋体" pitchFamily="2" charset="-122"/>
              </a:defRPr>
            </a:lvl8pPr>
            <a:lvl9pPr marL="3886200" indent="-228600" eaLnBrk="0" fontAlgn="base" hangingPunct="0">
              <a:spcBef>
                <a:spcPct val="0"/>
              </a:spcBef>
              <a:spcAft>
                <a:spcPct val="0"/>
              </a:spcAft>
              <a:defRPr kumimoji="1" sz="4000">
                <a:solidFill>
                  <a:schemeClr val="tx1"/>
                </a:solidFill>
                <a:latin typeface="Arial" charset="0"/>
                <a:ea typeface="宋体" pitchFamily="2" charset="-122"/>
              </a:defRPr>
            </a:lvl9pPr>
          </a:lstStyle>
          <a:p>
            <a:pPr algn="ctr" eaLnBrk="1" hangingPunct="1"/>
            <a:r>
              <a:rPr lang="en-US" altLang="zh-CN" sz="3200" b="1">
                <a:solidFill>
                  <a:srgbClr val="0000CC"/>
                </a:solidFill>
              </a:rPr>
              <a:t>&amp;b</a:t>
            </a:r>
            <a:endParaRPr lang="zh-CN" altLang="en-US" sz="3200" b="1">
              <a:solidFill>
                <a:srgbClr val="0000CC"/>
              </a:solidFill>
            </a:endParaRPr>
          </a:p>
        </p:txBody>
      </p:sp>
      <p:cxnSp>
        <p:nvCxnSpPr>
          <p:cNvPr id="17" name="直接箭头连接符 16"/>
          <p:cNvCxnSpPr>
            <a:cxnSpLocks noChangeShapeType="1"/>
          </p:cNvCxnSpPr>
          <p:nvPr/>
        </p:nvCxnSpPr>
        <p:spPr bwMode="auto">
          <a:xfrm>
            <a:off x="7500938" y="4357688"/>
            <a:ext cx="714375" cy="1587"/>
          </a:xfrm>
          <a:prstGeom prst="straightConnector1">
            <a:avLst/>
          </a:prstGeom>
          <a:noFill/>
          <a:ln w="38100" algn="ctr">
            <a:solidFill>
              <a:srgbClr val="FF0000"/>
            </a:solidFill>
            <a:miter lim="800000"/>
            <a:headEnd/>
            <a:tailEnd type="arrow" w="med" len="med"/>
          </a:ln>
          <a:extLst>
            <a:ext uri="{909E8E84-426E-40DD-AFC4-6F175D3DCCD1}">
              <a14:hiddenFill xmlns:a14="http://schemas.microsoft.com/office/drawing/2010/main">
                <a:noFill/>
              </a14:hiddenFill>
            </a:ext>
          </a:extLst>
        </p:spPr>
      </p:cxnSp>
      <p:cxnSp>
        <p:nvCxnSpPr>
          <p:cNvPr id="18" name="直接箭头连接符 17"/>
          <p:cNvCxnSpPr>
            <a:cxnSpLocks noChangeShapeType="1"/>
          </p:cNvCxnSpPr>
          <p:nvPr/>
        </p:nvCxnSpPr>
        <p:spPr bwMode="auto">
          <a:xfrm>
            <a:off x="4500563" y="4357688"/>
            <a:ext cx="714375" cy="1587"/>
          </a:xfrm>
          <a:prstGeom prst="straightConnector1">
            <a:avLst/>
          </a:prstGeom>
          <a:noFill/>
          <a:ln w="38100" algn="ctr">
            <a:solidFill>
              <a:srgbClr val="FF0000"/>
            </a:solidFill>
            <a:miter lim="800000"/>
            <a:headEnd/>
            <a:tailEnd type="arrow" w="med" len="med"/>
          </a:ln>
          <a:extLst>
            <a:ext uri="{909E8E84-426E-40DD-AFC4-6F175D3DCCD1}">
              <a14:hiddenFill xmlns:a14="http://schemas.microsoft.com/office/drawing/2010/main">
                <a:noFill/>
              </a14:hiddenFill>
            </a:ext>
          </a:extLst>
        </p:spPr>
      </p:cxnSp>
      <p:sp>
        <p:nvSpPr>
          <p:cNvPr id="19" name="TextBox 18"/>
          <p:cNvSpPr txBox="1">
            <a:spLocks noChangeArrowheads="1"/>
          </p:cNvSpPr>
          <p:nvPr/>
        </p:nvSpPr>
        <p:spPr bwMode="auto">
          <a:xfrm>
            <a:off x="6215063" y="3500438"/>
            <a:ext cx="18573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000">
                <a:solidFill>
                  <a:schemeClr val="tx1"/>
                </a:solidFill>
                <a:latin typeface="Arial" charset="0"/>
                <a:ea typeface="宋体" pitchFamily="2" charset="-122"/>
              </a:defRPr>
            </a:lvl1pPr>
            <a:lvl2pPr marL="742950" indent="-285750" eaLnBrk="0" hangingPunct="0">
              <a:defRPr kumimoji="1" sz="4000">
                <a:solidFill>
                  <a:schemeClr val="tx1"/>
                </a:solidFill>
                <a:latin typeface="Arial" charset="0"/>
                <a:ea typeface="宋体" pitchFamily="2" charset="-122"/>
              </a:defRPr>
            </a:lvl2pPr>
            <a:lvl3pPr marL="1143000" indent="-228600" eaLnBrk="0" hangingPunct="0">
              <a:defRPr kumimoji="1" sz="4000">
                <a:solidFill>
                  <a:schemeClr val="tx1"/>
                </a:solidFill>
                <a:latin typeface="Arial" charset="0"/>
                <a:ea typeface="宋体" pitchFamily="2" charset="-122"/>
              </a:defRPr>
            </a:lvl3pPr>
            <a:lvl4pPr marL="1600200" indent="-228600" eaLnBrk="0" hangingPunct="0">
              <a:defRPr kumimoji="1" sz="4000">
                <a:solidFill>
                  <a:schemeClr val="tx1"/>
                </a:solidFill>
                <a:latin typeface="Arial" charset="0"/>
                <a:ea typeface="宋体" pitchFamily="2" charset="-122"/>
              </a:defRPr>
            </a:lvl4pPr>
            <a:lvl5pPr marL="2057400" indent="-228600" eaLnBrk="0" hangingPunct="0">
              <a:defRPr kumimoji="1" sz="4000">
                <a:solidFill>
                  <a:schemeClr val="tx1"/>
                </a:solidFill>
                <a:latin typeface="Arial" charset="0"/>
                <a:ea typeface="宋体" pitchFamily="2" charset="-122"/>
              </a:defRPr>
            </a:lvl5pPr>
            <a:lvl6pPr marL="2514600" indent="-228600" eaLnBrk="0" fontAlgn="base" hangingPunct="0">
              <a:spcBef>
                <a:spcPct val="0"/>
              </a:spcBef>
              <a:spcAft>
                <a:spcPct val="0"/>
              </a:spcAft>
              <a:defRPr kumimoji="1" sz="4000">
                <a:solidFill>
                  <a:schemeClr val="tx1"/>
                </a:solidFill>
                <a:latin typeface="Arial" charset="0"/>
                <a:ea typeface="宋体" pitchFamily="2" charset="-122"/>
              </a:defRPr>
            </a:lvl6pPr>
            <a:lvl7pPr marL="2971800" indent="-228600" eaLnBrk="0" fontAlgn="base" hangingPunct="0">
              <a:spcBef>
                <a:spcPct val="0"/>
              </a:spcBef>
              <a:spcAft>
                <a:spcPct val="0"/>
              </a:spcAft>
              <a:defRPr kumimoji="1" sz="4000">
                <a:solidFill>
                  <a:schemeClr val="tx1"/>
                </a:solidFill>
                <a:latin typeface="Arial" charset="0"/>
                <a:ea typeface="宋体" pitchFamily="2" charset="-122"/>
              </a:defRPr>
            </a:lvl7pPr>
            <a:lvl8pPr marL="3429000" indent="-228600" eaLnBrk="0" fontAlgn="base" hangingPunct="0">
              <a:spcBef>
                <a:spcPct val="0"/>
              </a:spcBef>
              <a:spcAft>
                <a:spcPct val="0"/>
              </a:spcAft>
              <a:defRPr kumimoji="1" sz="4000">
                <a:solidFill>
                  <a:schemeClr val="tx1"/>
                </a:solidFill>
                <a:latin typeface="Arial" charset="0"/>
                <a:ea typeface="宋体" pitchFamily="2" charset="-122"/>
              </a:defRPr>
            </a:lvl8pPr>
            <a:lvl9pPr marL="3886200" indent="-228600" eaLnBrk="0" fontAlgn="base" hangingPunct="0">
              <a:spcBef>
                <a:spcPct val="0"/>
              </a:spcBef>
              <a:spcAft>
                <a:spcPct val="0"/>
              </a:spcAft>
              <a:defRPr kumimoji="1" sz="4000">
                <a:solidFill>
                  <a:schemeClr val="tx1"/>
                </a:solidFill>
                <a:latin typeface="Arial" charset="0"/>
                <a:ea typeface="宋体" pitchFamily="2" charset="-122"/>
              </a:defRPr>
            </a:lvl9pPr>
          </a:lstStyle>
          <a:p>
            <a:pPr eaLnBrk="1" hangingPunct="1"/>
            <a:r>
              <a:rPr lang="en-US" altLang="zh-CN" sz="2800" b="1">
                <a:solidFill>
                  <a:srgbClr val="FF0000"/>
                </a:solidFill>
              </a:rPr>
              <a:t>pointer_2</a:t>
            </a:r>
            <a:endParaRPr lang="zh-CN" altLang="en-US" sz="2800" b="1">
              <a:solidFill>
                <a:srgbClr val="FF0000"/>
              </a:solidFill>
            </a:endParaRPr>
          </a:p>
        </p:txBody>
      </p:sp>
      <p:pic>
        <p:nvPicPr>
          <p:cNvPr id="31762" name="图片 19" descr="Untitled2.png">
            <a:hlinkClick r:id="rId3" action="ppaction://hlinksldjump"/>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8429625" y="6143625"/>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755361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linds(horizontal)">
                                      <p:cBhvr>
                                        <p:cTn id="12" dur="500"/>
                                        <p:tgtEl>
                                          <p:spTgt spid="5"/>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blinds(horizontal)">
                                      <p:cBhvr>
                                        <p:cTn id="15" dur="500"/>
                                        <p:tgtEl>
                                          <p:spTgt spid="6"/>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blinds(horizontal)">
                                      <p:cBhvr>
                                        <p:cTn id="18" dur="500"/>
                                        <p:tgtEl>
                                          <p:spTgt spid="7"/>
                                        </p:tgtEl>
                                      </p:cBhvr>
                                    </p:animEffect>
                                  </p:childTnLst>
                                </p:cTn>
                              </p:par>
                              <p:par>
                                <p:cTn id="19" presetID="3" presetClass="entr" presetSubtype="10"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blinds(horizontal)">
                                      <p:cBhvr>
                                        <p:cTn id="21" dur="500"/>
                                        <p:tgtEl>
                                          <p:spTgt spid="8"/>
                                        </p:tgtEl>
                                      </p:cBhvr>
                                    </p:animEffect>
                                  </p:childTnLst>
                                </p:cTn>
                              </p:par>
                              <p:par>
                                <p:cTn id="22" presetID="3" presetClass="entr" presetSubtype="10" fill="hold" grpId="0" nodeType="with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blinds(horizontal)">
                                      <p:cBhvr>
                                        <p:cTn id="24" dur="500"/>
                                        <p:tgtEl>
                                          <p:spTgt spid="9"/>
                                        </p:tgtEl>
                                      </p:cBhvr>
                                    </p:animEffect>
                                  </p:childTnLst>
                                </p:cTn>
                              </p:par>
                              <p:par>
                                <p:cTn id="25" presetID="3" presetClass="entr" presetSubtype="10"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blinds(horizontal)">
                                      <p:cBhvr>
                                        <p:cTn id="27" dur="500"/>
                                        <p:tgtEl>
                                          <p:spTgt spid="10"/>
                                        </p:tgtEl>
                                      </p:cBhvr>
                                    </p:animEffect>
                                  </p:childTnLst>
                                </p:cTn>
                              </p:par>
                              <p:par>
                                <p:cTn id="28" presetID="3" presetClass="entr" presetSubtype="10" fill="hold" grpId="0" nodeType="with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blinds(horizontal)">
                                      <p:cBhvr>
                                        <p:cTn id="30" dur="500"/>
                                        <p:tgtEl>
                                          <p:spTgt spid="11"/>
                                        </p:tgtEl>
                                      </p:cBhvr>
                                    </p:animEffect>
                                  </p:childTnLst>
                                </p:cTn>
                              </p:par>
                              <p:par>
                                <p:cTn id="31" presetID="3" presetClass="entr" presetSubtype="1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blinds(horizontal)">
                                      <p:cBhvr>
                                        <p:cTn id="33" dur="500"/>
                                        <p:tgtEl>
                                          <p:spTgt spid="13"/>
                                        </p:tgtEl>
                                      </p:cBhvr>
                                    </p:animEffect>
                                  </p:childTnLst>
                                </p:cTn>
                              </p:par>
                              <p:par>
                                <p:cTn id="34" presetID="3" presetClass="entr" presetSubtype="1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blinds(horizontal)">
                                      <p:cBhvr>
                                        <p:cTn id="36" dur="500"/>
                                        <p:tgtEl>
                                          <p:spTgt spid="14"/>
                                        </p:tgtEl>
                                      </p:cBhvr>
                                    </p:animEffect>
                                  </p:childTnLst>
                                </p:cTn>
                              </p:par>
                              <p:par>
                                <p:cTn id="37" presetID="3" presetClass="entr" presetSubtype="10" fill="hold" grpId="0" nodeType="withEffect">
                                  <p:stCondLst>
                                    <p:cond delay="0"/>
                                  </p:stCondLst>
                                  <p:childTnLst>
                                    <p:set>
                                      <p:cBhvr>
                                        <p:cTn id="38" dur="1" fill="hold">
                                          <p:stCondLst>
                                            <p:cond delay="0"/>
                                          </p:stCondLst>
                                        </p:cTn>
                                        <p:tgtEl>
                                          <p:spTgt spid="15"/>
                                        </p:tgtEl>
                                        <p:attrNameLst>
                                          <p:attrName>style.visibility</p:attrName>
                                        </p:attrNameLst>
                                      </p:cBhvr>
                                      <p:to>
                                        <p:strVal val="visible"/>
                                      </p:to>
                                    </p:set>
                                    <p:animEffect transition="in" filter="blinds(horizontal)">
                                      <p:cBhvr>
                                        <p:cTn id="39" dur="500"/>
                                        <p:tgtEl>
                                          <p:spTgt spid="15"/>
                                        </p:tgtEl>
                                      </p:cBhvr>
                                    </p:animEffect>
                                  </p:childTnLst>
                                </p:cTn>
                              </p:par>
                              <p:par>
                                <p:cTn id="40" presetID="3" presetClass="entr" presetSubtype="10" fill="hold" grpId="0" nodeType="withEffect">
                                  <p:stCondLst>
                                    <p:cond delay="0"/>
                                  </p:stCondLst>
                                  <p:childTnLst>
                                    <p:set>
                                      <p:cBhvr>
                                        <p:cTn id="41" dur="1" fill="hold">
                                          <p:stCondLst>
                                            <p:cond delay="0"/>
                                          </p:stCondLst>
                                        </p:cTn>
                                        <p:tgtEl>
                                          <p:spTgt spid="16"/>
                                        </p:tgtEl>
                                        <p:attrNameLst>
                                          <p:attrName>style.visibility</p:attrName>
                                        </p:attrNameLst>
                                      </p:cBhvr>
                                      <p:to>
                                        <p:strVal val="visible"/>
                                      </p:to>
                                    </p:set>
                                    <p:animEffect transition="in" filter="blinds(horizontal)">
                                      <p:cBhvr>
                                        <p:cTn id="42" dur="500"/>
                                        <p:tgtEl>
                                          <p:spTgt spid="16"/>
                                        </p:tgtEl>
                                      </p:cBhvr>
                                    </p:animEffect>
                                  </p:childTnLst>
                                </p:cTn>
                              </p:par>
                              <p:par>
                                <p:cTn id="43" presetID="3" presetClass="entr" presetSubtype="10" fill="hold" nodeType="withEffect">
                                  <p:stCondLst>
                                    <p:cond delay="0"/>
                                  </p:stCondLst>
                                  <p:childTnLst>
                                    <p:set>
                                      <p:cBhvr>
                                        <p:cTn id="44" dur="1" fill="hold">
                                          <p:stCondLst>
                                            <p:cond delay="0"/>
                                          </p:stCondLst>
                                        </p:cTn>
                                        <p:tgtEl>
                                          <p:spTgt spid="17"/>
                                        </p:tgtEl>
                                        <p:attrNameLst>
                                          <p:attrName>style.visibility</p:attrName>
                                        </p:attrNameLst>
                                      </p:cBhvr>
                                      <p:to>
                                        <p:strVal val="visible"/>
                                      </p:to>
                                    </p:set>
                                    <p:animEffect transition="in" filter="blinds(horizontal)">
                                      <p:cBhvr>
                                        <p:cTn id="45" dur="500"/>
                                        <p:tgtEl>
                                          <p:spTgt spid="17"/>
                                        </p:tgtEl>
                                      </p:cBhvr>
                                    </p:animEffect>
                                  </p:childTnLst>
                                </p:cTn>
                              </p:par>
                              <p:par>
                                <p:cTn id="46" presetID="3" presetClass="entr" presetSubtype="10" fill="hold" nodeType="withEffect">
                                  <p:stCondLst>
                                    <p:cond delay="0"/>
                                  </p:stCondLst>
                                  <p:childTnLst>
                                    <p:set>
                                      <p:cBhvr>
                                        <p:cTn id="47" dur="1" fill="hold">
                                          <p:stCondLst>
                                            <p:cond delay="0"/>
                                          </p:stCondLst>
                                        </p:cTn>
                                        <p:tgtEl>
                                          <p:spTgt spid="18"/>
                                        </p:tgtEl>
                                        <p:attrNameLst>
                                          <p:attrName>style.visibility</p:attrName>
                                        </p:attrNameLst>
                                      </p:cBhvr>
                                      <p:to>
                                        <p:strVal val="visible"/>
                                      </p:to>
                                    </p:set>
                                    <p:animEffect transition="in" filter="blinds(horizontal)">
                                      <p:cBhvr>
                                        <p:cTn id="48" dur="500"/>
                                        <p:tgtEl>
                                          <p:spTgt spid="18"/>
                                        </p:tgtEl>
                                      </p:cBhvr>
                                    </p:animEffect>
                                  </p:childTnLst>
                                </p:cTn>
                              </p:par>
                              <p:par>
                                <p:cTn id="49" presetID="3" presetClass="entr" presetSubtype="10" fill="hold" grpId="0" nodeType="withEffect">
                                  <p:stCondLst>
                                    <p:cond delay="0"/>
                                  </p:stCondLst>
                                  <p:childTnLst>
                                    <p:set>
                                      <p:cBhvr>
                                        <p:cTn id="50" dur="1" fill="hold">
                                          <p:stCondLst>
                                            <p:cond delay="0"/>
                                          </p:stCondLst>
                                        </p:cTn>
                                        <p:tgtEl>
                                          <p:spTgt spid="19"/>
                                        </p:tgtEl>
                                        <p:attrNameLst>
                                          <p:attrName>style.visibility</p:attrName>
                                        </p:attrNameLst>
                                      </p:cBhvr>
                                      <p:to>
                                        <p:strVal val="visible"/>
                                      </p:to>
                                    </p:set>
                                    <p:animEffect transition="in" filter="blinds(horizontal)">
                                      <p:cBhvr>
                                        <p:cTn id="51"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p:bldP spid="10" grpId="0"/>
      <p:bldP spid="11" grpId="0"/>
      <p:bldP spid="13" grpId="0"/>
      <p:bldP spid="14" grpId="0"/>
      <p:bldP spid="15" grpId="0"/>
      <p:bldP spid="16" grpId="0"/>
      <p:bldP spid="19"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内容占位符 2"/>
          <p:cNvSpPr>
            <a:spLocks noGrp="1"/>
          </p:cNvSpPr>
          <p:nvPr>
            <p:ph idx="1"/>
          </p:nvPr>
        </p:nvSpPr>
        <p:spPr>
          <a:xfrm>
            <a:off x="539750" y="1000125"/>
            <a:ext cx="7104063" cy="4143375"/>
          </a:xfrm>
        </p:spPr>
        <p:txBody>
          <a:bodyPr/>
          <a:lstStyle/>
          <a:p>
            <a:pPr>
              <a:buFont typeface="Wingdings" pitchFamily="2" charset="2"/>
              <a:buNone/>
            </a:pPr>
            <a:r>
              <a:rPr lang="en-US" altLang="zh-CN" sz="2800" smtClean="0"/>
              <a:t>void swap(int *p1,int *p2) </a:t>
            </a:r>
            <a:endParaRPr lang="zh-CN" altLang="zh-CN" sz="2800" smtClean="0"/>
          </a:p>
          <a:p>
            <a:pPr>
              <a:buFont typeface="Wingdings" pitchFamily="2" charset="2"/>
              <a:buNone/>
            </a:pPr>
            <a:r>
              <a:rPr lang="en-US" altLang="zh-CN" sz="2800" smtClean="0"/>
              <a:t>{ int temp;</a:t>
            </a:r>
            <a:endParaRPr lang="zh-CN" altLang="zh-CN" sz="2800" smtClean="0"/>
          </a:p>
          <a:p>
            <a:pPr>
              <a:buFont typeface="Wingdings" pitchFamily="2" charset="2"/>
              <a:buNone/>
            </a:pPr>
            <a:r>
              <a:rPr lang="en-US" altLang="zh-CN" sz="2800" smtClean="0"/>
              <a:t>   temp=*p1;     </a:t>
            </a:r>
            <a:endParaRPr lang="zh-CN" altLang="zh-CN" sz="2800" smtClean="0"/>
          </a:p>
          <a:p>
            <a:pPr>
              <a:buFont typeface="Wingdings" pitchFamily="2" charset="2"/>
              <a:buNone/>
            </a:pPr>
            <a:r>
              <a:rPr lang="en-US" altLang="zh-CN" sz="2800" smtClean="0"/>
              <a:t>   *p1=*p2;</a:t>
            </a:r>
            <a:endParaRPr lang="zh-CN" altLang="zh-CN" sz="2800" smtClean="0"/>
          </a:p>
          <a:p>
            <a:pPr>
              <a:buFont typeface="Wingdings" pitchFamily="2" charset="2"/>
              <a:buNone/>
            </a:pPr>
            <a:r>
              <a:rPr lang="en-US" altLang="zh-CN" sz="2800" smtClean="0"/>
              <a:t>   *p2=temp;</a:t>
            </a:r>
            <a:endParaRPr lang="zh-CN" altLang="zh-CN" sz="2800" smtClean="0"/>
          </a:p>
          <a:p>
            <a:pPr>
              <a:buFont typeface="Wingdings" pitchFamily="2" charset="2"/>
              <a:buNone/>
            </a:pPr>
            <a:r>
              <a:rPr lang="en-US" altLang="zh-CN" sz="2800" smtClean="0"/>
              <a:t>}</a:t>
            </a:r>
            <a:endParaRPr lang="zh-CN" altLang="zh-CN" sz="2800" smtClean="0"/>
          </a:p>
          <a:p>
            <a:pPr>
              <a:lnSpc>
                <a:spcPct val="100000"/>
              </a:lnSpc>
              <a:buFont typeface="Wingdings" pitchFamily="2" charset="2"/>
              <a:buNone/>
            </a:pPr>
            <a:endParaRPr lang="zh-CN" altLang="en-US" sz="2800" smtClean="0"/>
          </a:p>
        </p:txBody>
      </p:sp>
      <p:sp>
        <p:nvSpPr>
          <p:cNvPr id="32771" name="矩形 17"/>
          <p:cNvSpPr>
            <a:spLocks noChangeArrowheads="1"/>
          </p:cNvSpPr>
          <p:nvPr/>
        </p:nvSpPr>
        <p:spPr bwMode="auto">
          <a:xfrm>
            <a:off x="5218113" y="4013200"/>
            <a:ext cx="714375" cy="714375"/>
          </a:xfrm>
          <a:prstGeom prst="rect">
            <a:avLst/>
          </a:prstGeom>
          <a:solidFill>
            <a:schemeClr val="accent1"/>
          </a:solidFill>
          <a:ln w="38100" algn="ctr">
            <a:solidFill>
              <a:schemeClr val="tx1"/>
            </a:solidFill>
            <a:miter lim="800000"/>
            <a:headEnd/>
            <a:tailEnd/>
          </a:ln>
        </p:spPr>
        <p:txBody>
          <a:bodyPr wrap="none"/>
          <a:lstStyle/>
          <a:p>
            <a:endParaRPr lang="zh-CN" altLang="en-US"/>
          </a:p>
        </p:txBody>
      </p:sp>
      <p:sp>
        <p:nvSpPr>
          <p:cNvPr id="32772" name="矩形 18"/>
          <p:cNvSpPr>
            <a:spLocks noChangeArrowheads="1"/>
          </p:cNvSpPr>
          <p:nvPr/>
        </p:nvSpPr>
        <p:spPr bwMode="auto">
          <a:xfrm>
            <a:off x="8215313" y="4013200"/>
            <a:ext cx="714375" cy="714375"/>
          </a:xfrm>
          <a:prstGeom prst="rect">
            <a:avLst/>
          </a:prstGeom>
          <a:solidFill>
            <a:schemeClr val="accent1"/>
          </a:solidFill>
          <a:ln w="38100" algn="ctr">
            <a:solidFill>
              <a:schemeClr val="tx1"/>
            </a:solidFill>
            <a:miter lim="800000"/>
            <a:headEnd/>
            <a:tailEnd/>
          </a:ln>
        </p:spPr>
        <p:txBody>
          <a:bodyPr wrap="none"/>
          <a:lstStyle/>
          <a:p>
            <a:endParaRPr lang="zh-CN" altLang="en-US"/>
          </a:p>
        </p:txBody>
      </p:sp>
      <p:sp>
        <p:nvSpPr>
          <p:cNvPr id="32773" name="矩形 19"/>
          <p:cNvSpPr>
            <a:spLocks noChangeArrowheads="1"/>
          </p:cNvSpPr>
          <p:nvPr/>
        </p:nvSpPr>
        <p:spPr bwMode="auto">
          <a:xfrm>
            <a:off x="3789363" y="4013200"/>
            <a:ext cx="714375" cy="714375"/>
          </a:xfrm>
          <a:prstGeom prst="rect">
            <a:avLst/>
          </a:prstGeom>
          <a:solidFill>
            <a:schemeClr val="accent1"/>
          </a:solidFill>
          <a:ln w="38100" algn="ctr">
            <a:solidFill>
              <a:schemeClr val="tx1"/>
            </a:solidFill>
            <a:miter lim="800000"/>
            <a:headEnd/>
            <a:tailEnd/>
          </a:ln>
        </p:spPr>
        <p:txBody>
          <a:bodyPr wrap="none"/>
          <a:lstStyle/>
          <a:p>
            <a:endParaRPr lang="zh-CN" altLang="en-US"/>
          </a:p>
        </p:txBody>
      </p:sp>
      <p:sp>
        <p:nvSpPr>
          <p:cNvPr id="32774" name="矩形 20"/>
          <p:cNvSpPr>
            <a:spLocks noChangeArrowheads="1"/>
          </p:cNvSpPr>
          <p:nvPr/>
        </p:nvSpPr>
        <p:spPr bwMode="auto">
          <a:xfrm>
            <a:off x="6786563" y="4000500"/>
            <a:ext cx="714375" cy="714375"/>
          </a:xfrm>
          <a:prstGeom prst="rect">
            <a:avLst/>
          </a:prstGeom>
          <a:solidFill>
            <a:schemeClr val="accent1"/>
          </a:solidFill>
          <a:ln w="38100" algn="ctr">
            <a:solidFill>
              <a:schemeClr val="tx1"/>
            </a:solidFill>
            <a:miter lim="800000"/>
            <a:headEnd/>
            <a:tailEnd/>
          </a:ln>
        </p:spPr>
        <p:txBody>
          <a:bodyPr wrap="none"/>
          <a:lstStyle/>
          <a:p>
            <a:endParaRPr lang="zh-CN" altLang="en-US"/>
          </a:p>
        </p:txBody>
      </p:sp>
      <p:sp>
        <p:nvSpPr>
          <p:cNvPr id="32775" name="TextBox 21"/>
          <p:cNvSpPr txBox="1">
            <a:spLocks noChangeArrowheads="1"/>
          </p:cNvSpPr>
          <p:nvPr/>
        </p:nvSpPr>
        <p:spPr bwMode="auto">
          <a:xfrm>
            <a:off x="5402263" y="3505200"/>
            <a:ext cx="500062"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000">
                <a:solidFill>
                  <a:schemeClr val="tx1"/>
                </a:solidFill>
                <a:latin typeface="Arial" charset="0"/>
                <a:ea typeface="宋体" pitchFamily="2" charset="-122"/>
              </a:defRPr>
            </a:lvl1pPr>
            <a:lvl2pPr marL="742950" indent="-285750" eaLnBrk="0" hangingPunct="0">
              <a:defRPr kumimoji="1" sz="4000">
                <a:solidFill>
                  <a:schemeClr val="tx1"/>
                </a:solidFill>
                <a:latin typeface="Arial" charset="0"/>
                <a:ea typeface="宋体" pitchFamily="2" charset="-122"/>
              </a:defRPr>
            </a:lvl2pPr>
            <a:lvl3pPr marL="1143000" indent="-228600" eaLnBrk="0" hangingPunct="0">
              <a:defRPr kumimoji="1" sz="4000">
                <a:solidFill>
                  <a:schemeClr val="tx1"/>
                </a:solidFill>
                <a:latin typeface="Arial" charset="0"/>
                <a:ea typeface="宋体" pitchFamily="2" charset="-122"/>
              </a:defRPr>
            </a:lvl3pPr>
            <a:lvl4pPr marL="1600200" indent="-228600" eaLnBrk="0" hangingPunct="0">
              <a:defRPr kumimoji="1" sz="4000">
                <a:solidFill>
                  <a:schemeClr val="tx1"/>
                </a:solidFill>
                <a:latin typeface="Arial" charset="0"/>
                <a:ea typeface="宋体" pitchFamily="2" charset="-122"/>
              </a:defRPr>
            </a:lvl4pPr>
            <a:lvl5pPr marL="2057400" indent="-228600" eaLnBrk="0" hangingPunct="0">
              <a:defRPr kumimoji="1" sz="4000">
                <a:solidFill>
                  <a:schemeClr val="tx1"/>
                </a:solidFill>
                <a:latin typeface="Arial" charset="0"/>
                <a:ea typeface="宋体" pitchFamily="2" charset="-122"/>
              </a:defRPr>
            </a:lvl5pPr>
            <a:lvl6pPr marL="2514600" indent="-228600" eaLnBrk="0" fontAlgn="base" hangingPunct="0">
              <a:spcBef>
                <a:spcPct val="0"/>
              </a:spcBef>
              <a:spcAft>
                <a:spcPct val="0"/>
              </a:spcAft>
              <a:defRPr kumimoji="1" sz="4000">
                <a:solidFill>
                  <a:schemeClr val="tx1"/>
                </a:solidFill>
                <a:latin typeface="Arial" charset="0"/>
                <a:ea typeface="宋体" pitchFamily="2" charset="-122"/>
              </a:defRPr>
            </a:lvl6pPr>
            <a:lvl7pPr marL="2971800" indent="-228600" eaLnBrk="0" fontAlgn="base" hangingPunct="0">
              <a:spcBef>
                <a:spcPct val="0"/>
              </a:spcBef>
              <a:spcAft>
                <a:spcPct val="0"/>
              </a:spcAft>
              <a:defRPr kumimoji="1" sz="4000">
                <a:solidFill>
                  <a:schemeClr val="tx1"/>
                </a:solidFill>
                <a:latin typeface="Arial" charset="0"/>
                <a:ea typeface="宋体" pitchFamily="2" charset="-122"/>
              </a:defRPr>
            </a:lvl7pPr>
            <a:lvl8pPr marL="3429000" indent="-228600" eaLnBrk="0" fontAlgn="base" hangingPunct="0">
              <a:spcBef>
                <a:spcPct val="0"/>
              </a:spcBef>
              <a:spcAft>
                <a:spcPct val="0"/>
              </a:spcAft>
              <a:defRPr kumimoji="1" sz="4000">
                <a:solidFill>
                  <a:schemeClr val="tx1"/>
                </a:solidFill>
                <a:latin typeface="Arial" charset="0"/>
                <a:ea typeface="宋体" pitchFamily="2" charset="-122"/>
              </a:defRPr>
            </a:lvl8pPr>
            <a:lvl9pPr marL="3886200" indent="-228600" eaLnBrk="0" fontAlgn="base" hangingPunct="0">
              <a:spcBef>
                <a:spcPct val="0"/>
              </a:spcBef>
              <a:spcAft>
                <a:spcPct val="0"/>
              </a:spcAft>
              <a:defRPr kumimoji="1" sz="4000">
                <a:solidFill>
                  <a:schemeClr val="tx1"/>
                </a:solidFill>
                <a:latin typeface="Arial" charset="0"/>
                <a:ea typeface="宋体" pitchFamily="2" charset="-122"/>
              </a:defRPr>
            </a:lvl9pPr>
          </a:lstStyle>
          <a:p>
            <a:pPr eaLnBrk="1" hangingPunct="1"/>
            <a:r>
              <a:rPr lang="en-US" altLang="zh-CN" sz="3200">
                <a:solidFill>
                  <a:srgbClr val="FF0000"/>
                </a:solidFill>
              </a:rPr>
              <a:t>a</a:t>
            </a:r>
            <a:endParaRPr lang="zh-CN" altLang="en-US" sz="3200">
              <a:solidFill>
                <a:srgbClr val="FF0000"/>
              </a:solidFill>
            </a:endParaRPr>
          </a:p>
        </p:txBody>
      </p:sp>
      <p:sp>
        <p:nvSpPr>
          <p:cNvPr id="32776" name="TextBox 22"/>
          <p:cNvSpPr txBox="1">
            <a:spLocks noChangeArrowheads="1"/>
          </p:cNvSpPr>
          <p:nvPr/>
        </p:nvSpPr>
        <p:spPr bwMode="auto">
          <a:xfrm>
            <a:off x="8286750" y="3416300"/>
            <a:ext cx="500063"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000">
                <a:solidFill>
                  <a:schemeClr val="tx1"/>
                </a:solidFill>
                <a:latin typeface="Arial" charset="0"/>
                <a:ea typeface="宋体" pitchFamily="2" charset="-122"/>
              </a:defRPr>
            </a:lvl1pPr>
            <a:lvl2pPr marL="742950" indent="-285750" eaLnBrk="0" hangingPunct="0">
              <a:defRPr kumimoji="1" sz="4000">
                <a:solidFill>
                  <a:schemeClr val="tx1"/>
                </a:solidFill>
                <a:latin typeface="Arial" charset="0"/>
                <a:ea typeface="宋体" pitchFamily="2" charset="-122"/>
              </a:defRPr>
            </a:lvl2pPr>
            <a:lvl3pPr marL="1143000" indent="-228600" eaLnBrk="0" hangingPunct="0">
              <a:defRPr kumimoji="1" sz="4000">
                <a:solidFill>
                  <a:schemeClr val="tx1"/>
                </a:solidFill>
                <a:latin typeface="Arial" charset="0"/>
                <a:ea typeface="宋体" pitchFamily="2" charset="-122"/>
              </a:defRPr>
            </a:lvl3pPr>
            <a:lvl4pPr marL="1600200" indent="-228600" eaLnBrk="0" hangingPunct="0">
              <a:defRPr kumimoji="1" sz="4000">
                <a:solidFill>
                  <a:schemeClr val="tx1"/>
                </a:solidFill>
                <a:latin typeface="Arial" charset="0"/>
                <a:ea typeface="宋体" pitchFamily="2" charset="-122"/>
              </a:defRPr>
            </a:lvl4pPr>
            <a:lvl5pPr marL="2057400" indent="-228600" eaLnBrk="0" hangingPunct="0">
              <a:defRPr kumimoji="1" sz="4000">
                <a:solidFill>
                  <a:schemeClr val="tx1"/>
                </a:solidFill>
                <a:latin typeface="Arial" charset="0"/>
                <a:ea typeface="宋体" pitchFamily="2" charset="-122"/>
              </a:defRPr>
            </a:lvl5pPr>
            <a:lvl6pPr marL="2514600" indent="-228600" eaLnBrk="0" fontAlgn="base" hangingPunct="0">
              <a:spcBef>
                <a:spcPct val="0"/>
              </a:spcBef>
              <a:spcAft>
                <a:spcPct val="0"/>
              </a:spcAft>
              <a:defRPr kumimoji="1" sz="4000">
                <a:solidFill>
                  <a:schemeClr val="tx1"/>
                </a:solidFill>
                <a:latin typeface="Arial" charset="0"/>
                <a:ea typeface="宋体" pitchFamily="2" charset="-122"/>
              </a:defRPr>
            </a:lvl6pPr>
            <a:lvl7pPr marL="2971800" indent="-228600" eaLnBrk="0" fontAlgn="base" hangingPunct="0">
              <a:spcBef>
                <a:spcPct val="0"/>
              </a:spcBef>
              <a:spcAft>
                <a:spcPct val="0"/>
              </a:spcAft>
              <a:defRPr kumimoji="1" sz="4000">
                <a:solidFill>
                  <a:schemeClr val="tx1"/>
                </a:solidFill>
                <a:latin typeface="Arial" charset="0"/>
                <a:ea typeface="宋体" pitchFamily="2" charset="-122"/>
              </a:defRPr>
            </a:lvl7pPr>
            <a:lvl8pPr marL="3429000" indent="-228600" eaLnBrk="0" fontAlgn="base" hangingPunct="0">
              <a:spcBef>
                <a:spcPct val="0"/>
              </a:spcBef>
              <a:spcAft>
                <a:spcPct val="0"/>
              </a:spcAft>
              <a:defRPr kumimoji="1" sz="4000">
                <a:solidFill>
                  <a:schemeClr val="tx1"/>
                </a:solidFill>
                <a:latin typeface="Arial" charset="0"/>
                <a:ea typeface="宋体" pitchFamily="2" charset="-122"/>
              </a:defRPr>
            </a:lvl8pPr>
            <a:lvl9pPr marL="3886200" indent="-228600" eaLnBrk="0" fontAlgn="base" hangingPunct="0">
              <a:spcBef>
                <a:spcPct val="0"/>
              </a:spcBef>
              <a:spcAft>
                <a:spcPct val="0"/>
              </a:spcAft>
              <a:defRPr kumimoji="1" sz="4000">
                <a:solidFill>
                  <a:schemeClr val="tx1"/>
                </a:solidFill>
                <a:latin typeface="Arial" charset="0"/>
                <a:ea typeface="宋体" pitchFamily="2" charset="-122"/>
              </a:defRPr>
            </a:lvl9pPr>
          </a:lstStyle>
          <a:p>
            <a:pPr eaLnBrk="1" hangingPunct="1"/>
            <a:r>
              <a:rPr lang="en-US" altLang="zh-CN" sz="3200">
                <a:solidFill>
                  <a:srgbClr val="FF0000"/>
                </a:solidFill>
              </a:rPr>
              <a:t>b</a:t>
            </a:r>
            <a:endParaRPr lang="zh-CN" altLang="en-US" sz="3200">
              <a:solidFill>
                <a:srgbClr val="FF0000"/>
              </a:solidFill>
            </a:endParaRPr>
          </a:p>
        </p:txBody>
      </p:sp>
      <p:sp>
        <p:nvSpPr>
          <p:cNvPr id="32777" name="TextBox 23"/>
          <p:cNvSpPr txBox="1">
            <a:spLocks noChangeArrowheads="1"/>
          </p:cNvSpPr>
          <p:nvPr/>
        </p:nvSpPr>
        <p:spPr bwMode="auto">
          <a:xfrm>
            <a:off x="3286125" y="3500438"/>
            <a:ext cx="18573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000">
                <a:solidFill>
                  <a:schemeClr val="tx1"/>
                </a:solidFill>
                <a:latin typeface="Arial" charset="0"/>
                <a:ea typeface="宋体" pitchFamily="2" charset="-122"/>
              </a:defRPr>
            </a:lvl1pPr>
            <a:lvl2pPr marL="742950" indent="-285750" eaLnBrk="0" hangingPunct="0">
              <a:defRPr kumimoji="1" sz="4000">
                <a:solidFill>
                  <a:schemeClr val="tx1"/>
                </a:solidFill>
                <a:latin typeface="Arial" charset="0"/>
                <a:ea typeface="宋体" pitchFamily="2" charset="-122"/>
              </a:defRPr>
            </a:lvl2pPr>
            <a:lvl3pPr marL="1143000" indent="-228600" eaLnBrk="0" hangingPunct="0">
              <a:defRPr kumimoji="1" sz="4000">
                <a:solidFill>
                  <a:schemeClr val="tx1"/>
                </a:solidFill>
                <a:latin typeface="Arial" charset="0"/>
                <a:ea typeface="宋体" pitchFamily="2" charset="-122"/>
              </a:defRPr>
            </a:lvl3pPr>
            <a:lvl4pPr marL="1600200" indent="-228600" eaLnBrk="0" hangingPunct="0">
              <a:defRPr kumimoji="1" sz="4000">
                <a:solidFill>
                  <a:schemeClr val="tx1"/>
                </a:solidFill>
                <a:latin typeface="Arial" charset="0"/>
                <a:ea typeface="宋体" pitchFamily="2" charset="-122"/>
              </a:defRPr>
            </a:lvl4pPr>
            <a:lvl5pPr marL="2057400" indent="-228600" eaLnBrk="0" hangingPunct="0">
              <a:defRPr kumimoji="1" sz="4000">
                <a:solidFill>
                  <a:schemeClr val="tx1"/>
                </a:solidFill>
                <a:latin typeface="Arial" charset="0"/>
                <a:ea typeface="宋体" pitchFamily="2" charset="-122"/>
              </a:defRPr>
            </a:lvl5pPr>
            <a:lvl6pPr marL="2514600" indent="-228600" eaLnBrk="0" fontAlgn="base" hangingPunct="0">
              <a:spcBef>
                <a:spcPct val="0"/>
              </a:spcBef>
              <a:spcAft>
                <a:spcPct val="0"/>
              </a:spcAft>
              <a:defRPr kumimoji="1" sz="4000">
                <a:solidFill>
                  <a:schemeClr val="tx1"/>
                </a:solidFill>
                <a:latin typeface="Arial" charset="0"/>
                <a:ea typeface="宋体" pitchFamily="2" charset="-122"/>
              </a:defRPr>
            </a:lvl6pPr>
            <a:lvl7pPr marL="2971800" indent="-228600" eaLnBrk="0" fontAlgn="base" hangingPunct="0">
              <a:spcBef>
                <a:spcPct val="0"/>
              </a:spcBef>
              <a:spcAft>
                <a:spcPct val="0"/>
              </a:spcAft>
              <a:defRPr kumimoji="1" sz="4000">
                <a:solidFill>
                  <a:schemeClr val="tx1"/>
                </a:solidFill>
                <a:latin typeface="Arial" charset="0"/>
                <a:ea typeface="宋体" pitchFamily="2" charset="-122"/>
              </a:defRPr>
            </a:lvl7pPr>
            <a:lvl8pPr marL="3429000" indent="-228600" eaLnBrk="0" fontAlgn="base" hangingPunct="0">
              <a:spcBef>
                <a:spcPct val="0"/>
              </a:spcBef>
              <a:spcAft>
                <a:spcPct val="0"/>
              </a:spcAft>
              <a:defRPr kumimoji="1" sz="4000">
                <a:solidFill>
                  <a:schemeClr val="tx1"/>
                </a:solidFill>
                <a:latin typeface="Arial" charset="0"/>
                <a:ea typeface="宋体" pitchFamily="2" charset="-122"/>
              </a:defRPr>
            </a:lvl8pPr>
            <a:lvl9pPr marL="3886200" indent="-228600" eaLnBrk="0" fontAlgn="base" hangingPunct="0">
              <a:spcBef>
                <a:spcPct val="0"/>
              </a:spcBef>
              <a:spcAft>
                <a:spcPct val="0"/>
              </a:spcAft>
              <a:defRPr kumimoji="1" sz="4000">
                <a:solidFill>
                  <a:schemeClr val="tx1"/>
                </a:solidFill>
                <a:latin typeface="Arial" charset="0"/>
                <a:ea typeface="宋体" pitchFamily="2" charset="-122"/>
              </a:defRPr>
            </a:lvl9pPr>
          </a:lstStyle>
          <a:p>
            <a:pPr eaLnBrk="1" hangingPunct="1"/>
            <a:r>
              <a:rPr lang="en-US" altLang="zh-CN" sz="2800" b="1">
                <a:solidFill>
                  <a:srgbClr val="FF0000"/>
                </a:solidFill>
              </a:rPr>
              <a:t>pointer_1</a:t>
            </a:r>
            <a:endParaRPr lang="zh-CN" altLang="en-US" sz="2800" b="1">
              <a:solidFill>
                <a:srgbClr val="FF0000"/>
              </a:solidFill>
            </a:endParaRPr>
          </a:p>
        </p:txBody>
      </p:sp>
      <p:sp>
        <p:nvSpPr>
          <p:cNvPr id="32778" name="TextBox 24"/>
          <p:cNvSpPr txBox="1">
            <a:spLocks noChangeArrowheads="1"/>
          </p:cNvSpPr>
          <p:nvPr/>
        </p:nvSpPr>
        <p:spPr bwMode="auto">
          <a:xfrm>
            <a:off x="5360988" y="4084638"/>
            <a:ext cx="500062" cy="585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000">
                <a:solidFill>
                  <a:schemeClr val="tx1"/>
                </a:solidFill>
                <a:latin typeface="Arial" charset="0"/>
                <a:ea typeface="宋体" pitchFamily="2" charset="-122"/>
              </a:defRPr>
            </a:lvl1pPr>
            <a:lvl2pPr marL="742950" indent="-285750" eaLnBrk="0" hangingPunct="0">
              <a:defRPr kumimoji="1" sz="4000">
                <a:solidFill>
                  <a:schemeClr val="tx1"/>
                </a:solidFill>
                <a:latin typeface="Arial" charset="0"/>
                <a:ea typeface="宋体" pitchFamily="2" charset="-122"/>
              </a:defRPr>
            </a:lvl2pPr>
            <a:lvl3pPr marL="1143000" indent="-228600" eaLnBrk="0" hangingPunct="0">
              <a:defRPr kumimoji="1" sz="4000">
                <a:solidFill>
                  <a:schemeClr val="tx1"/>
                </a:solidFill>
                <a:latin typeface="Arial" charset="0"/>
                <a:ea typeface="宋体" pitchFamily="2" charset="-122"/>
              </a:defRPr>
            </a:lvl3pPr>
            <a:lvl4pPr marL="1600200" indent="-228600" eaLnBrk="0" hangingPunct="0">
              <a:defRPr kumimoji="1" sz="4000">
                <a:solidFill>
                  <a:schemeClr val="tx1"/>
                </a:solidFill>
                <a:latin typeface="Arial" charset="0"/>
                <a:ea typeface="宋体" pitchFamily="2" charset="-122"/>
              </a:defRPr>
            </a:lvl4pPr>
            <a:lvl5pPr marL="2057400" indent="-228600" eaLnBrk="0" hangingPunct="0">
              <a:defRPr kumimoji="1" sz="4000">
                <a:solidFill>
                  <a:schemeClr val="tx1"/>
                </a:solidFill>
                <a:latin typeface="Arial" charset="0"/>
                <a:ea typeface="宋体" pitchFamily="2" charset="-122"/>
              </a:defRPr>
            </a:lvl5pPr>
            <a:lvl6pPr marL="2514600" indent="-228600" eaLnBrk="0" fontAlgn="base" hangingPunct="0">
              <a:spcBef>
                <a:spcPct val="0"/>
              </a:spcBef>
              <a:spcAft>
                <a:spcPct val="0"/>
              </a:spcAft>
              <a:defRPr kumimoji="1" sz="4000">
                <a:solidFill>
                  <a:schemeClr val="tx1"/>
                </a:solidFill>
                <a:latin typeface="Arial" charset="0"/>
                <a:ea typeface="宋体" pitchFamily="2" charset="-122"/>
              </a:defRPr>
            </a:lvl6pPr>
            <a:lvl7pPr marL="2971800" indent="-228600" eaLnBrk="0" fontAlgn="base" hangingPunct="0">
              <a:spcBef>
                <a:spcPct val="0"/>
              </a:spcBef>
              <a:spcAft>
                <a:spcPct val="0"/>
              </a:spcAft>
              <a:defRPr kumimoji="1" sz="4000">
                <a:solidFill>
                  <a:schemeClr val="tx1"/>
                </a:solidFill>
                <a:latin typeface="Arial" charset="0"/>
                <a:ea typeface="宋体" pitchFamily="2" charset="-122"/>
              </a:defRPr>
            </a:lvl7pPr>
            <a:lvl8pPr marL="3429000" indent="-228600" eaLnBrk="0" fontAlgn="base" hangingPunct="0">
              <a:spcBef>
                <a:spcPct val="0"/>
              </a:spcBef>
              <a:spcAft>
                <a:spcPct val="0"/>
              </a:spcAft>
              <a:defRPr kumimoji="1" sz="4000">
                <a:solidFill>
                  <a:schemeClr val="tx1"/>
                </a:solidFill>
                <a:latin typeface="Arial" charset="0"/>
                <a:ea typeface="宋体" pitchFamily="2" charset="-122"/>
              </a:defRPr>
            </a:lvl8pPr>
            <a:lvl9pPr marL="3886200" indent="-228600" eaLnBrk="0" fontAlgn="base" hangingPunct="0">
              <a:spcBef>
                <a:spcPct val="0"/>
              </a:spcBef>
              <a:spcAft>
                <a:spcPct val="0"/>
              </a:spcAft>
              <a:defRPr kumimoji="1" sz="4000">
                <a:solidFill>
                  <a:schemeClr val="tx1"/>
                </a:solidFill>
                <a:latin typeface="Arial" charset="0"/>
                <a:ea typeface="宋体" pitchFamily="2" charset="-122"/>
              </a:defRPr>
            </a:lvl9pPr>
          </a:lstStyle>
          <a:p>
            <a:pPr eaLnBrk="1" hangingPunct="1"/>
            <a:r>
              <a:rPr lang="en-US" altLang="zh-CN" sz="3200" b="1">
                <a:solidFill>
                  <a:srgbClr val="0000CC"/>
                </a:solidFill>
              </a:rPr>
              <a:t>5</a:t>
            </a:r>
            <a:endParaRPr lang="zh-CN" altLang="en-US" sz="3200" b="1">
              <a:solidFill>
                <a:srgbClr val="0000CC"/>
              </a:solidFill>
            </a:endParaRPr>
          </a:p>
        </p:txBody>
      </p:sp>
      <p:sp>
        <p:nvSpPr>
          <p:cNvPr id="32779" name="TextBox 25"/>
          <p:cNvSpPr txBox="1">
            <a:spLocks noChangeArrowheads="1"/>
          </p:cNvSpPr>
          <p:nvPr/>
        </p:nvSpPr>
        <p:spPr bwMode="auto">
          <a:xfrm>
            <a:off x="8358188" y="4071938"/>
            <a:ext cx="500062"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000">
                <a:solidFill>
                  <a:schemeClr val="tx1"/>
                </a:solidFill>
                <a:latin typeface="Arial" charset="0"/>
                <a:ea typeface="宋体" pitchFamily="2" charset="-122"/>
              </a:defRPr>
            </a:lvl1pPr>
            <a:lvl2pPr marL="742950" indent="-285750" eaLnBrk="0" hangingPunct="0">
              <a:defRPr kumimoji="1" sz="4000">
                <a:solidFill>
                  <a:schemeClr val="tx1"/>
                </a:solidFill>
                <a:latin typeface="Arial" charset="0"/>
                <a:ea typeface="宋体" pitchFamily="2" charset="-122"/>
              </a:defRPr>
            </a:lvl2pPr>
            <a:lvl3pPr marL="1143000" indent="-228600" eaLnBrk="0" hangingPunct="0">
              <a:defRPr kumimoji="1" sz="4000">
                <a:solidFill>
                  <a:schemeClr val="tx1"/>
                </a:solidFill>
                <a:latin typeface="Arial" charset="0"/>
                <a:ea typeface="宋体" pitchFamily="2" charset="-122"/>
              </a:defRPr>
            </a:lvl3pPr>
            <a:lvl4pPr marL="1600200" indent="-228600" eaLnBrk="0" hangingPunct="0">
              <a:defRPr kumimoji="1" sz="4000">
                <a:solidFill>
                  <a:schemeClr val="tx1"/>
                </a:solidFill>
                <a:latin typeface="Arial" charset="0"/>
                <a:ea typeface="宋体" pitchFamily="2" charset="-122"/>
              </a:defRPr>
            </a:lvl4pPr>
            <a:lvl5pPr marL="2057400" indent="-228600" eaLnBrk="0" hangingPunct="0">
              <a:defRPr kumimoji="1" sz="4000">
                <a:solidFill>
                  <a:schemeClr val="tx1"/>
                </a:solidFill>
                <a:latin typeface="Arial" charset="0"/>
                <a:ea typeface="宋体" pitchFamily="2" charset="-122"/>
              </a:defRPr>
            </a:lvl5pPr>
            <a:lvl6pPr marL="2514600" indent="-228600" eaLnBrk="0" fontAlgn="base" hangingPunct="0">
              <a:spcBef>
                <a:spcPct val="0"/>
              </a:spcBef>
              <a:spcAft>
                <a:spcPct val="0"/>
              </a:spcAft>
              <a:defRPr kumimoji="1" sz="4000">
                <a:solidFill>
                  <a:schemeClr val="tx1"/>
                </a:solidFill>
                <a:latin typeface="Arial" charset="0"/>
                <a:ea typeface="宋体" pitchFamily="2" charset="-122"/>
              </a:defRPr>
            </a:lvl6pPr>
            <a:lvl7pPr marL="2971800" indent="-228600" eaLnBrk="0" fontAlgn="base" hangingPunct="0">
              <a:spcBef>
                <a:spcPct val="0"/>
              </a:spcBef>
              <a:spcAft>
                <a:spcPct val="0"/>
              </a:spcAft>
              <a:defRPr kumimoji="1" sz="4000">
                <a:solidFill>
                  <a:schemeClr val="tx1"/>
                </a:solidFill>
                <a:latin typeface="Arial" charset="0"/>
                <a:ea typeface="宋体" pitchFamily="2" charset="-122"/>
              </a:defRPr>
            </a:lvl7pPr>
            <a:lvl8pPr marL="3429000" indent="-228600" eaLnBrk="0" fontAlgn="base" hangingPunct="0">
              <a:spcBef>
                <a:spcPct val="0"/>
              </a:spcBef>
              <a:spcAft>
                <a:spcPct val="0"/>
              </a:spcAft>
              <a:defRPr kumimoji="1" sz="4000">
                <a:solidFill>
                  <a:schemeClr val="tx1"/>
                </a:solidFill>
                <a:latin typeface="Arial" charset="0"/>
                <a:ea typeface="宋体" pitchFamily="2" charset="-122"/>
              </a:defRPr>
            </a:lvl8pPr>
            <a:lvl9pPr marL="3886200" indent="-228600" eaLnBrk="0" fontAlgn="base" hangingPunct="0">
              <a:spcBef>
                <a:spcPct val="0"/>
              </a:spcBef>
              <a:spcAft>
                <a:spcPct val="0"/>
              </a:spcAft>
              <a:defRPr kumimoji="1" sz="4000">
                <a:solidFill>
                  <a:schemeClr val="tx1"/>
                </a:solidFill>
                <a:latin typeface="Arial" charset="0"/>
                <a:ea typeface="宋体" pitchFamily="2" charset="-122"/>
              </a:defRPr>
            </a:lvl9pPr>
          </a:lstStyle>
          <a:p>
            <a:pPr eaLnBrk="1" hangingPunct="1"/>
            <a:r>
              <a:rPr lang="en-US" altLang="zh-CN" sz="3200" b="1">
                <a:solidFill>
                  <a:srgbClr val="0000CC"/>
                </a:solidFill>
              </a:rPr>
              <a:t>9</a:t>
            </a:r>
            <a:endParaRPr lang="zh-CN" altLang="en-US" sz="3200" b="1">
              <a:solidFill>
                <a:srgbClr val="0000CC"/>
              </a:solidFill>
            </a:endParaRPr>
          </a:p>
        </p:txBody>
      </p:sp>
      <p:sp>
        <p:nvSpPr>
          <p:cNvPr id="32780" name="TextBox 26"/>
          <p:cNvSpPr txBox="1">
            <a:spLocks noChangeArrowheads="1"/>
          </p:cNvSpPr>
          <p:nvPr/>
        </p:nvSpPr>
        <p:spPr bwMode="auto">
          <a:xfrm>
            <a:off x="3773488" y="4060825"/>
            <a:ext cx="785812"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000">
                <a:solidFill>
                  <a:schemeClr val="tx1"/>
                </a:solidFill>
                <a:latin typeface="Arial" charset="0"/>
                <a:ea typeface="宋体" pitchFamily="2" charset="-122"/>
              </a:defRPr>
            </a:lvl1pPr>
            <a:lvl2pPr marL="742950" indent="-285750" eaLnBrk="0" hangingPunct="0">
              <a:defRPr kumimoji="1" sz="4000">
                <a:solidFill>
                  <a:schemeClr val="tx1"/>
                </a:solidFill>
                <a:latin typeface="Arial" charset="0"/>
                <a:ea typeface="宋体" pitchFamily="2" charset="-122"/>
              </a:defRPr>
            </a:lvl2pPr>
            <a:lvl3pPr marL="1143000" indent="-228600" eaLnBrk="0" hangingPunct="0">
              <a:defRPr kumimoji="1" sz="4000">
                <a:solidFill>
                  <a:schemeClr val="tx1"/>
                </a:solidFill>
                <a:latin typeface="Arial" charset="0"/>
                <a:ea typeface="宋体" pitchFamily="2" charset="-122"/>
              </a:defRPr>
            </a:lvl3pPr>
            <a:lvl4pPr marL="1600200" indent="-228600" eaLnBrk="0" hangingPunct="0">
              <a:defRPr kumimoji="1" sz="4000">
                <a:solidFill>
                  <a:schemeClr val="tx1"/>
                </a:solidFill>
                <a:latin typeface="Arial" charset="0"/>
                <a:ea typeface="宋体" pitchFamily="2" charset="-122"/>
              </a:defRPr>
            </a:lvl4pPr>
            <a:lvl5pPr marL="2057400" indent="-228600" eaLnBrk="0" hangingPunct="0">
              <a:defRPr kumimoji="1" sz="4000">
                <a:solidFill>
                  <a:schemeClr val="tx1"/>
                </a:solidFill>
                <a:latin typeface="Arial" charset="0"/>
                <a:ea typeface="宋体" pitchFamily="2" charset="-122"/>
              </a:defRPr>
            </a:lvl5pPr>
            <a:lvl6pPr marL="2514600" indent="-228600" eaLnBrk="0" fontAlgn="base" hangingPunct="0">
              <a:spcBef>
                <a:spcPct val="0"/>
              </a:spcBef>
              <a:spcAft>
                <a:spcPct val="0"/>
              </a:spcAft>
              <a:defRPr kumimoji="1" sz="4000">
                <a:solidFill>
                  <a:schemeClr val="tx1"/>
                </a:solidFill>
                <a:latin typeface="Arial" charset="0"/>
                <a:ea typeface="宋体" pitchFamily="2" charset="-122"/>
              </a:defRPr>
            </a:lvl6pPr>
            <a:lvl7pPr marL="2971800" indent="-228600" eaLnBrk="0" fontAlgn="base" hangingPunct="0">
              <a:spcBef>
                <a:spcPct val="0"/>
              </a:spcBef>
              <a:spcAft>
                <a:spcPct val="0"/>
              </a:spcAft>
              <a:defRPr kumimoji="1" sz="4000">
                <a:solidFill>
                  <a:schemeClr val="tx1"/>
                </a:solidFill>
                <a:latin typeface="Arial" charset="0"/>
                <a:ea typeface="宋体" pitchFamily="2" charset="-122"/>
              </a:defRPr>
            </a:lvl7pPr>
            <a:lvl8pPr marL="3429000" indent="-228600" eaLnBrk="0" fontAlgn="base" hangingPunct="0">
              <a:spcBef>
                <a:spcPct val="0"/>
              </a:spcBef>
              <a:spcAft>
                <a:spcPct val="0"/>
              </a:spcAft>
              <a:defRPr kumimoji="1" sz="4000">
                <a:solidFill>
                  <a:schemeClr val="tx1"/>
                </a:solidFill>
                <a:latin typeface="Arial" charset="0"/>
                <a:ea typeface="宋体" pitchFamily="2" charset="-122"/>
              </a:defRPr>
            </a:lvl8pPr>
            <a:lvl9pPr marL="3886200" indent="-228600" eaLnBrk="0" fontAlgn="base" hangingPunct="0">
              <a:spcBef>
                <a:spcPct val="0"/>
              </a:spcBef>
              <a:spcAft>
                <a:spcPct val="0"/>
              </a:spcAft>
              <a:defRPr kumimoji="1" sz="4000">
                <a:solidFill>
                  <a:schemeClr val="tx1"/>
                </a:solidFill>
                <a:latin typeface="Arial" charset="0"/>
                <a:ea typeface="宋体" pitchFamily="2" charset="-122"/>
              </a:defRPr>
            </a:lvl9pPr>
          </a:lstStyle>
          <a:p>
            <a:pPr algn="ctr" eaLnBrk="1" hangingPunct="1"/>
            <a:r>
              <a:rPr lang="en-US" altLang="zh-CN" sz="3200" b="1">
                <a:solidFill>
                  <a:srgbClr val="0000CC"/>
                </a:solidFill>
              </a:rPr>
              <a:t>&amp;a</a:t>
            </a:r>
            <a:endParaRPr lang="zh-CN" altLang="en-US" sz="3200" b="1">
              <a:solidFill>
                <a:srgbClr val="0000CC"/>
              </a:solidFill>
            </a:endParaRPr>
          </a:p>
        </p:txBody>
      </p:sp>
      <p:sp>
        <p:nvSpPr>
          <p:cNvPr id="32781" name="TextBox 27"/>
          <p:cNvSpPr txBox="1">
            <a:spLocks noChangeArrowheads="1"/>
          </p:cNvSpPr>
          <p:nvPr/>
        </p:nvSpPr>
        <p:spPr bwMode="auto">
          <a:xfrm>
            <a:off x="6786563" y="4071938"/>
            <a:ext cx="785812"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000">
                <a:solidFill>
                  <a:schemeClr val="tx1"/>
                </a:solidFill>
                <a:latin typeface="Arial" charset="0"/>
                <a:ea typeface="宋体" pitchFamily="2" charset="-122"/>
              </a:defRPr>
            </a:lvl1pPr>
            <a:lvl2pPr marL="742950" indent="-285750" eaLnBrk="0" hangingPunct="0">
              <a:defRPr kumimoji="1" sz="4000">
                <a:solidFill>
                  <a:schemeClr val="tx1"/>
                </a:solidFill>
                <a:latin typeface="Arial" charset="0"/>
                <a:ea typeface="宋体" pitchFamily="2" charset="-122"/>
              </a:defRPr>
            </a:lvl2pPr>
            <a:lvl3pPr marL="1143000" indent="-228600" eaLnBrk="0" hangingPunct="0">
              <a:defRPr kumimoji="1" sz="4000">
                <a:solidFill>
                  <a:schemeClr val="tx1"/>
                </a:solidFill>
                <a:latin typeface="Arial" charset="0"/>
                <a:ea typeface="宋体" pitchFamily="2" charset="-122"/>
              </a:defRPr>
            </a:lvl3pPr>
            <a:lvl4pPr marL="1600200" indent="-228600" eaLnBrk="0" hangingPunct="0">
              <a:defRPr kumimoji="1" sz="4000">
                <a:solidFill>
                  <a:schemeClr val="tx1"/>
                </a:solidFill>
                <a:latin typeface="Arial" charset="0"/>
                <a:ea typeface="宋体" pitchFamily="2" charset="-122"/>
              </a:defRPr>
            </a:lvl4pPr>
            <a:lvl5pPr marL="2057400" indent="-228600" eaLnBrk="0" hangingPunct="0">
              <a:defRPr kumimoji="1" sz="4000">
                <a:solidFill>
                  <a:schemeClr val="tx1"/>
                </a:solidFill>
                <a:latin typeface="Arial" charset="0"/>
                <a:ea typeface="宋体" pitchFamily="2" charset="-122"/>
              </a:defRPr>
            </a:lvl5pPr>
            <a:lvl6pPr marL="2514600" indent="-228600" eaLnBrk="0" fontAlgn="base" hangingPunct="0">
              <a:spcBef>
                <a:spcPct val="0"/>
              </a:spcBef>
              <a:spcAft>
                <a:spcPct val="0"/>
              </a:spcAft>
              <a:defRPr kumimoji="1" sz="4000">
                <a:solidFill>
                  <a:schemeClr val="tx1"/>
                </a:solidFill>
                <a:latin typeface="Arial" charset="0"/>
                <a:ea typeface="宋体" pitchFamily="2" charset="-122"/>
              </a:defRPr>
            </a:lvl6pPr>
            <a:lvl7pPr marL="2971800" indent="-228600" eaLnBrk="0" fontAlgn="base" hangingPunct="0">
              <a:spcBef>
                <a:spcPct val="0"/>
              </a:spcBef>
              <a:spcAft>
                <a:spcPct val="0"/>
              </a:spcAft>
              <a:defRPr kumimoji="1" sz="4000">
                <a:solidFill>
                  <a:schemeClr val="tx1"/>
                </a:solidFill>
                <a:latin typeface="Arial" charset="0"/>
                <a:ea typeface="宋体" pitchFamily="2" charset="-122"/>
              </a:defRPr>
            </a:lvl7pPr>
            <a:lvl8pPr marL="3429000" indent="-228600" eaLnBrk="0" fontAlgn="base" hangingPunct="0">
              <a:spcBef>
                <a:spcPct val="0"/>
              </a:spcBef>
              <a:spcAft>
                <a:spcPct val="0"/>
              </a:spcAft>
              <a:defRPr kumimoji="1" sz="4000">
                <a:solidFill>
                  <a:schemeClr val="tx1"/>
                </a:solidFill>
                <a:latin typeface="Arial" charset="0"/>
                <a:ea typeface="宋体" pitchFamily="2" charset="-122"/>
              </a:defRPr>
            </a:lvl8pPr>
            <a:lvl9pPr marL="3886200" indent="-228600" eaLnBrk="0" fontAlgn="base" hangingPunct="0">
              <a:spcBef>
                <a:spcPct val="0"/>
              </a:spcBef>
              <a:spcAft>
                <a:spcPct val="0"/>
              </a:spcAft>
              <a:defRPr kumimoji="1" sz="4000">
                <a:solidFill>
                  <a:schemeClr val="tx1"/>
                </a:solidFill>
                <a:latin typeface="Arial" charset="0"/>
                <a:ea typeface="宋体" pitchFamily="2" charset="-122"/>
              </a:defRPr>
            </a:lvl9pPr>
          </a:lstStyle>
          <a:p>
            <a:pPr algn="ctr" eaLnBrk="1" hangingPunct="1"/>
            <a:r>
              <a:rPr lang="en-US" altLang="zh-CN" sz="3200" b="1">
                <a:solidFill>
                  <a:srgbClr val="0000CC"/>
                </a:solidFill>
              </a:rPr>
              <a:t>&amp;b</a:t>
            </a:r>
            <a:endParaRPr lang="zh-CN" altLang="en-US" sz="3200" b="1">
              <a:solidFill>
                <a:srgbClr val="0000CC"/>
              </a:solidFill>
            </a:endParaRPr>
          </a:p>
        </p:txBody>
      </p:sp>
      <p:cxnSp>
        <p:nvCxnSpPr>
          <p:cNvPr id="32782" name="直接箭头连接符 28"/>
          <p:cNvCxnSpPr>
            <a:cxnSpLocks noChangeShapeType="1"/>
          </p:cNvCxnSpPr>
          <p:nvPr/>
        </p:nvCxnSpPr>
        <p:spPr bwMode="auto">
          <a:xfrm>
            <a:off x="7500938" y="4357688"/>
            <a:ext cx="714375" cy="1587"/>
          </a:xfrm>
          <a:prstGeom prst="straightConnector1">
            <a:avLst/>
          </a:prstGeom>
          <a:noFill/>
          <a:ln w="38100" algn="ctr">
            <a:solidFill>
              <a:srgbClr val="FF0000"/>
            </a:solidFill>
            <a:miter lim="800000"/>
            <a:headEnd/>
            <a:tailEnd type="arrow" w="med" len="med"/>
          </a:ln>
          <a:extLst>
            <a:ext uri="{909E8E84-426E-40DD-AFC4-6F175D3DCCD1}">
              <a14:hiddenFill xmlns:a14="http://schemas.microsoft.com/office/drawing/2010/main">
                <a:noFill/>
              </a14:hiddenFill>
            </a:ext>
          </a:extLst>
        </p:spPr>
      </p:cxnSp>
      <p:cxnSp>
        <p:nvCxnSpPr>
          <p:cNvPr id="32783" name="直接箭头连接符 29"/>
          <p:cNvCxnSpPr>
            <a:cxnSpLocks noChangeShapeType="1"/>
          </p:cNvCxnSpPr>
          <p:nvPr/>
        </p:nvCxnSpPr>
        <p:spPr bwMode="auto">
          <a:xfrm>
            <a:off x="4500563" y="4357688"/>
            <a:ext cx="714375" cy="1587"/>
          </a:xfrm>
          <a:prstGeom prst="straightConnector1">
            <a:avLst/>
          </a:prstGeom>
          <a:noFill/>
          <a:ln w="38100" algn="ctr">
            <a:solidFill>
              <a:srgbClr val="FF0000"/>
            </a:solidFill>
            <a:miter lim="800000"/>
            <a:headEnd/>
            <a:tailEnd type="arrow" w="med" len="med"/>
          </a:ln>
          <a:extLst>
            <a:ext uri="{909E8E84-426E-40DD-AFC4-6F175D3DCCD1}">
              <a14:hiddenFill xmlns:a14="http://schemas.microsoft.com/office/drawing/2010/main">
                <a:noFill/>
              </a14:hiddenFill>
            </a:ext>
          </a:extLst>
        </p:spPr>
      </p:cxnSp>
      <p:sp>
        <p:nvSpPr>
          <p:cNvPr id="32784" name="TextBox 30"/>
          <p:cNvSpPr txBox="1">
            <a:spLocks noChangeArrowheads="1"/>
          </p:cNvSpPr>
          <p:nvPr/>
        </p:nvSpPr>
        <p:spPr bwMode="auto">
          <a:xfrm>
            <a:off x="6215063" y="3500438"/>
            <a:ext cx="18573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000">
                <a:solidFill>
                  <a:schemeClr val="tx1"/>
                </a:solidFill>
                <a:latin typeface="Arial" charset="0"/>
                <a:ea typeface="宋体" pitchFamily="2" charset="-122"/>
              </a:defRPr>
            </a:lvl1pPr>
            <a:lvl2pPr marL="742950" indent="-285750" eaLnBrk="0" hangingPunct="0">
              <a:defRPr kumimoji="1" sz="4000">
                <a:solidFill>
                  <a:schemeClr val="tx1"/>
                </a:solidFill>
                <a:latin typeface="Arial" charset="0"/>
                <a:ea typeface="宋体" pitchFamily="2" charset="-122"/>
              </a:defRPr>
            </a:lvl2pPr>
            <a:lvl3pPr marL="1143000" indent="-228600" eaLnBrk="0" hangingPunct="0">
              <a:defRPr kumimoji="1" sz="4000">
                <a:solidFill>
                  <a:schemeClr val="tx1"/>
                </a:solidFill>
                <a:latin typeface="Arial" charset="0"/>
                <a:ea typeface="宋体" pitchFamily="2" charset="-122"/>
              </a:defRPr>
            </a:lvl3pPr>
            <a:lvl4pPr marL="1600200" indent="-228600" eaLnBrk="0" hangingPunct="0">
              <a:defRPr kumimoji="1" sz="4000">
                <a:solidFill>
                  <a:schemeClr val="tx1"/>
                </a:solidFill>
                <a:latin typeface="Arial" charset="0"/>
                <a:ea typeface="宋体" pitchFamily="2" charset="-122"/>
              </a:defRPr>
            </a:lvl4pPr>
            <a:lvl5pPr marL="2057400" indent="-228600" eaLnBrk="0" hangingPunct="0">
              <a:defRPr kumimoji="1" sz="4000">
                <a:solidFill>
                  <a:schemeClr val="tx1"/>
                </a:solidFill>
                <a:latin typeface="Arial" charset="0"/>
                <a:ea typeface="宋体" pitchFamily="2" charset="-122"/>
              </a:defRPr>
            </a:lvl5pPr>
            <a:lvl6pPr marL="2514600" indent="-228600" eaLnBrk="0" fontAlgn="base" hangingPunct="0">
              <a:spcBef>
                <a:spcPct val="0"/>
              </a:spcBef>
              <a:spcAft>
                <a:spcPct val="0"/>
              </a:spcAft>
              <a:defRPr kumimoji="1" sz="4000">
                <a:solidFill>
                  <a:schemeClr val="tx1"/>
                </a:solidFill>
                <a:latin typeface="Arial" charset="0"/>
                <a:ea typeface="宋体" pitchFamily="2" charset="-122"/>
              </a:defRPr>
            </a:lvl6pPr>
            <a:lvl7pPr marL="2971800" indent="-228600" eaLnBrk="0" fontAlgn="base" hangingPunct="0">
              <a:spcBef>
                <a:spcPct val="0"/>
              </a:spcBef>
              <a:spcAft>
                <a:spcPct val="0"/>
              </a:spcAft>
              <a:defRPr kumimoji="1" sz="4000">
                <a:solidFill>
                  <a:schemeClr val="tx1"/>
                </a:solidFill>
                <a:latin typeface="Arial" charset="0"/>
                <a:ea typeface="宋体" pitchFamily="2" charset="-122"/>
              </a:defRPr>
            </a:lvl7pPr>
            <a:lvl8pPr marL="3429000" indent="-228600" eaLnBrk="0" fontAlgn="base" hangingPunct="0">
              <a:spcBef>
                <a:spcPct val="0"/>
              </a:spcBef>
              <a:spcAft>
                <a:spcPct val="0"/>
              </a:spcAft>
              <a:defRPr kumimoji="1" sz="4000">
                <a:solidFill>
                  <a:schemeClr val="tx1"/>
                </a:solidFill>
                <a:latin typeface="Arial" charset="0"/>
                <a:ea typeface="宋体" pitchFamily="2" charset="-122"/>
              </a:defRPr>
            </a:lvl8pPr>
            <a:lvl9pPr marL="3886200" indent="-228600" eaLnBrk="0" fontAlgn="base" hangingPunct="0">
              <a:spcBef>
                <a:spcPct val="0"/>
              </a:spcBef>
              <a:spcAft>
                <a:spcPct val="0"/>
              </a:spcAft>
              <a:defRPr kumimoji="1" sz="4000">
                <a:solidFill>
                  <a:schemeClr val="tx1"/>
                </a:solidFill>
                <a:latin typeface="Arial" charset="0"/>
                <a:ea typeface="宋体" pitchFamily="2" charset="-122"/>
              </a:defRPr>
            </a:lvl9pPr>
          </a:lstStyle>
          <a:p>
            <a:pPr eaLnBrk="1" hangingPunct="1"/>
            <a:r>
              <a:rPr lang="en-US" altLang="zh-CN" sz="2800" b="1">
                <a:solidFill>
                  <a:srgbClr val="FF0000"/>
                </a:solidFill>
              </a:rPr>
              <a:t>pointer_2</a:t>
            </a:r>
            <a:endParaRPr lang="zh-CN" altLang="en-US" sz="2800" b="1">
              <a:solidFill>
                <a:srgbClr val="FF0000"/>
              </a:solidFill>
            </a:endParaRPr>
          </a:p>
        </p:txBody>
      </p:sp>
      <p:sp>
        <p:nvSpPr>
          <p:cNvPr id="32" name="矩形 31"/>
          <p:cNvSpPr>
            <a:spLocks noChangeArrowheads="1"/>
          </p:cNvSpPr>
          <p:nvPr/>
        </p:nvSpPr>
        <p:spPr bwMode="auto">
          <a:xfrm>
            <a:off x="5214938" y="5357813"/>
            <a:ext cx="714375" cy="714375"/>
          </a:xfrm>
          <a:prstGeom prst="rect">
            <a:avLst/>
          </a:prstGeom>
          <a:solidFill>
            <a:schemeClr val="accent1"/>
          </a:solidFill>
          <a:ln w="38100" algn="ctr">
            <a:solidFill>
              <a:schemeClr val="tx1"/>
            </a:solidFill>
            <a:miter lim="800000"/>
            <a:headEnd/>
            <a:tailEnd/>
          </a:ln>
        </p:spPr>
        <p:txBody>
          <a:bodyPr wrap="none"/>
          <a:lstStyle/>
          <a:p>
            <a:endParaRPr lang="zh-CN" altLang="en-US"/>
          </a:p>
        </p:txBody>
      </p:sp>
      <p:sp>
        <p:nvSpPr>
          <p:cNvPr id="33" name="TextBox 32"/>
          <p:cNvSpPr txBox="1">
            <a:spLocks noChangeArrowheads="1"/>
          </p:cNvSpPr>
          <p:nvPr/>
        </p:nvSpPr>
        <p:spPr bwMode="auto">
          <a:xfrm>
            <a:off x="4572000" y="5429250"/>
            <a:ext cx="64293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000">
                <a:solidFill>
                  <a:schemeClr val="tx1"/>
                </a:solidFill>
                <a:latin typeface="Arial" charset="0"/>
                <a:ea typeface="宋体" pitchFamily="2" charset="-122"/>
              </a:defRPr>
            </a:lvl1pPr>
            <a:lvl2pPr marL="742950" indent="-285750" eaLnBrk="0" hangingPunct="0">
              <a:defRPr kumimoji="1" sz="4000">
                <a:solidFill>
                  <a:schemeClr val="tx1"/>
                </a:solidFill>
                <a:latin typeface="Arial" charset="0"/>
                <a:ea typeface="宋体" pitchFamily="2" charset="-122"/>
              </a:defRPr>
            </a:lvl2pPr>
            <a:lvl3pPr marL="1143000" indent="-228600" eaLnBrk="0" hangingPunct="0">
              <a:defRPr kumimoji="1" sz="4000">
                <a:solidFill>
                  <a:schemeClr val="tx1"/>
                </a:solidFill>
                <a:latin typeface="Arial" charset="0"/>
                <a:ea typeface="宋体" pitchFamily="2" charset="-122"/>
              </a:defRPr>
            </a:lvl3pPr>
            <a:lvl4pPr marL="1600200" indent="-228600" eaLnBrk="0" hangingPunct="0">
              <a:defRPr kumimoji="1" sz="4000">
                <a:solidFill>
                  <a:schemeClr val="tx1"/>
                </a:solidFill>
                <a:latin typeface="Arial" charset="0"/>
                <a:ea typeface="宋体" pitchFamily="2" charset="-122"/>
              </a:defRPr>
            </a:lvl4pPr>
            <a:lvl5pPr marL="2057400" indent="-228600" eaLnBrk="0" hangingPunct="0">
              <a:defRPr kumimoji="1" sz="4000">
                <a:solidFill>
                  <a:schemeClr val="tx1"/>
                </a:solidFill>
                <a:latin typeface="Arial" charset="0"/>
                <a:ea typeface="宋体" pitchFamily="2" charset="-122"/>
              </a:defRPr>
            </a:lvl5pPr>
            <a:lvl6pPr marL="2514600" indent="-228600" eaLnBrk="0" fontAlgn="base" hangingPunct="0">
              <a:spcBef>
                <a:spcPct val="0"/>
              </a:spcBef>
              <a:spcAft>
                <a:spcPct val="0"/>
              </a:spcAft>
              <a:defRPr kumimoji="1" sz="4000">
                <a:solidFill>
                  <a:schemeClr val="tx1"/>
                </a:solidFill>
                <a:latin typeface="Arial" charset="0"/>
                <a:ea typeface="宋体" pitchFamily="2" charset="-122"/>
              </a:defRPr>
            </a:lvl6pPr>
            <a:lvl7pPr marL="2971800" indent="-228600" eaLnBrk="0" fontAlgn="base" hangingPunct="0">
              <a:spcBef>
                <a:spcPct val="0"/>
              </a:spcBef>
              <a:spcAft>
                <a:spcPct val="0"/>
              </a:spcAft>
              <a:defRPr kumimoji="1" sz="4000">
                <a:solidFill>
                  <a:schemeClr val="tx1"/>
                </a:solidFill>
                <a:latin typeface="Arial" charset="0"/>
                <a:ea typeface="宋体" pitchFamily="2" charset="-122"/>
              </a:defRPr>
            </a:lvl7pPr>
            <a:lvl8pPr marL="3429000" indent="-228600" eaLnBrk="0" fontAlgn="base" hangingPunct="0">
              <a:spcBef>
                <a:spcPct val="0"/>
              </a:spcBef>
              <a:spcAft>
                <a:spcPct val="0"/>
              </a:spcAft>
              <a:defRPr kumimoji="1" sz="4000">
                <a:solidFill>
                  <a:schemeClr val="tx1"/>
                </a:solidFill>
                <a:latin typeface="Arial" charset="0"/>
                <a:ea typeface="宋体" pitchFamily="2" charset="-122"/>
              </a:defRPr>
            </a:lvl8pPr>
            <a:lvl9pPr marL="3886200" indent="-228600" eaLnBrk="0" fontAlgn="base" hangingPunct="0">
              <a:spcBef>
                <a:spcPct val="0"/>
              </a:spcBef>
              <a:spcAft>
                <a:spcPct val="0"/>
              </a:spcAft>
              <a:defRPr kumimoji="1" sz="4000">
                <a:solidFill>
                  <a:schemeClr val="tx1"/>
                </a:solidFill>
                <a:latin typeface="Arial" charset="0"/>
                <a:ea typeface="宋体" pitchFamily="2" charset="-122"/>
              </a:defRPr>
            </a:lvl9pPr>
          </a:lstStyle>
          <a:p>
            <a:pPr eaLnBrk="1" hangingPunct="1"/>
            <a:r>
              <a:rPr lang="en-US" altLang="zh-CN" sz="2800" b="1">
                <a:solidFill>
                  <a:srgbClr val="FF0000"/>
                </a:solidFill>
              </a:rPr>
              <a:t>p1</a:t>
            </a:r>
            <a:endParaRPr lang="zh-CN" altLang="en-US" sz="2800" b="1">
              <a:solidFill>
                <a:srgbClr val="FF0000"/>
              </a:solidFill>
            </a:endParaRPr>
          </a:p>
        </p:txBody>
      </p:sp>
      <p:sp>
        <p:nvSpPr>
          <p:cNvPr id="34" name="TextBox 33"/>
          <p:cNvSpPr txBox="1">
            <a:spLocks noChangeArrowheads="1"/>
          </p:cNvSpPr>
          <p:nvPr/>
        </p:nvSpPr>
        <p:spPr bwMode="auto">
          <a:xfrm>
            <a:off x="5199063" y="5403850"/>
            <a:ext cx="785812"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000">
                <a:solidFill>
                  <a:schemeClr val="tx1"/>
                </a:solidFill>
                <a:latin typeface="Arial" charset="0"/>
                <a:ea typeface="宋体" pitchFamily="2" charset="-122"/>
              </a:defRPr>
            </a:lvl1pPr>
            <a:lvl2pPr marL="742950" indent="-285750" eaLnBrk="0" hangingPunct="0">
              <a:defRPr kumimoji="1" sz="4000">
                <a:solidFill>
                  <a:schemeClr val="tx1"/>
                </a:solidFill>
                <a:latin typeface="Arial" charset="0"/>
                <a:ea typeface="宋体" pitchFamily="2" charset="-122"/>
              </a:defRPr>
            </a:lvl2pPr>
            <a:lvl3pPr marL="1143000" indent="-228600" eaLnBrk="0" hangingPunct="0">
              <a:defRPr kumimoji="1" sz="4000">
                <a:solidFill>
                  <a:schemeClr val="tx1"/>
                </a:solidFill>
                <a:latin typeface="Arial" charset="0"/>
                <a:ea typeface="宋体" pitchFamily="2" charset="-122"/>
              </a:defRPr>
            </a:lvl3pPr>
            <a:lvl4pPr marL="1600200" indent="-228600" eaLnBrk="0" hangingPunct="0">
              <a:defRPr kumimoji="1" sz="4000">
                <a:solidFill>
                  <a:schemeClr val="tx1"/>
                </a:solidFill>
                <a:latin typeface="Arial" charset="0"/>
                <a:ea typeface="宋体" pitchFamily="2" charset="-122"/>
              </a:defRPr>
            </a:lvl4pPr>
            <a:lvl5pPr marL="2057400" indent="-228600" eaLnBrk="0" hangingPunct="0">
              <a:defRPr kumimoji="1" sz="4000">
                <a:solidFill>
                  <a:schemeClr val="tx1"/>
                </a:solidFill>
                <a:latin typeface="Arial" charset="0"/>
                <a:ea typeface="宋体" pitchFamily="2" charset="-122"/>
              </a:defRPr>
            </a:lvl5pPr>
            <a:lvl6pPr marL="2514600" indent="-228600" eaLnBrk="0" fontAlgn="base" hangingPunct="0">
              <a:spcBef>
                <a:spcPct val="0"/>
              </a:spcBef>
              <a:spcAft>
                <a:spcPct val="0"/>
              </a:spcAft>
              <a:defRPr kumimoji="1" sz="4000">
                <a:solidFill>
                  <a:schemeClr val="tx1"/>
                </a:solidFill>
                <a:latin typeface="Arial" charset="0"/>
                <a:ea typeface="宋体" pitchFamily="2" charset="-122"/>
              </a:defRPr>
            </a:lvl6pPr>
            <a:lvl7pPr marL="2971800" indent="-228600" eaLnBrk="0" fontAlgn="base" hangingPunct="0">
              <a:spcBef>
                <a:spcPct val="0"/>
              </a:spcBef>
              <a:spcAft>
                <a:spcPct val="0"/>
              </a:spcAft>
              <a:defRPr kumimoji="1" sz="4000">
                <a:solidFill>
                  <a:schemeClr val="tx1"/>
                </a:solidFill>
                <a:latin typeface="Arial" charset="0"/>
                <a:ea typeface="宋体" pitchFamily="2" charset="-122"/>
              </a:defRPr>
            </a:lvl7pPr>
            <a:lvl8pPr marL="3429000" indent="-228600" eaLnBrk="0" fontAlgn="base" hangingPunct="0">
              <a:spcBef>
                <a:spcPct val="0"/>
              </a:spcBef>
              <a:spcAft>
                <a:spcPct val="0"/>
              </a:spcAft>
              <a:defRPr kumimoji="1" sz="4000">
                <a:solidFill>
                  <a:schemeClr val="tx1"/>
                </a:solidFill>
                <a:latin typeface="Arial" charset="0"/>
                <a:ea typeface="宋体" pitchFamily="2" charset="-122"/>
              </a:defRPr>
            </a:lvl8pPr>
            <a:lvl9pPr marL="3886200" indent="-228600" eaLnBrk="0" fontAlgn="base" hangingPunct="0">
              <a:spcBef>
                <a:spcPct val="0"/>
              </a:spcBef>
              <a:spcAft>
                <a:spcPct val="0"/>
              </a:spcAft>
              <a:defRPr kumimoji="1" sz="4000">
                <a:solidFill>
                  <a:schemeClr val="tx1"/>
                </a:solidFill>
                <a:latin typeface="Arial" charset="0"/>
                <a:ea typeface="宋体" pitchFamily="2" charset="-122"/>
              </a:defRPr>
            </a:lvl9pPr>
          </a:lstStyle>
          <a:p>
            <a:pPr algn="ctr" eaLnBrk="1" hangingPunct="1"/>
            <a:r>
              <a:rPr lang="en-US" altLang="zh-CN" sz="3200" b="1">
                <a:solidFill>
                  <a:srgbClr val="0000CC"/>
                </a:solidFill>
              </a:rPr>
              <a:t>&amp;a</a:t>
            </a:r>
            <a:endParaRPr lang="zh-CN" altLang="en-US" sz="3200" b="1">
              <a:solidFill>
                <a:srgbClr val="0000CC"/>
              </a:solidFill>
            </a:endParaRPr>
          </a:p>
        </p:txBody>
      </p:sp>
      <p:cxnSp>
        <p:nvCxnSpPr>
          <p:cNvPr id="35" name="直接箭头连接符 34"/>
          <p:cNvCxnSpPr>
            <a:cxnSpLocks noChangeShapeType="1"/>
            <a:stCxn id="32" idx="0"/>
            <a:endCxn id="32771" idx="2"/>
          </p:cNvCxnSpPr>
          <p:nvPr/>
        </p:nvCxnSpPr>
        <p:spPr bwMode="auto">
          <a:xfrm rot="5400000" flipH="1" flipV="1">
            <a:off x="5258594" y="5041106"/>
            <a:ext cx="630238" cy="3175"/>
          </a:xfrm>
          <a:prstGeom prst="straightConnector1">
            <a:avLst/>
          </a:prstGeom>
          <a:noFill/>
          <a:ln w="38100" algn="ctr">
            <a:solidFill>
              <a:srgbClr val="FF0000"/>
            </a:solidFill>
            <a:miter lim="800000"/>
            <a:headEnd/>
            <a:tailEnd type="arrow" w="med" len="med"/>
          </a:ln>
          <a:extLst>
            <a:ext uri="{909E8E84-426E-40DD-AFC4-6F175D3DCCD1}">
              <a14:hiddenFill xmlns:a14="http://schemas.microsoft.com/office/drawing/2010/main">
                <a:noFill/>
              </a14:hiddenFill>
            </a:ext>
          </a:extLst>
        </p:spPr>
      </p:cxnSp>
      <p:sp>
        <p:nvSpPr>
          <p:cNvPr id="38" name="矩形 37"/>
          <p:cNvSpPr>
            <a:spLocks noChangeArrowheads="1"/>
          </p:cNvSpPr>
          <p:nvPr/>
        </p:nvSpPr>
        <p:spPr bwMode="auto">
          <a:xfrm>
            <a:off x="8231188" y="5311775"/>
            <a:ext cx="714375" cy="714375"/>
          </a:xfrm>
          <a:prstGeom prst="rect">
            <a:avLst/>
          </a:prstGeom>
          <a:solidFill>
            <a:schemeClr val="accent1"/>
          </a:solidFill>
          <a:ln w="38100" algn="ctr">
            <a:solidFill>
              <a:schemeClr val="tx1"/>
            </a:solidFill>
            <a:miter lim="800000"/>
            <a:headEnd/>
            <a:tailEnd/>
          </a:ln>
        </p:spPr>
        <p:txBody>
          <a:bodyPr wrap="none"/>
          <a:lstStyle/>
          <a:p>
            <a:endParaRPr lang="zh-CN" altLang="en-US"/>
          </a:p>
        </p:txBody>
      </p:sp>
      <p:sp>
        <p:nvSpPr>
          <p:cNvPr id="39" name="TextBox 38"/>
          <p:cNvSpPr txBox="1">
            <a:spLocks noChangeArrowheads="1"/>
          </p:cNvSpPr>
          <p:nvPr/>
        </p:nvSpPr>
        <p:spPr bwMode="auto">
          <a:xfrm>
            <a:off x="7588250" y="5383213"/>
            <a:ext cx="642938"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000">
                <a:solidFill>
                  <a:schemeClr val="tx1"/>
                </a:solidFill>
                <a:latin typeface="Arial" charset="0"/>
                <a:ea typeface="宋体" pitchFamily="2" charset="-122"/>
              </a:defRPr>
            </a:lvl1pPr>
            <a:lvl2pPr marL="742950" indent="-285750" eaLnBrk="0" hangingPunct="0">
              <a:defRPr kumimoji="1" sz="4000">
                <a:solidFill>
                  <a:schemeClr val="tx1"/>
                </a:solidFill>
                <a:latin typeface="Arial" charset="0"/>
                <a:ea typeface="宋体" pitchFamily="2" charset="-122"/>
              </a:defRPr>
            </a:lvl2pPr>
            <a:lvl3pPr marL="1143000" indent="-228600" eaLnBrk="0" hangingPunct="0">
              <a:defRPr kumimoji="1" sz="4000">
                <a:solidFill>
                  <a:schemeClr val="tx1"/>
                </a:solidFill>
                <a:latin typeface="Arial" charset="0"/>
                <a:ea typeface="宋体" pitchFamily="2" charset="-122"/>
              </a:defRPr>
            </a:lvl3pPr>
            <a:lvl4pPr marL="1600200" indent="-228600" eaLnBrk="0" hangingPunct="0">
              <a:defRPr kumimoji="1" sz="4000">
                <a:solidFill>
                  <a:schemeClr val="tx1"/>
                </a:solidFill>
                <a:latin typeface="Arial" charset="0"/>
                <a:ea typeface="宋体" pitchFamily="2" charset="-122"/>
              </a:defRPr>
            </a:lvl4pPr>
            <a:lvl5pPr marL="2057400" indent="-228600" eaLnBrk="0" hangingPunct="0">
              <a:defRPr kumimoji="1" sz="4000">
                <a:solidFill>
                  <a:schemeClr val="tx1"/>
                </a:solidFill>
                <a:latin typeface="Arial" charset="0"/>
                <a:ea typeface="宋体" pitchFamily="2" charset="-122"/>
              </a:defRPr>
            </a:lvl5pPr>
            <a:lvl6pPr marL="2514600" indent="-228600" eaLnBrk="0" fontAlgn="base" hangingPunct="0">
              <a:spcBef>
                <a:spcPct val="0"/>
              </a:spcBef>
              <a:spcAft>
                <a:spcPct val="0"/>
              </a:spcAft>
              <a:defRPr kumimoji="1" sz="4000">
                <a:solidFill>
                  <a:schemeClr val="tx1"/>
                </a:solidFill>
                <a:latin typeface="Arial" charset="0"/>
                <a:ea typeface="宋体" pitchFamily="2" charset="-122"/>
              </a:defRPr>
            </a:lvl6pPr>
            <a:lvl7pPr marL="2971800" indent="-228600" eaLnBrk="0" fontAlgn="base" hangingPunct="0">
              <a:spcBef>
                <a:spcPct val="0"/>
              </a:spcBef>
              <a:spcAft>
                <a:spcPct val="0"/>
              </a:spcAft>
              <a:defRPr kumimoji="1" sz="4000">
                <a:solidFill>
                  <a:schemeClr val="tx1"/>
                </a:solidFill>
                <a:latin typeface="Arial" charset="0"/>
                <a:ea typeface="宋体" pitchFamily="2" charset="-122"/>
              </a:defRPr>
            </a:lvl7pPr>
            <a:lvl8pPr marL="3429000" indent="-228600" eaLnBrk="0" fontAlgn="base" hangingPunct="0">
              <a:spcBef>
                <a:spcPct val="0"/>
              </a:spcBef>
              <a:spcAft>
                <a:spcPct val="0"/>
              </a:spcAft>
              <a:defRPr kumimoji="1" sz="4000">
                <a:solidFill>
                  <a:schemeClr val="tx1"/>
                </a:solidFill>
                <a:latin typeface="Arial" charset="0"/>
                <a:ea typeface="宋体" pitchFamily="2" charset="-122"/>
              </a:defRPr>
            </a:lvl8pPr>
            <a:lvl9pPr marL="3886200" indent="-228600" eaLnBrk="0" fontAlgn="base" hangingPunct="0">
              <a:spcBef>
                <a:spcPct val="0"/>
              </a:spcBef>
              <a:spcAft>
                <a:spcPct val="0"/>
              </a:spcAft>
              <a:defRPr kumimoji="1" sz="4000">
                <a:solidFill>
                  <a:schemeClr val="tx1"/>
                </a:solidFill>
                <a:latin typeface="Arial" charset="0"/>
                <a:ea typeface="宋体" pitchFamily="2" charset="-122"/>
              </a:defRPr>
            </a:lvl9pPr>
          </a:lstStyle>
          <a:p>
            <a:pPr eaLnBrk="1" hangingPunct="1"/>
            <a:r>
              <a:rPr lang="en-US" altLang="zh-CN" sz="2800" b="1">
                <a:solidFill>
                  <a:srgbClr val="FF0000"/>
                </a:solidFill>
              </a:rPr>
              <a:t>p2</a:t>
            </a:r>
            <a:endParaRPr lang="zh-CN" altLang="en-US" sz="2800" b="1">
              <a:solidFill>
                <a:srgbClr val="FF0000"/>
              </a:solidFill>
            </a:endParaRPr>
          </a:p>
        </p:txBody>
      </p:sp>
      <p:sp>
        <p:nvSpPr>
          <p:cNvPr id="40" name="TextBox 39"/>
          <p:cNvSpPr txBox="1">
            <a:spLocks noChangeArrowheads="1"/>
          </p:cNvSpPr>
          <p:nvPr/>
        </p:nvSpPr>
        <p:spPr bwMode="auto">
          <a:xfrm>
            <a:off x="8215313" y="5357813"/>
            <a:ext cx="785812"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000">
                <a:solidFill>
                  <a:schemeClr val="tx1"/>
                </a:solidFill>
                <a:latin typeface="Arial" charset="0"/>
                <a:ea typeface="宋体" pitchFamily="2" charset="-122"/>
              </a:defRPr>
            </a:lvl1pPr>
            <a:lvl2pPr marL="742950" indent="-285750" eaLnBrk="0" hangingPunct="0">
              <a:defRPr kumimoji="1" sz="4000">
                <a:solidFill>
                  <a:schemeClr val="tx1"/>
                </a:solidFill>
                <a:latin typeface="Arial" charset="0"/>
                <a:ea typeface="宋体" pitchFamily="2" charset="-122"/>
              </a:defRPr>
            </a:lvl2pPr>
            <a:lvl3pPr marL="1143000" indent="-228600" eaLnBrk="0" hangingPunct="0">
              <a:defRPr kumimoji="1" sz="4000">
                <a:solidFill>
                  <a:schemeClr val="tx1"/>
                </a:solidFill>
                <a:latin typeface="Arial" charset="0"/>
                <a:ea typeface="宋体" pitchFamily="2" charset="-122"/>
              </a:defRPr>
            </a:lvl3pPr>
            <a:lvl4pPr marL="1600200" indent="-228600" eaLnBrk="0" hangingPunct="0">
              <a:defRPr kumimoji="1" sz="4000">
                <a:solidFill>
                  <a:schemeClr val="tx1"/>
                </a:solidFill>
                <a:latin typeface="Arial" charset="0"/>
                <a:ea typeface="宋体" pitchFamily="2" charset="-122"/>
              </a:defRPr>
            </a:lvl4pPr>
            <a:lvl5pPr marL="2057400" indent="-228600" eaLnBrk="0" hangingPunct="0">
              <a:defRPr kumimoji="1" sz="4000">
                <a:solidFill>
                  <a:schemeClr val="tx1"/>
                </a:solidFill>
                <a:latin typeface="Arial" charset="0"/>
                <a:ea typeface="宋体" pitchFamily="2" charset="-122"/>
              </a:defRPr>
            </a:lvl5pPr>
            <a:lvl6pPr marL="2514600" indent="-228600" eaLnBrk="0" fontAlgn="base" hangingPunct="0">
              <a:spcBef>
                <a:spcPct val="0"/>
              </a:spcBef>
              <a:spcAft>
                <a:spcPct val="0"/>
              </a:spcAft>
              <a:defRPr kumimoji="1" sz="4000">
                <a:solidFill>
                  <a:schemeClr val="tx1"/>
                </a:solidFill>
                <a:latin typeface="Arial" charset="0"/>
                <a:ea typeface="宋体" pitchFamily="2" charset="-122"/>
              </a:defRPr>
            </a:lvl6pPr>
            <a:lvl7pPr marL="2971800" indent="-228600" eaLnBrk="0" fontAlgn="base" hangingPunct="0">
              <a:spcBef>
                <a:spcPct val="0"/>
              </a:spcBef>
              <a:spcAft>
                <a:spcPct val="0"/>
              </a:spcAft>
              <a:defRPr kumimoji="1" sz="4000">
                <a:solidFill>
                  <a:schemeClr val="tx1"/>
                </a:solidFill>
                <a:latin typeface="Arial" charset="0"/>
                <a:ea typeface="宋体" pitchFamily="2" charset="-122"/>
              </a:defRPr>
            </a:lvl7pPr>
            <a:lvl8pPr marL="3429000" indent="-228600" eaLnBrk="0" fontAlgn="base" hangingPunct="0">
              <a:spcBef>
                <a:spcPct val="0"/>
              </a:spcBef>
              <a:spcAft>
                <a:spcPct val="0"/>
              </a:spcAft>
              <a:defRPr kumimoji="1" sz="4000">
                <a:solidFill>
                  <a:schemeClr val="tx1"/>
                </a:solidFill>
                <a:latin typeface="Arial" charset="0"/>
                <a:ea typeface="宋体" pitchFamily="2" charset="-122"/>
              </a:defRPr>
            </a:lvl8pPr>
            <a:lvl9pPr marL="3886200" indent="-228600" eaLnBrk="0" fontAlgn="base" hangingPunct="0">
              <a:spcBef>
                <a:spcPct val="0"/>
              </a:spcBef>
              <a:spcAft>
                <a:spcPct val="0"/>
              </a:spcAft>
              <a:defRPr kumimoji="1" sz="4000">
                <a:solidFill>
                  <a:schemeClr val="tx1"/>
                </a:solidFill>
                <a:latin typeface="Arial" charset="0"/>
                <a:ea typeface="宋体" pitchFamily="2" charset="-122"/>
              </a:defRPr>
            </a:lvl9pPr>
          </a:lstStyle>
          <a:p>
            <a:pPr algn="ctr" eaLnBrk="1" hangingPunct="1"/>
            <a:r>
              <a:rPr lang="en-US" altLang="zh-CN" sz="3200" b="1">
                <a:solidFill>
                  <a:srgbClr val="0000CC"/>
                </a:solidFill>
              </a:rPr>
              <a:t>&amp;b</a:t>
            </a:r>
            <a:endParaRPr lang="zh-CN" altLang="en-US" sz="3200" b="1">
              <a:solidFill>
                <a:srgbClr val="0000CC"/>
              </a:solidFill>
            </a:endParaRPr>
          </a:p>
        </p:txBody>
      </p:sp>
      <p:cxnSp>
        <p:nvCxnSpPr>
          <p:cNvPr id="41" name="直接箭头连接符 40"/>
          <p:cNvCxnSpPr>
            <a:cxnSpLocks noChangeShapeType="1"/>
          </p:cNvCxnSpPr>
          <p:nvPr/>
        </p:nvCxnSpPr>
        <p:spPr bwMode="auto">
          <a:xfrm rot="5400000" flipH="1" flipV="1">
            <a:off x="8275638" y="5006975"/>
            <a:ext cx="630237" cy="4763"/>
          </a:xfrm>
          <a:prstGeom prst="straightConnector1">
            <a:avLst/>
          </a:prstGeom>
          <a:noFill/>
          <a:ln w="38100" algn="ctr">
            <a:solidFill>
              <a:srgbClr val="FF0000"/>
            </a:solidFill>
            <a:miter lim="800000"/>
            <a:headEnd/>
            <a:tailEnd type="arrow" w="med" len="med"/>
          </a:ln>
          <a:extLst>
            <a:ext uri="{909E8E84-426E-40DD-AFC4-6F175D3DCCD1}">
              <a14:hiddenFill xmlns:a14="http://schemas.microsoft.com/office/drawing/2010/main">
                <a:noFill/>
              </a14:hiddenFill>
            </a:ext>
          </a:extLst>
        </p:spPr>
      </p:cxnSp>
      <p:sp>
        <p:nvSpPr>
          <p:cNvPr id="42" name="矩形 41"/>
          <p:cNvSpPr>
            <a:spLocks noChangeArrowheads="1"/>
          </p:cNvSpPr>
          <p:nvPr/>
        </p:nvSpPr>
        <p:spPr bwMode="auto">
          <a:xfrm>
            <a:off x="857251" y="2143125"/>
            <a:ext cx="1986557" cy="1429891"/>
          </a:xfrm>
          <a:prstGeom prst="rect">
            <a:avLst/>
          </a:prstGeom>
          <a:noFill/>
          <a:ln w="38100" algn="ctr">
            <a:solidFill>
              <a:srgbClr val="9D138D"/>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44" name="TextBox 43"/>
          <p:cNvSpPr txBox="1">
            <a:spLocks noChangeArrowheads="1"/>
          </p:cNvSpPr>
          <p:nvPr/>
        </p:nvSpPr>
        <p:spPr bwMode="auto">
          <a:xfrm>
            <a:off x="5311775" y="4084638"/>
            <a:ext cx="500063" cy="492125"/>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4000">
                <a:solidFill>
                  <a:schemeClr val="tx1"/>
                </a:solidFill>
                <a:latin typeface="Arial" charset="0"/>
                <a:ea typeface="宋体" pitchFamily="2" charset="-122"/>
              </a:defRPr>
            </a:lvl1pPr>
            <a:lvl2pPr marL="742950" indent="-285750" eaLnBrk="0" hangingPunct="0">
              <a:defRPr kumimoji="1" sz="4000">
                <a:solidFill>
                  <a:schemeClr val="tx1"/>
                </a:solidFill>
                <a:latin typeface="Arial" charset="0"/>
                <a:ea typeface="宋体" pitchFamily="2" charset="-122"/>
              </a:defRPr>
            </a:lvl2pPr>
            <a:lvl3pPr marL="1143000" indent="-228600" eaLnBrk="0" hangingPunct="0">
              <a:defRPr kumimoji="1" sz="4000">
                <a:solidFill>
                  <a:schemeClr val="tx1"/>
                </a:solidFill>
                <a:latin typeface="Arial" charset="0"/>
                <a:ea typeface="宋体" pitchFamily="2" charset="-122"/>
              </a:defRPr>
            </a:lvl3pPr>
            <a:lvl4pPr marL="1600200" indent="-228600" eaLnBrk="0" hangingPunct="0">
              <a:defRPr kumimoji="1" sz="4000">
                <a:solidFill>
                  <a:schemeClr val="tx1"/>
                </a:solidFill>
                <a:latin typeface="Arial" charset="0"/>
                <a:ea typeface="宋体" pitchFamily="2" charset="-122"/>
              </a:defRPr>
            </a:lvl4pPr>
            <a:lvl5pPr marL="2057400" indent="-228600" eaLnBrk="0" hangingPunct="0">
              <a:defRPr kumimoji="1" sz="4000">
                <a:solidFill>
                  <a:schemeClr val="tx1"/>
                </a:solidFill>
                <a:latin typeface="Arial" charset="0"/>
                <a:ea typeface="宋体" pitchFamily="2" charset="-122"/>
              </a:defRPr>
            </a:lvl5pPr>
            <a:lvl6pPr marL="2514600" indent="-228600" eaLnBrk="0" fontAlgn="base" hangingPunct="0">
              <a:spcBef>
                <a:spcPct val="0"/>
              </a:spcBef>
              <a:spcAft>
                <a:spcPct val="0"/>
              </a:spcAft>
              <a:defRPr kumimoji="1" sz="4000">
                <a:solidFill>
                  <a:schemeClr val="tx1"/>
                </a:solidFill>
                <a:latin typeface="Arial" charset="0"/>
                <a:ea typeface="宋体" pitchFamily="2" charset="-122"/>
              </a:defRPr>
            </a:lvl6pPr>
            <a:lvl7pPr marL="2971800" indent="-228600" eaLnBrk="0" fontAlgn="base" hangingPunct="0">
              <a:spcBef>
                <a:spcPct val="0"/>
              </a:spcBef>
              <a:spcAft>
                <a:spcPct val="0"/>
              </a:spcAft>
              <a:defRPr kumimoji="1" sz="4000">
                <a:solidFill>
                  <a:schemeClr val="tx1"/>
                </a:solidFill>
                <a:latin typeface="Arial" charset="0"/>
                <a:ea typeface="宋体" pitchFamily="2" charset="-122"/>
              </a:defRPr>
            </a:lvl7pPr>
            <a:lvl8pPr marL="3429000" indent="-228600" eaLnBrk="0" fontAlgn="base" hangingPunct="0">
              <a:spcBef>
                <a:spcPct val="0"/>
              </a:spcBef>
              <a:spcAft>
                <a:spcPct val="0"/>
              </a:spcAft>
              <a:defRPr kumimoji="1" sz="4000">
                <a:solidFill>
                  <a:schemeClr val="tx1"/>
                </a:solidFill>
                <a:latin typeface="Arial" charset="0"/>
                <a:ea typeface="宋体" pitchFamily="2" charset="-122"/>
              </a:defRPr>
            </a:lvl8pPr>
            <a:lvl9pPr marL="3886200" indent="-228600" eaLnBrk="0" fontAlgn="base" hangingPunct="0">
              <a:spcBef>
                <a:spcPct val="0"/>
              </a:spcBef>
              <a:spcAft>
                <a:spcPct val="0"/>
              </a:spcAft>
              <a:defRPr kumimoji="1" sz="4000">
                <a:solidFill>
                  <a:schemeClr val="tx1"/>
                </a:solidFill>
                <a:latin typeface="Arial" charset="0"/>
                <a:ea typeface="宋体" pitchFamily="2" charset="-122"/>
              </a:defRPr>
            </a:lvl9pPr>
          </a:lstStyle>
          <a:p>
            <a:pPr algn="ctr" eaLnBrk="1" hangingPunct="1"/>
            <a:r>
              <a:rPr lang="en-US" altLang="zh-CN" sz="3200" b="1" dirty="0">
                <a:solidFill>
                  <a:srgbClr val="9D138D"/>
                </a:solidFill>
              </a:rPr>
              <a:t>9</a:t>
            </a:r>
            <a:endParaRPr lang="zh-CN" altLang="en-US" sz="3200" b="1" dirty="0">
              <a:solidFill>
                <a:srgbClr val="9D138D"/>
              </a:solidFill>
            </a:endParaRPr>
          </a:p>
        </p:txBody>
      </p:sp>
      <p:sp>
        <p:nvSpPr>
          <p:cNvPr id="45" name="TextBox 44"/>
          <p:cNvSpPr txBox="1">
            <a:spLocks noChangeArrowheads="1"/>
          </p:cNvSpPr>
          <p:nvPr/>
        </p:nvSpPr>
        <p:spPr bwMode="auto">
          <a:xfrm>
            <a:off x="8312150" y="4117975"/>
            <a:ext cx="500063" cy="492125"/>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4000">
                <a:solidFill>
                  <a:schemeClr val="tx1"/>
                </a:solidFill>
                <a:latin typeface="Arial" charset="0"/>
                <a:ea typeface="宋体" pitchFamily="2" charset="-122"/>
              </a:defRPr>
            </a:lvl1pPr>
            <a:lvl2pPr marL="742950" indent="-285750" eaLnBrk="0" hangingPunct="0">
              <a:defRPr kumimoji="1" sz="4000">
                <a:solidFill>
                  <a:schemeClr val="tx1"/>
                </a:solidFill>
                <a:latin typeface="Arial" charset="0"/>
                <a:ea typeface="宋体" pitchFamily="2" charset="-122"/>
              </a:defRPr>
            </a:lvl2pPr>
            <a:lvl3pPr marL="1143000" indent="-228600" eaLnBrk="0" hangingPunct="0">
              <a:defRPr kumimoji="1" sz="4000">
                <a:solidFill>
                  <a:schemeClr val="tx1"/>
                </a:solidFill>
                <a:latin typeface="Arial" charset="0"/>
                <a:ea typeface="宋体" pitchFamily="2" charset="-122"/>
              </a:defRPr>
            </a:lvl3pPr>
            <a:lvl4pPr marL="1600200" indent="-228600" eaLnBrk="0" hangingPunct="0">
              <a:defRPr kumimoji="1" sz="4000">
                <a:solidFill>
                  <a:schemeClr val="tx1"/>
                </a:solidFill>
                <a:latin typeface="Arial" charset="0"/>
                <a:ea typeface="宋体" pitchFamily="2" charset="-122"/>
              </a:defRPr>
            </a:lvl4pPr>
            <a:lvl5pPr marL="2057400" indent="-228600" eaLnBrk="0" hangingPunct="0">
              <a:defRPr kumimoji="1" sz="4000">
                <a:solidFill>
                  <a:schemeClr val="tx1"/>
                </a:solidFill>
                <a:latin typeface="Arial" charset="0"/>
                <a:ea typeface="宋体" pitchFamily="2" charset="-122"/>
              </a:defRPr>
            </a:lvl5pPr>
            <a:lvl6pPr marL="2514600" indent="-228600" eaLnBrk="0" fontAlgn="base" hangingPunct="0">
              <a:spcBef>
                <a:spcPct val="0"/>
              </a:spcBef>
              <a:spcAft>
                <a:spcPct val="0"/>
              </a:spcAft>
              <a:defRPr kumimoji="1" sz="4000">
                <a:solidFill>
                  <a:schemeClr val="tx1"/>
                </a:solidFill>
                <a:latin typeface="Arial" charset="0"/>
                <a:ea typeface="宋体" pitchFamily="2" charset="-122"/>
              </a:defRPr>
            </a:lvl6pPr>
            <a:lvl7pPr marL="2971800" indent="-228600" eaLnBrk="0" fontAlgn="base" hangingPunct="0">
              <a:spcBef>
                <a:spcPct val="0"/>
              </a:spcBef>
              <a:spcAft>
                <a:spcPct val="0"/>
              </a:spcAft>
              <a:defRPr kumimoji="1" sz="4000">
                <a:solidFill>
                  <a:schemeClr val="tx1"/>
                </a:solidFill>
                <a:latin typeface="Arial" charset="0"/>
                <a:ea typeface="宋体" pitchFamily="2" charset="-122"/>
              </a:defRPr>
            </a:lvl7pPr>
            <a:lvl8pPr marL="3429000" indent="-228600" eaLnBrk="0" fontAlgn="base" hangingPunct="0">
              <a:spcBef>
                <a:spcPct val="0"/>
              </a:spcBef>
              <a:spcAft>
                <a:spcPct val="0"/>
              </a:spcAft>
              <a:defRPr kumimoji="1" sz="4000">
                <a:solidFill>
                  <a:schemeClr val="tx1"/>
                </a:solidFill>
                <a:latin typeface="Arial" charset="0"/>
                <a:ea typeface="宋体" pitchFamily="2" charset="-122"/>
              </a:defRPr>
            </a:lvl8pPr>
            <a:lvl9pPr marL="3886200" indent="-228600" eaLnBrk="0" fontAlgn="base" hangingPunct="0">
              <a:spcBef>
                <a:spcPct val="0"/>
              </a:spcBef>
              <a:spcAft>
                <a:spcPct val="0"/>
              </a:spcAft>
              <a:defRPr kumimoji="1" sz="4000">
                <a:solidFill>
                  <a:schemeClr val="tx1"/>
                </a:solidFill>
                <a:latin typeface="Arial" charset="0"/>
                <a:ea typeface="宋体" pitchFamily="2" charset="-122"/>
              </a:defRPr>
            </a:lvl9pPr>
          </a:lstStyle>
          <a:p>
            <a:pPr algn="ctr" eaLnBrk="1" hangingPunct="1"/>
            <a:r>
              <a:rPr lang="en-US" altLang="zh-CN" sz="3200" b="1">
                <a:solidFill>
                  <a:srgbClr val="9D138D"/>
                </a:solidFill>
              </a:rPr>
              <a:t>5</a:t>
            </a:r>
            <a:endParaRPr lang="zh-CN" altLang="en-US" sz="3200" b="1">
              <a:solidFill>
                <a:srgbClr val="9D138D"/>
              </a:solidFill>
            </a:endParaRPr>
          </a:p>
        </p:txBody>
      </p:sp>
      <p:sp>
        <p:nvSpPr>
          <p:cNvPr id="46" name="矩形 45"/>
          <p:cNvSpPr>
            <a:spLocks noChangeArrowheads="1"/>
          </p:cNvSpPr>
          <p:nvPr/>
        </p:nvSpPr>
        <p:spPr bwMode="auto">
          <a:xfrm>
            <a:off x="4500563" y="4740275"/>
            <a:ext cx="4500562" cy="1500188"/>
          </a:xfrm>
          <a:prstGeom prst="rect">
            <a:avLst/>
          </a:prstGeom>
          <a:solidFill>
            <a:schemeClr val="accent1"/>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lstStyle/>
          <a:p>
            <a:endParaRPr lang="zh-CN" altLang="en-US"/>
          </a:p>
        </p:txBody>
      </p:sp>
      <p:pic>
        <p:nvPicPr>
          <p:cNvPr id="240642" name="Picture 2" descr="pic8-3-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71625" y="5214938"/>
            <a:ext cx="5683250" cy="928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2798" name="图片 29" descr="Untitled2.png">
            <a:hlinkClick r:id="rId3" action="ppaction://hlinksldjump"/>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8429625" y="6143625"/>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 name="矩形 10"/>
          <p:cNvSpPr>
            <a:spLocks noChangeArrowheads="1"/>
          </p:cNvSpPr>
          <p:nvPr/>
        </p:nvSpPr>
        <p:spPr bwMode="auto">
          <a:xfrm>
            <a:off x="5801841" y="2354585"/>
            <a:ext cx="714375" cy="714375"/>
          </a:xfrm>
          <a:prstGeom prst="rect">
            <a:avLst/>
          </a:prstGeom>
          <a:solidFill>
            <a:schemeClr val="accent1"/>
          </a:solidFill>
          <a:ln w="38100" algn="ctr">
            <a:solidFill>
              <a:schemeClr val="tx1"/>
            </a:solidFill>
            <a:miter lim="800000"/>
            <a:headEnd/>
            <a:tailEnd/>
          </a:ln>
        </p:spPr>
        <p:txBody>
          <a:bodyPr wrap="none"/>
          <a:lstStyle/>
          <a:p>
            <a:endParaRPr lang="zh-CN" altLang="en-US"/>
          </a:p>
        </p:txBody>
      </p:sp>
      <p:sp>
        <p:nvSpPr>
          <p:cNvPr id="36" name="TextBox 15"/>
          <p:cNvSpPr txBox="1">
            <a:spLocks noChangeArrowheads="1"/>
          </p:cNvSpPr>
          <p:nvPr/>
        </p:nvSpPr>
        <p:spPr bwMode="auto">
          <a:xfrm>
            <a:off x="5567991" y="1783085"/>
            <a:ext cx="1146423"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4000">
                <a:solidFill>
                  <a:schemeClr val="tx1"/>
                </a:solidFill>
                <a:latin typeface="Arial" charset="0"/>
                <a:ea typeface="宋体" pitchFamily="2" charset="-122"/>
              </a:defRPr>
            </a:lvl1pPr>
            <a:lvl2pPr marL="742950" indent="-285750" eaLnBrk="0" hangingPunct="0">
              <a:defRPr kumimoji="1" sz="4000">
                <a:solidFill>
                  <a:schemeClr val="tx1"/>
                </a:solidFill>
                <a:latin typeface="Arial" charset="0"/>
                <a:ea typeface="宋体" pitchFamily="2" charset="-122"/>
              </a:defRPr>
            </a:lvl2pPr>
            <a:lvl3pPr marL="1143000" indent="-228600" eaLnBrk="0" hangingPunct="0">
              <a:defRPr kumimoji="1" sz="4000">
                <a:solidFill>
                  <a:schemeClr val="tx1"/>
                </a:solidFill>
                <a:latin typeface="Arial" charset="0"/>
                <a:ea typeface="宋体" pitchFamily="2" charset="-122"/>
              </a:defRPr>
            </a:lvl3pPr>
            <a:lvl4pPr marL="1600200" indent="-228600" eaLnBrk="0" hangingPunct="0">
              <a:defRPr kumimoji="1" sz="4000">
                <a:solidFill>
                  <a:schemeClr val="tx1"/>
                </a:solidFill>
                <a:latin typeface="Arial" charset="0"/>
                <a:ea typeface="宋体" pitchFamily="2" charset="-122"/>
              </a:defRPr>
            </a:lvl4pPr>
            <a:lvl5pPr marL="2057400" indent="-228600" eaLnBrk="0" hangingPunct="0">
              <a:defRPr kumimoji="1" sz="4000">
                <a:solidFill>
                  <a:schemeClr val="tx1"/>
                </a:solidFill>
                <a:latin typeface="Arial" charset="0"/>
                <a:ea typeface="宋体" pitchFamily="2" charset="-122"/>
              </a:defRPr>
            </a:lvl5pPr>
            <a:lvl6pPr marL="2514600" indent="-228600" eaLnBrk="0" fontAlgn="base" hangingPunct="0">
              <a:spcBef>
                <a:spcPct val="0"/>
              </a:spcBef>
              <a:spcAft>
                <a:spcPct val="0"/>
              </a:spcAft>
              <a:defRPr kumimoji="1" sz="4000">
                <a:solidFill>
                  <a:schemeClr val="tx1"/>
                </a:solidFill>
                <a:latin typeface="Arial" charset="0"/>
                <a:ea typeface="宋体" pitchFamily="2" charset="-122"/>
              </a:defRPr>
            </a:lvl6pPr>
            <a:lvl7pPr marL="2971800" indent="-228600" eaLnBrk="0" fontAlgn="base" hangingPunct="0">
              <a:spcBef>
                <a:spcPct val="0"/>
              </a:spcBef>
              <a:spcAft>
                <a:spcPct val="0"/>
              </a:spcAft>
              <a:defRPr kumimoji="1" sz="4000">
                <a:solidFill>
                  <a:schemeClr val="tx1"/>
                </a:solidFill>
                <a:latin typeface="Arial" charset="0"/>
                <a:ea typeface="宋体" pitchFamily="2" charset="-122"/>
              </a:defRPr>
            </a:lvl7pPr>
            <a:lvl8pPr marL="3429000" indent="-228600" eaLnBrk="0" fontAlgn="base" hangingPunct="0">
              <a:spcBef>
                <a:spcPct val="0"/>
              </a:spcBef>
              <a:spcAft>
                <a:spcPct val="0"/>
              </a:spcAft>
              <a:defRPr kumimoji="1" sz="4000">
                <a:solidFill>
                  <a:schemeClr val="tx1"/>
                </a:solidFill>
                <a:latin typeface="Arial" charset="0"/>
                <a:ea typeface="宋体" pitchFamily="2" charset="-122"/>
              </a:defRPr>
            </a:lvl8pPr>
            <a:lvl9pPr marL="3886200" indent="-228600" eaLnBrk="0" fontAlgn="base" hangingPunct="0">
              <a:spcBef>
                <a:spcPct val="0"/>
              </a:spcBef>
              <a:spcAft>
                <a:spcPct val="0"/>
              </a:spcAft>
              <a:defRPr kumimoji="1" sz="4000">
                <a:solidFill>
                  <a:schemeClr val="tx1"/>
                </a:solidFill>
                <a:latin typeface="Arial" charset="0"/>
                <a:ea typeface="宋体" pitchFamily="2" charset="-122"/>
              </a:defRPr>
            </a:lvl9pPr>
          </a:lstStyle>
          <a:p>
            <a:pPr algn="ctr" eaLnBrk="1" hangingPunct="1"/>
            <a:r>
              <a:rPr lang="en-US" altLang="zh-CN" sz="3200" dirty="0" smtClean="0">
                <a:solidFill>
                  <a:srgbClr val="FF0000"/>
                </a:solidFill>
              </a:rPr>
              <a:t>temp</a:t>
            </a:r>
            <a:endParaRPr lang="zh-CN" altLang="en-US" sz="3200" dirty="0">
              <a:solidFill>
                <a:srgbClr val="FF0000"/>
              </a:solidFill>
            </a:endParaRPr>
          </a:p>
        </p:txBody>
      </p:sp>
      <p:sp>
        <p:nvSpPr>
          <p:cNvPr id="37" name="TextBox 36"/>
          <p:cNvSpPr txBox="1">
            <a:spLocks noChangeArrowheads="1"/>
          </p:cNvSpPr>
          <p:nvPr/>
        </p:nvSpPr>
        <p:spPr bwMode="auto">
          <a:xfrm>
            <a:off x="5932488" y="2465709"/>
            <a:ext cx="500063" cy="492125"/>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4000">
                <a:solidFill>
                  <a:schemeClr val="tx1"/>
                </a:solidFill>
                <a:latin typeface="Arial" charset="0"/>
                <a:ea typeface="宋体" pitchFamily="2" charset="-122"/>
              </a:defRPr>
            </a:lvl1pPr>
            <a:lvl2pPr marL="742950" indent="-285750" eaLnBrk="0" hangingPunct="0">
              <a:defRPr kumimoji="1" sz="4000">
                <a:solidFill>
                  <a:schemeClr val="tx1"/>
                </a:solidFill>
                <a:latin typeface="Arial" charset="0"/>
                <a:ea typeface="宋体" pitchFamily="2" charset="-122"/>
              </a:defRPr>
            </a:lvl2pPr>
            <a:lvl3pPr marL="1143000" indent="-228600" eaLnBrk="0" hangingPunct="0">
              <a:defRPr kumimoji="1" sz="4000">
                <a:solidFill>
                  <a:schemeClr val="tx1"/>
                </a:solidFill>
                <a:latin typeface="Arial" charset="0"/>
                <a:ea typeface="宋体" pitchFamily="2" charset="-122"/>
              </a:defRPr>
            </a:lvl3pPr>
            <a:lvl4pPr marL="1600200" indent="-228600" eaLnBrk="0" hangingPunct="0">
              <a:defRPr kumimoji="1" sz="4000">
                <a:solidFill>
                  <a:schemeClr val="tx1"/>
                </a:solidFill>
                <a:latin typeface="Arial" charset="0"/>
                <a:ea typeface="宋体" pitchFamily="2" charset="-122"/>
              </a:defRPr>
            </a:lvl4pPr>
            <a:lvl5pPr marL="2057400" indent="-228600" eaLnBrk="0" hangingPunct="0">
              <a:defRPr kumimoji="1" sz="4000">
                <a:solidFill>
                  <a:schemeClr val="tx1"/>
                </a:solidFill>
                <a:latin typeface="Arial" charset="0"/>
                <a:ea typeface="宋体" pitchFamily="2" charset="-122"/>
              </a:defRPr>
            </a:lvl5pPr>
            <a:lvl6pPr marL="2514600" indent="-228600" eaLnBrk="0" fontAlgn="base" hangingPunct="0">
              <a:spcBef>
                <a:spcPct val="0"/>
              </a:spcBef>
              <a:spcAft>
                <a:spcPct val="0"/>
              </a:spcAft>
              <a:defRPr kumimoji="1" sz="4000">
                <a:solidFill>
                  <a:schemeClr val="tx1"/>
                </a:solidFill>
                <a:latin typeface="Arial" charset="0"/>
                <a:ea typeface="宋体" pitchFamily="2" charset="-122"/>
              </a:defRPr>
            </a:lvl6pPr>
            <a:lvl7pPr marL="2971800" indent="-228600" eaLnBrk="0" fontAlgn="base" hangingPunct="0">
              <a:spcBef>
                <a:spcPct val="0"/>
              </a:spcBef>
              <a:spcAft>
                <a:spcPct val="0"/>
              </a:spcAft>
              <a:defRPr kumimoji="1" sz="4000">
                <a:solidFill>
                  <a:schemeClr val="tx1"/>
                </a:solidFill>
                <a:latin typeface="Arial" charset="0"/>
                <a:ea typeface="宋体" pitchFamily="2" charset="-122"/>
              </a:defRPr>
            </a:lvl7pPr>
            <a:lvl8pPr marL="3429000" indent="-228600" eaLnBrk="0" fontAlgn="base" hangingPunct="0">
              <a:spcBef>
                <a:spcPct val="0"/>
              </a:spcBef>
              <a:spcAft>
                <a:spcPct val="0"/>
              </a:spcAft>
              <a:defRPr kumimoji="1" sz="4000">
                <a:solidFill>
                  <a:schemeClr val="tx1"/>
                </a:solidFill>
                <a:latin typeface="Arial" charset="0"/>
                <a:ea typeface="宋体" pitchFamily="2" charset="-122"/>
              </a:defRPr>
            </a:lvl8pPr>
            <a:lvl9pPr marL="3886200" indent="-228600" eaLnBrk="0" fontAlgn="base" hangingPunct="0">
              <a:spcBef>
                <a:spcPct val="0"/>
              </a:spcBef>
              <a:spcAft>
                <a:spcPct val="0"/>
              </a:spcAft>
              <a:defRPr kumimoji="1" sz="4000">
                <a:solidFill>
                  <a:schemeClr val="tx1"/>
                </a:solidFill>
                <a:latin typeface="Arial" charset="0"/>
                <a:ea typeface="宋体" pitchFamily="2" charset="-122"/>
              </a:defRPr>
            </a:lvl9pPr>
          </a:lstStyle>
          <a:p>
            <a:pPr algn="ctr" eaLnBrk="1" hangingPunct="1"/>
            <a:r>
              <a:rPr lang="en-US" altLang="zh-CN" sz="3200" b="1" dirty="0" smtClean="0">
                <a:solidFill>
                  <a:srgbClr val="9D138D"/>
                </a:solidFill>
              </a:rPr>
              <a:t>5</a:t>
            </a:r>
            <a:endParaRPr lang="zh-CN" altLang="en-US" sz="3200" b="1" dirty="0">
              <a:solidFill>
                <a:srgbClr val="9D138D"/>
              </a:solidFill>
            </a:endParaRPr>
          </a:p>
        </p:txBody>
      </p:sp>
    </p:spTree>
    <p:extLst>
      <p:ext uri="{BB962C8B-B14F-4D97-AF65-F5344CB8AC3E}">
        <p14:creationId xmlns:p14="http://schemas.microsoft.com/office/powerpoint/2010/main" val="10114173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box(in)">
                                      <p:cBhvr>
                                        <p:cTn id="7" dur="500"/>
                                        <p:tgtEl>
                                          <p:spTgt spid="32"/>
                                        </p:tgtEl>
                                      </p:cBhvr>
                                    </p:animEffect>
                                  </p:childTnLst>
                                </p:cTn>
                              </p:par>
                              <p:par>
                                <p:cTn id="8" presetID="4" presetClass="entr" presetSubtype="16" fill="hold" grpId="0" nodeType="withEffect">
                                  <p:stCondLst>
                                    <p:cond delay="0"/>
                                  </p:stCondLst>
                                  <p:childTnLst>
                                    <p:set>
                                      <p:cBhvr>
                                        <p:cTn id="9" dur="1" fill="hold">
                                          <p:stCondLst>
                                            <p:cond delay="0"/>
                                          </p:stCondLst>
                                        </p:cTn>
                                        <p:tgtEl>
                                          <p:spTgt spid="33"/>
                                        </p:tgtEl>
                                        <p:attrNameLst>
                                          <p:attrName>style.visibility</p:attrName>
                                        </p:attrNameLst>
                                      </p:cBhvr>
                                      <p:to>
                                        <p:strVal val="visible"/>
                                      </p:to>
                                    </p:set>
                                    <p:animEffect transition="in" filter="box(in)">
                                      <p:cBhvr>
                                        <p:cTn id="10" dur="500"/>
                                        <p:tgtEl>
                                          <p:spTgt spid="33"/>
                                        </p:tgtEl>
                                      </p:cBhvr>
                                    </p:animEffect>
                                  </p:childTnLst>
                                </p:cTn>
                              </p:par>
                              <p:par>
                                <p:cTn id="11" presetID="4" presetClass="entr" presetSubtype="16" fill="hold" grpId="0" nodeType="withEffect">
                                  <p:stCondLst>
                                    <p:cond delay="0"/>
                                  </p:stCondLst>
                                  <p:childTnLst>
                                    <p:set>
                                      <p:cBhvr>
                                        <p:cTn id="12" dur="1" fill="hold">
                                          <p:stCondLst>
                                            <p:cond delay="0"/>
                                          </p:stCondLst>
                                        </p:cTn>
                                        <p:tgtEl>
                                          <p:spTgt spid="34"/>
                                        </p:tgtEl>
                                        <p:attrNameLst>
                                          <p:attrName>style.visibility</p:attrName>
                                        </p:attrNameLst>
                                      </p:cBhvr>
                                      <p:to>
                                        <p:strVal val="visible"/>
                                      </p:to>
                                    </p:set>
                                    <p:animEffect transition="in" filter="box(in)">
                                      <p:cBhvr>
                                        <p:cTn id="13" dur="500"/>
                                        <p:tgtEl>
                                          <p:spTgt spid="34"/>
                                        </p:tgtEl>
                                      </p:cBhvr>
                                    </p:animEffect>
                                  </p:childTnLst>
                                </p:cTn>
                              </p:par>
                              <p:par>
                                <p:cTn id="14" presetID="4" presetClass="entr" presetSubtype="16" fill="hold" nodeType="withEffect">
                                  <p:stCondLst>
                                    <p:cond delay="0"/>
                                  </p:stCondLst>
                                  <p:childTnLst>
                                    <p:set>
                                      <p:cBhvr>
                                        <p:cTn id="15" dur="1" fill="hold">
                                          <p:stCondLst>
                                            <p:cond delay="0"/>
                                          </p:stCondLst>
                                        </p:cTn>
                                        <p:tgtEl>
                                          <p:spTgt spid="35"/>
                                        </p:tgtEl>
                                        <p:attrNameLst>
                                          <p:attrName>style.visibility</p:attrName>
                                        </p:attrNameLst>
                                      </p:cBhvr>
                                      <p:to>
                                        <p:strVal val="visible"/>
                                      </p:to>
                                    </p:set>
                                    <p:animEffect transition="in" filter="box(in)">
                                      <p:cBhvr>
                                        <p:cTn id="16" dur="500"/>
                                        <p:tgtEl>
                                          <p:spTgt spid="35"/>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4" presetClass="entr" presetSubtype="16" fill="hold" grpId="0" nodeType="clickEffect">
                                  <p:stCondLst>
                                    <p:cond delay="0"/>
                                  </p:stCondLst>
                                  <p:childTnLst>
                                    <p:set>
                                      <p:cBhvr>
                                        <p:cTn id="20" dur="1" fill="hold">
                                          <p:stCondLst>
                                            <p:cond delay="0"/>
                                          </p:stCondLst>
                                        </p:cTn>
                                        <p:tgtEl>
                                          <p:spTgt spid="38"/>
                                        </p:tgtEl>
                                        <p:attrNameLst>
                                          <p:attrName>style.visibility</p:attrName>
                                        </p:attrNameLst>
                                      </p:cBhvr>
                                      <p:to>
                                        <p:strVal val="visible"/>
                                      </p:to>
                                    </p:set>
                                    <p:animEffect transition="in" filter="box(in)">
                                      <p:cBhvr>
                                        <p:cTn id="21" dur="500"/>
                                        <p:tgtEl>
                                          <p:spTgt spid="38"/>
                                        </p:tgtEl>
                                      </p:cBhvr>
                                    </p:animEffect>
                                  </p:childTnLst>
                                </p:cTn>
                              </p:par>
                              <p:par>
                                <p:cTn id="22" presetID="4" presetClass="entr" presetSubtype="16" fill="hold" nodeType="withEffect">
                                  <p:stCondLst>
                                    <p:cond delay="0"/>
                                  </p:stCondLst>
                                  <p:childTnLst>
                                    <p:set>
                                      <p:cBhvr>
                                        <p:cTn id="23" dur="1" fill="hold">
                                          <p:stCondLst>
                                            <p:cond delay="0"/>
                                          </p:stCondLst>
                                        </p:cTn>
                                        <p:tgtEl>
                                          <p:spTgt spid="39"/>
                                        </p:tgtEl>
                                        <p:attrNameLst>
                                          <p:attrName>style.visibility</p:attrName>
                                        </p:attrNameLst>
                                      </p:cBhvr>
                                      <p:to>
                                        <p:strVal val="visible"/>
                                      </p:to>
                                    </p:set>
                                    <p:animEffect transition="in" filter="box(in)">
                                      <p:cBhvr>
                                        <p:cTn id="24" dur="500"/>
                                        <p:tgtEl>
                                          <p:spTgt spid="39"/>
                                        </p:tgtEl>
                                      </p:cBhvr>
                                    </p:animEffect>
                                  </p:childTnLst>
                                </p:cTn>
                              </p:par>
                              <p:par>
                                <p:cTn id="25" presetID="4" presetClass="entr" presetSubtype="16" fill="hold" nodeType="withEffect">
                                  <p:stCondLst>
                                    <p:cond delay="0"/>
                                  </p:stCondLst>
                                  <p:childTnLst>
                                    <p:set>
                                      <p:cBhvr>
                                        <p:cTn id="26" dur="1" fill="hold">
                                          <p:stCondLst>
                                            <p:cond delay="0"/>
                                          </p:stCondLst>
                                        </p:cTn>
                                        <p:tgtEl>
                                          <p:spTgt spid="40"/>
                                        </p:tgtEl>
                                        <p:attrNameLst>
                                          <p:attrName>style.visibility</p:attrName>
                                        </p:attrNameLst>
                                      </p:cBhvr>
                                      <p:to>
                                        <p:strVal val="visible"/>
                                      </p:to>
                                    </p:set>
                                    <p:animEffect transition="in" filter="box(in)">
                                      <p:cBhvr>
                                        <p:cTn id="27" dur="500"/>
                                        <p:tgtEl>
                                          <p:spTgt spid="40"/>
                                        </p:tgtEl>
                                      </p:cBhvr>
                                    </p:animEffect>
                                  </p:childTnLst>
                                </p:cTn>
                              </p:par>
                              <p:par>
                                <p:cTn id="28" presetID="4" presetClass="entr" presetSubtype="16" fill="hold" nodeType="withEffect">
                                  <p:stCondLst>
                                    <p:cond delay="0"/>
                                  </p:stCondLst>
                                  <p:childTnLst>
                                    <p:set>
                                      <p:cBhvr>
                                        <p:cTn id="29" dur="1" fill="hold">
                                          <p:stCondLst>
                                            <p:cond delay="0"/>
                                          </p:stCondLst>
                                        </p:cTn>
                                        <p:tgtEl>
                                          <p:spTgt spid="41"/>
                                        </p:tgtEl>
                                        <p:attrNameLst>
                                          <p:attrName>style.visibility</p:attrName>
                                        </p:attrNameLst>
                                      </p:cBhvr>
                                      <p:to>
                                        <p:strVal val="visible"/>
                                      </p:to>
                                    </p:set>
                                    <p:animEffect transition="in" filter="box(in)">
                                      <p:cBhvr>
                                        <p:cTn id="30" dur="500"/>
                                        <p:tgtEl>
                                          <p:spTgt spid="41"/>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3" presetClass="entr" presetSubtype="10" fill="hold" grpId="0" nodeType="clickEffect">
                                  <p:stCondLst>
                                    <p:cond delay="0"/>
                                  </p:stCondLst>
                                  <p:childTnLst>
                                    <p:set>
                                      <p:cBhvr>
                                        <p:cTn id="34" dur="1" fill="hold">
                                          <p:stCondLst>
                                            <p:cond delay="0"/>
                                          </p:stCondLst>
                                        </p:cTn>
                                        <p:tgtEl>
                                          <p:spTgt spid="42"/>
                                        </p:tgtEl>
                                        <p:attrNameLst>
                                          <p:attrName>style.visibility</p:attrName>
                                        </p:attrNameLst>
                                      </p:cBhvr>
                                      <p:to>
                                        <p:strVal val="visible"/>
                                      </p:to>
                                    </p:set>
                                    <p:animEffect transition="in" filter="blinds(horizontal)">
                                      <p:cBhvr>
                                        <p:cTn id="35" dur="500"/>
                                        <p:tgtEl>
                                          <p:spTgt spid="42"/>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49" presetClass="entr" presetSubtype="0" decel="100000" fill="hold" grpId="0" nodeType="clickEffect">
                                  <p:stCondLst>
                                    <p:cond delay="0"/>
                                  </p:stCondLst>
                                  <p:childTnLst>
                                    <p:set>
                                      <p:cBhvr>
                                        <p:cTn id="39" dur="1" fill="hold">
                                          <p:stCondLst>
                                            <p:cond delay="0"/>
                                          </p:stCondLst>
                                        </p:cTn>
                                        <p:tgtEl>
                                          <p:spTgt spid="37"/>
                                        </p:tgtEl>
                                        <p:attrNameLst>
                                          <p:attrName>style.visibility</p:attrName>
                                        </p:attrNameLst>
                                      </p:cBhvr>
                                      <p:to>
                                        <p:strVal val="visible"/>
                                      </p:to>
                                    </p:set>
                                    <p:anim calcmode="lin" valueType="num">
                                      <p:cBhvr>
                                        <p:cTn id="40" dur="500" fill="hold"/>
                                        <p:tgtEl>
                                          <p:spTgt spid="37"/>
                                        </p:tgtEl>
                                        <p:attrNameLst>
                                          <p:attrName>ppt_w</p:attrName>
                                        </p:attrNameLst>
                                      </p:cBhvr>
                                      <p:tavLst>
                                        <p:tav tm="0">
                                          <p:val>
                                            <p:fltVal val="0"/>
                                          </p:val>
                                        </p:tav>
                                        <p:tav tm="100000">
                                          <p:val>
                                            <p:strVal val="#ppt_w"/>
                                          </p:val>
                                        </p:tav>
                                      </p:tavLst>
                                    </p:anim>
                                    <p:anim calcmode="lin" valueType="num">
                                      <p:cBhvr>
                                        <p:cTn id="41" dur="500" fill="hold"/>
                                        <p:tgtEl>
                                          <p:spTgt spid="37"/>
                                        </p:tgtEl>
                                        <p:attrNameLst>
                                          <p:attrName>ppt_h</p:attrName>
                                        </p:attrNameLst>
                                      </p:cBhvr>
                                      <p:tavLst>
                                        <p:tav tm="0">
                                          <p:val>
                                            <p:fltVal val="0"/>
                                          </p:val>
                                        </p:tav>
                                        <p:tav tm="100000">
                                          <p:val>
                                            <p:strVal val="#ppt_h"/>
                                          </p:val>
                                        </p:tav>
                                      </p:tavLst>
                                    </p:anim>
                                    <p:anim calcmode="lin" valueType="num">
                                      <p:cBhvr>
                                        <p:cTn id="42" dur="500" fill="hold"/>
                                        <p:tgtEl>
                                          <p:spTgt spid="37"/>
                                        </p:tgtEl>
                                        <p:attrNameLst>
                                          <p:attrName>style.rotation</p:attrName>
                                        </p:attrNameLst>
                                      </p:cBhvr>
                                      <p:tavLst>
                                        <p:tav tm="0">
                                          <p:val>
                                            <p:fltVal val="360"/>
                                          </p:val>
                                        </p:tav>
                                        <p:tav tm="100000">
                                          <p:val>
                                            <p:fltVal val="0"/>
                                          </p:val>
                                        </p:tav>
                                      </p:tavLst>
                                    </p:anim>
                                    <p:animEffect transition="in" filter="fade">
                                      <p:cBhvr>
                                        <p:cTn id="43" dur="500"/>
                                        <p:tgtEl>
                                          <p:spTgt spid="37"/>
                                        </p:tgtEl>
                                      </p:cBhvr>
                                    </p:animEffect>
                                  </p:childTnLst>
                                </p:cTn>
                              </p:par>
                            </p:childTnLst>
                          </p:cTn>
                        </p:par>
                      </p:childTnLst>
                    </p:cTn>
                  </p:par>
                  <p:par>
                    <p:cTn id="44" fill="hold">
                      <p:stCondLst>
                        <p:cond delay="indefinite"/>
                      </p:stCondLst>
                      <p:childTnLst>
                        <p:par>
                          <p:cTn id="45" fill="hold">
                            <p:stCondLst>
                              <p:cond delay="0"/>
                            </p:stCondLst>
                            <p:childTnLst>
                              <p:par>
                                <p:cTn id="46" presetID="49" presetClass="entr" presetSubtype="0" decel="100000" fill="hold" grpId="0" nodeType="clickEffect">
                                  <p:stCondLst>
                                    <p:cond delay="0"/>
                                  </p:stCondLst>
                                  <p:childTnLst>
                                    <p:set>
                                      <p:cBhvr>
                                        <p:cTn id="47" dur="1" fill="hold">
                                          <p:stCondLst>
                                            <p:cond delay="0"/>
                                          </p:stCondLst>
                                        </p:cTn>
                                        <p:tgtEl>
                                          <p:spTgt spid="44"/>
                                        </p:tgtEl>
                                        <p:attrNameLst>
                                          <p:attrName>style.visibility</p:attrName>
                                        </p:attrNameLst>
                                      </p:cBhvr>
                                      <p:to>
                                        <p:strVal val="visible"/>
                                      </p:to>
                                    </p:set>
                                    <p:anim calcmode="lin" valueType="num">
                                      <p:cBhvr>
                                        <p:cTn id="48" dur="500" fill="hold"/>
                                        <p:tgtEl>
                                          <p:spTgt spid="44"/>
                                        </p:tgtEl>
                                        <p:attrNameLst>
                                          <p:attrName>ppt_w</p:attrName>
                                        </p:attrNameLst>
                                      </p:cBhvr>
                                      <p:tavLst>
                                        <p:tav tm="0">
                                          <p:val>
                                            <p:fltVal val="0"/>
                                          </p:val>
                                        </p:tav>
                                        <p:tav tm="100000">
                                          <p:val>
                                            <p:strVal val="#ppt_w"/>
                                          </p:val>
                                        </p:tav>
                                      </p:tavLst>
                                    </p:anim>
                                    <p:anim calcmode="lin" valueType="num">
                                      <p:cBhvr>
                                        <p:cTn id="49" dur="500" fill="hold"/>
                                        <p:tgtEl>
                                          <p:spTgt spid="44"/>
                                        </p:tgtEl>
                                        <p:attrNameLst>
                                          <p:attrName>ppt_h</p:attrName>
                                        </p:attrNameLst>
                                      </p:cBhvr>
                                      <p:tavLst>
                                        <p:tav tm="0">
                                          <p:val>
                                            <p:fltVal val="0"/>
                                          </p:val>
                                        </p:tav>
                                        <p:tav tm="100000">
                                          <p:val>
                                            <p:strVal val="#ppt_h"/>
                                          </p:val>
                                        </p:tav>
                                      </p:tavLst>
                                    </p:anim>
                                    <p:anim calcmode="lin" valueType="num">
                                      <p:cBhvr>
                                        <p:cTn id="50" dur="500" fill="hold"/>
                                        <p:tgtEl>
                                          <p:spTgt spid="44"/>
                                        </p:tgtEl>
                                        <p:attrNameLst>
                                          <p:attrName>style.rotation</p:attrName>
                                        </p:attrNameLst>
                                      </p:cBhvr>
                                      <p:tavLst>
                                        <p:tav tm="0">
                                          <p:val>
                                            <p:fltVal val="360"/>
                                          </p:val>
                                        </p:tav>
                                        <p:tav tm="100000">
                                          <p:val>
                                            <p:fltVal val="0"/>
                                          </p:val>
                                        </p:tav>
                                      </p:tavLst>
                                    </p:anim>
                                    <p:animEffect transition="in" filter="fade">
                                      <p:cBhvr>
                                        <p:cTn id="51" dur="500"/>
                                        <p:tgtEl>
                                          <p:spTgt spid="44"/>
                                        </p:tgtEl>
                                      </p:cBhvr>
                                    </p:animEffect>
                                  </p:childTnLst>
                                </p:cTn>
                              </p:par>
                            </p:childTnLst>
                          </p:cTn>
                        </p:par>
                      </p:childTnLst>
                    </p:cTn>
                  </p:par>
                  <p:par>
                    <p:cTn id="52" fill="hold">
                      <p:stCondLst>
                        <p:cond delay="indefinite"/>
                      </p:stCondLst>
                      <p:childTnLst>
                        <p:par>
                          <p:cTn id="53" fill="hold">
                            <p:stCondLst>
                              <p:cond delay="0"/>
                            </p:stCondLst>
                            <p:childTnLst>
                              <p:par>
                                <p:cTn id="54" presetID="49" presetClass="entr" presetSubtype="0" decel="100000" fill="hold" grpId="0" nodeType="clickEffect">
                                  <p:stCondLst>
                                    <p:cond delay="0"/>
                                  </p:stCondLst>
                                  <p:childTnLst>
                                    <p:set>
                                      <p:cBhvr>
                                        <p:cTn id="55" dur="1" fill="hold">
                                          <p:stCondLst>
                                            <p:cond delay="0"/>
                                          </p:stCondLst>
                                        </p:cTn>
                                        <p:tgtEl>
                                          <p:spTgt spid="45"/>
                                        </p:tgtEl>
                                        <p:attrNameLst>
                                          <p:attrName>style.visibility</p:attrName>
                                        </p:attrNameLst>
                                      </p:cBhvr>
                                      <p:to>
                                        <p:strVal val="visible"/>
                                      </p:to>
                                    </p:set>
                                    <p:anim calcmode="lin" valueType="num">
                                      <p:cBhvr>
                                        <p:cTn id="56" dur="500" fill="hold"/>
                                        <p:tgtEl>
                                          <p:spTgt spid="45"/>
                                        </p:tgtEl>
                                        <p:attrNameLst>
                                          <p:attrName>ppt_w</p:attrName>
                                        </p:attrNameLst>
                                      </p:cBhvr>
                                      <p:tavLst>
                                        <p:tav tm="0">
                                          <p:val>
                                            <p:fltVal val="0"/>
                                          </p:val>
                                        </p:tav>
                                        <p:tav tm="100000">
                                          <p:val>
                                            <p:strVal val="#ppt_w"/>
                                          </p:val>
                                        </p:tav>
                                      </p:tavLst>
                                    </p:anim>
                                    <p:anim calcmode="lin" valueType="num">
                                      <p:cBhvr>
                                        <p:cTn id="57" dur="500" fill="hold"/>
                                        <p:tgtEl>
                                          <p:spTgt spid="45"/>
                                        </p:tgtEl>
                                        <p:attrNameLst>
                                          <p:attrName>ppt_h</p:attrName>
                                        </p:attrNameLst>
                                      </p:cBhvr>
                                      <p:tavLst>
                                        <p:tav tm="0">
                                          <p:val>
                                            <p:fltVal val="0"/>
                                          </p:val>
                                        </p:tav>
                                        <p:tav tm="100000">
                                          <p:val>
                                            <p:strVal val="#ppt_h"/>
                                          </p:val>
                                        </p:tav>
                                      </p:tavLst>
                                    </p:anim>
                                    <p:anim calcmode="lin" valueType="num">
                                      <p:cBhvr>
                                        <p:cTn id="58" dur="500" fill="hold"/>
                                        <p:tgtEl>
                                          <p:spTgt spid="45"/>
                                        </p:tgtEl>
                                        <p:attrNameLst>
                                          <p:attrName>style.rotation</p:attrName>
                                        </p:attrNameLst>
                                      </p:cBhvr>
                                      <p:tavLst>
                                        <p:tav tm="0">
                                          <p:val>
                                            <p:fltVal val="360"/>
                                          </p:val>
                                        </p:tav>
                                        <p:tav tm="100000">
                                          <p:val>
                                            <p:fltVal val="0"/>
                                          </p:val>
                                        </p:tav>
                                      </p:tavLst>
                                    </p:anim>
                                    <p:animEffect transition="in" filter="fade">
                                      <p:cBhvr>
                                        <p:cTn id="59" dur="500"/>
                                        <p:tgtEl>
                                          <p:spTgt spid="45"/>
                                        </p:tgtEl>
                                      </p:cBhvr>
                                    </p:animEffect>
                                  </p:childTnLst>
                                </p:cTn>
                              </p:par>
                            </p:childTnLst>
                          </p:cTn>
                        </p:par>
                      </p:childTnLst>
                    </p:cTn>
                  </p:par>
                  <p:par>
                    <p:cTn id="60" fill="hold">
                      <p:stCondLst>
                        <p:cond delay="indefinite"/>
                      </p:stCondLst>
                      <p:childTnLst>
                        <p:par>
                          <p:cTn id="61" fill="hold">
                            <p:stCondLst>
                              <p:cond delay="0"/>
                            </p:stCondLst>
                            <p:childTnLst>
                              <p:par>
                                <p:cTn id="62" presetID="12" presetClass="entr" presetSubtype="4" fill="hold" grpId="0" nodeType="clickEffect">
                                  <p:stCondLst>
                                    <p:cond delay="0"/>
                                  </p:stCondLst>
                                  <p:childTnLst>
                                    <p:set>
                                      <p:cBhvr>
                                        <p:cTn id="63" dur="1" fill="hold">
                                          <p:stCondLst>
                                            <p:cond delay="0"/>
                                          </p:stCondLst>
                                        </p:cTn>
                                        <p:tgtEl>
                                          <p:spTgt spid="46"/>
                                        </p:tgtEl>
                                        <p:attrNameLst>
                                          <p:attrName>style.visibility</p:attrName>
                                        </p:attrNameLst>
                                      </p:cBhvr>
                                      <p:to>
                                        <p:strVal val="visible"/>
                                      </p:to>
                                    </p:set>
                                    <p:animEffect transition="in" filter="slide(fromBottom)">
                                      <p:cBhvr>
                                        <p:cTn id="64" dur="500"/>
                                        <p:tgtEl>
                                          <p:spTgt spid="46"/>
                                        </p:tgtEl>
                                      </p:cBhvr>
                                    </p:animEffect>
                                  </p:childTnLst>
                                </p:cTn>
                              </p:par>
                            </p:childTnLst>
                          </p:cTn>
                        </p:par>
                      </p:childTnLst>
                    </p:cTn>
                  </p:par>
                  <p:par>
                    <p:cTn id="65" fill="hold">
                      <p:stCondLst>
                        <p:cond delay="indefinite"/>
                      </p:stCondLst>
                      <p:childTnLst>
                        <p:par>
                          <p:cTn id="66" fill="hold">
                            <p:stCondLst>
                              <p:cond delay="0"/>
                            </p:stCondLst>
                            <p:childTnLst>
                              <p:par>
                                <p:cTn id="67" presetID="3" presetClass="entr" presetSubtype="10" fill="hold" nodeType="clickEffect">
                                  <p:stCondLst>
                                    <p:cond delay="0"/>
                                  </p:stCondLst>
                                  <p:childTnLst>
                                    <p:set>
                                      <p:cBhvr>
                                        <p:cTn id="68" dur="1" fill="hold">
                                          <p:stCondLst>
                                            <p:cond delay="0"/>
                                          </p:stCondLst>
                                        </p:cTn>
                                        <p:tgtEl>
                                          <p:spTgt spid="240642"/>
                                        </p:tgtEl>
                                        <p:attrNameLst>
                                          <p:attrName>style.visibility</p:attrName>
                                        </p:attrNameLst>
                                      </p:cBhvr>
                                      <p:to>
                                        <p:strVal val="visible"/>
                                      </p:to>
                                    </p:set>
                                    <p:animEffect transition="in" filter="blinds(horizontal)">
                                      <p:cBhvr>
                                        <p:cTn id="69" dur="500"/>
                                        <p:tgtEl>
                                          <p:spTgt spid="2406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P spid="33" grpId="0"/>
      <p:bldP spid="34" grpId="0"/>
      <p:bldP spid="38" grpId="0" animBg="1"/>
      <p:bldP spid="42" grpId="0" animBg="1"/>
      <p:bldP spid="44" grpId="0" animBg="1"/>
      <p:bldP spid="45" grpId="0" animBg="1"/>
      <p:bldP spid="46" grpId="0" animBg="1"/>
      <p:bldP spid="37"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内容占位符 2"/>
          <p:cNvSpPr>
            <a:spLocks noGrp="1"/>
          </p:cNvSpPr>
          <p:nvPr>
            <p:ph idx="1"/>
          </p:nvPr>
        </p:nvSpPr>
        <p:spPr>
          <a:xfrm>
            <a:off x="539750" y="1000125"/>
            <a:ext cx="5818188" cy="3643313"/>
          </a:xfrm>
        </p:spPr>
        <p:txBody>
          <a:bodyPr/>
          <a:lstStyle/>
          <a:p>
            <a:pPr>
              <a:buFont typeface="Wingdings" pitchFamily="2" charset="2"/>
              <a:buNone/>
            </a:pPr>
            <a:r>
              <a:rPr lang="en-US" altLang="zh-CN" sz="2800" smtClean="0"/>
              <a:t>void swap(int *p1,int *p2) </a:t>
            </a:r>
            <a:endParaRPr lang="zh-CN" altLang="zh-CN" sz="2800" smtClean="0"/>
          </a:p>
          <a:p>
            <a:pPr>
              <a:buFont typeface="Wingdings" pitchFamily="2" charset="2"/>
              <a:buNone/>
            </a:pPr>
            <a:r>
              <a:rPr lang="en-US" altLang="zh-CN" sz="2800" smtClean="0"/>
              <a:t>{ int temp;</a:t>
            </a:r>
            <a:endParaRPr lang="zh-CN" altLang="zh-CN" sz="2800" smtClean="0"/>
          </a:p>
          <a:p>
            <a:pPr>
              <a:buFont typeface="Wingdings" pitchFamily="2" charset="2"/>
              <a:buNone/>
            </a:pPr>
            <a:r>
              <a:rPr lang="en-US" altLang="zh-CN" sz="2800" smtClean="0"/>
              <a:t>   temp=*p1;     </a:t>
            </a:r>
            <a:endParaRPr lang="zh-CN" altLang="zh-CN" sz="2800" smtClean="0"/>
          </a:p>
          <a:p>
            <a:pPr>
              <a:buFont typeface="Wingdings" pitchFamily="2" charset="2"/>
              <a:buNone/>
            </a:pPr>
            <a:r>
              <a:rPr lang="en-US" altLang="zh-CN" sz="2800" smtClean="0"/>
              <a:t>   *p1=*p2;</a:t>
            </a:r>
            <a:endParaRPr lang="zh-CN" altLang="zh-CN" sz="2800" smtClean="0"/>
          </a:p>
          <a:p>
            <a:pPr>
              <a:buFont typeface="Wingdings" pitchFamily="2" charset="2"/>
              <a:buNone/>
            </a:pPr>
            <a:r>
              <a:rPr lang="en-US" altLang="zh-CN" sz="2800" smtClean="0"/>
              <a:t>   *p2=temp;</a:t>
            </a:r>
            <a:endParaRPr lang="zh-CN" altLang="zh-CN" sz="2800" smtClean="0"/>
          </a:p>
          <a:p>
            <a:pPr>
              <a:buFont typeface="Wingdings" pitchFamily="2" charset="2"/>
              <a:buNone/>
            </a:pPr>
            <a:r>
              <a:rPr lang="en-US" altLang="zh-CN" sz="2800" smtClean="0"/>
              <a:t>}</a:t>
            </a:r>
            <a:endParaRPr lang="zh-CN" altLang="zh-CN" sz="2800" smtClean="0"/>
          </a:p>
          <a:p>
            <a:pPr>
              <a:lnSpc>
                <a:spcPct val="100000"/>
              </a:lnSpc>
              <a:buFont typeface="Wingdings" pitchFamily="2" charset="2"/>
              <a:buNone/>
            </a:pPr>
            <a:endParaRPr lang="zh-CN" altLang="en-US" sz="2800" smtClean="0"/>
          </a:p>
        </p:txBody>
      </p:sp>
      <p:sp>
        <p:nvSpPr>
          <p:cNvPr id="36" name="内容占位符 2"/>
          <p:cNvSpPr txBox="1">
            <a:spLocks/>
          </p:cNvSpPr>
          <p:nvPr/>
        </p:nvSpPr>
        <p:spPr bwMode="auto">
          <a:xfrm>
            <a:off x="3286125" y="3500438"/>
            <a:ext cx="5786438" cy="3143250"/>
          </a:xfrm>
          <a:prstGeom prst="rect">
            <a:avLst/>
          </a:prstGeom>
          <a:solidFill>
            <a:srgbClr val="CCECFF"/>
          </a:solidFill>
          <a:ln w="9525">
            <a:noFill/>
            <a:miter lim="800000"/>
            <a:headEnd/>
            <a:tailEnd/>
          </a:ln>
        </p:spPr>
        <p:txBody>
          <a:bodyPr/>
          <a:lstStyle/>
          <a:p>
            <a:pPr marL="342900" indent="-342900" eaLnBrk="0" hangingPunct="0">
              <a:spcBef>
                <a:spcPct val="20000"/>
              </a:spcBef>
              <a:buFont typeface="Wingdings" pitchFamily="2" charset="2"/>
              <a:buNone/>
              <a:defRPr/>
            </a:pPr>
            <a:r>
              <a:rPr lang="en-US" altLang="zh-CN" sz="2800" b="1" kern="0" dirty="0">
                <a:latin typeface="+mn-lt"/>
                <a:ea typeface="+mn-ea"/>
              </a:rPr>
              <a:t>void swap(</a:t>
            </a:r>
            <a:r>
              <a:rPr lang="en-US" altLang="zh-CN" sz="2800" b="1" kern="0" dirty="0" err="1">
                <a:latin typeface="+mn-lt"/>
                <a:ea typeface="+mn-ea"/>
              </a:rPr>
              <a:t>int</a:t>
            </a:r>
            <a:r>
              <a:rPr lang="en-US" altLang="zh-CN" sz="2800" b="1" kern="0" dirty="0">
                <a:latin typeface="+mn-lt"/>
                <a:ea typeface="+mn-ea"/>
              </a:rPr>
              <a:t> *p1,int *p2) </a:t>
            </a:r>
            <a:endParaRPr lang="zh-CN" altLang="zh-CN" sz="2800" b="1" kern="0" dirty="0">
              <a:latin typeface="+mn-lt"/>
              <a:ea typeface="+mn-ea"/>
            </a:endParaRPr>
          </a:p>
          <a:p>
            <a:pPr marL="342900" indent="-342900" eaLnBrk="0" hangingPunct="0">
              <a:spcBef>
                <a:spcPct val="20000"/>
              </a:spcBef>
              <a:buFont typeface="Wingdings" pitchFamily="2" charset="2"/>
              <a:buNone/>
              <a:defRPr/>
            </a:pPr>
            <a:r>
              <a:rPr lang="en-US" altLang="zh-CN" sz="2800" b="1" kern="0" dirty="0">
                <a:latin typeface="+mn-lt"/>
                <a:ea typeface="+mn-ea"/>
              </a:rPr>
              <a:t>{ </a:t>
            </a:r>
            <a:r>
              <a:rPr lang="en-US" altLang="zh-CN" sz="2800" b="1" kern="0" dirty="0" err="1">
                <a:latin typeface="+mn-lt"/>
                <a:ea typeface="+mn-ea"/>
              </a:rPr>
              <a:t>int</a:t>
            </a:r>
            <a:r>
              <a:rPr lang="en-US" altLang="zh-CN" sz="2800" b="1" kern="0" dirty="0">
                <a:latin typeface="+mn-lt"/>
                <a:ea typeface="+mn-ea"/>
              </a:rPr>
              <a:t> </a:t>
            </a:r>
            <a:r>
              <a:rPr lang="en-US" altLang="zh-CN" sz="2800" b="1" kern="0" dirty="0">
                <a:solidFill>
                  <a:srgbClr val="FF0000"/>
                </a:solidFill>
                <a:latin typeface="+mn-lt"/>
                <a:ea typeface="+mn-ea"/>
              </a:rPr>
              <a:t>*</a:t>
            </a:r>
            <a:r>
              <a:rPr lang="en-US" altLang="zh-CN" sz="2800" b="1" kern="0" dirty="0">
                <a:latin typeface="+mn-lt"/>
                <a:ea typeface="+mn-ea"/>
              </a:rPr>
              <a:t>temp;</a:t>
            </a:r>
            <a:endParaRPr lang="zh-CN" altLang="zh-CN" sz="2800" b="1" kern="0" dirty="0">
              <a:latin typeface="+mn-lt"/>
              <a:ea typeface="+mn-ea"/>
            </a:endParaRPr>
          </a:p>
          <a:p>
            <a:pPr marL="342900" indent="-342900" eaLnBrk="0" hangingPunct="0">
              <a:spcBef>
                <a:spcPct val="20000"/>
              </a:spcBef>
              <a:buFont typeface="Wingdings" pitchFamily="2" charset="2"/>
              <a:buNone/>
              <a:defRPr/>
            </a:pPr>
            <a:r>
              <a:rPr lang="en-US" altLang="zh-CN" sz="2800" b="1" kern="0" dirty="0">
                <a:latin typeface="+mn-lt"/>
                <a:ea typeface="+mn-ea"/>
              </a:rPr>
              <a:t>   </a:t>
            </a:r>
            <a:r>
              <a:rPr lang="en-US" altLang="zh-CN" sz="2800" b="1" kern="0" dirty="0">
                <a:solidFill>
                  <a:srgbClr val="FF0000"/>
                </a:solidFill>
                <a:latin typeface="+mn-lt"/>
                <a:ea typeface="+mn-ea"/>
              </a:rPr>
              <a:t>*</a:t>
            </a:r>
            <a:r>
              <a:rPr lang="en-US" altLang="zh-CN" sz="2800" b="1" kern="0" dirty="0">
                <a:latin typeface="+mn-lt"/>
                <a:ea typeface="+mn-ea"/>
              </a:rPr>
              <a:t>temp=*p1;     </a:t>
            </a:r>
            <a:endParaRPr lang="zh-CN" altLang="zh-CN" sz="2800" b="1" kern="0" dirty="0">
              <a:latin typeface="+mn-lt"/>
              <a:ea typeface="+mn-ea"/>
            </a:endParaRPr>
          </a:p>
          <a:p>
            <a:pPr marL="342900" indent="-342900" eaLnBrk="0" hangingPunct="0">
              <a:spcBef>
                <a:spcPct val="20000"/>
              </a:spcBef>
              <a:buFont typeface="Wingdings" pitchFamily="2" charset="2"/>
              <a:buNone/>
              <a:defRPr/>
            </a:pPr>
            <a:r>
              <a:rPr lang="en-US" altLang="zh-CN" sz="2800" b="1" kern="0" dirty="0">
                <a:latin typeface="+mn-lt"/>
                <a:ea typeface="+mn-ea"/>
              </a:rPr>
              <a:t>   *p1=*p2;</a:t>
            </a:r>
            <a:endParaRPr lang="zh-CN" altLang="zh-CN" sz="2800" b="1" kern="0" dirty="0">
              <a:latin typeface="+mn-lt"/>
              <a:ea typeface="+mn-ea"/>
            </a:endParaRPr>
          </a:p>
          <a:p>
            <a:pPr marL="342900" indent="-342900" eaLnBrk="0" hangingPunct="0">
              <a:spcBef>
                <a:spcPct val="20000"/>
              </a:spcBef>
              <a:buFont typeface="Wingdings" pitchFamily="2" charset="2"/>
              <a:buNone/>
              <a:defRPr/>
            </a:pPr>
            <a:r>
              <a:rPr lang="en-US" altLang="zh-CN" sz="2800" b="1" kern="0" dirty="0">
                <a:latin typeface="+mn-lt"/>
                <a:ea typeface="+mn-ea"/>
              </a:rPr>
              <a:t>   *p2=</a:t>
            </a:r>
            <a:r>
              <a:rPr lang="en-US" altLang="zh-CN" sz="2800" b="1" kern="0" dirty="0">
                <a:solidFill>
                  <a:srgbClr val="FF0000"/>
                </a:solidFill>
                <a:latin typeface="+mn-lt"/>
                <a:ea typeface="+mn-ea"/>
              </a:rPr>
              <a:t>*</a:t>
            </a:r>
            <a:r>
              <a:rPr lang="en-US" altLang="zh-CN" sz="2800" b="1" kern="0" dirty="0">
                <a:latin typeface="+mn-lt"/>
                <a:ea typeface="+mn-ea"/>
              </a:rPr>
              <a:t>temp;</a:t>
            </a:r>
            <a:endParaRPr lang="zh-CN" altLang="zh-CN" sz="2800" b="1" kern="0" dirty="0">
              <a:latin typeface="+mn-lt"/>
              <a:ea typeface="+mn-ea"/>
            </a:endParaRPr>
          </a:p>
          <a:p>
            <a:pPr marL="342900" indent="-342900" eaLnBrk="0" hangingPunct="0">
              <a:spcBef>
                <a:spcPct val="20000"/>
              </a:spcBef>
              <a:buFont typeface="Wingdings" pitchFamily="2" charset="2"/>
              <a:buNone/>
              <a:defRPr/>
            </a:pPr>
            <a:r>
              <a:rPr lang="en-US" altLang="zh-CN" sz="2800" b="1" kern="0" dirty="0">
                <a:latin typeface="+mn-lt"/>
                <a:ea typeface="+mn-ea"/>
              </a:rPr>
              <a:t>}</a:t>
            </a:r>
            <a:endParaRPr lang="zh-CN" altLang="zh-CN" sz="2800" b="1" kern="0" dirty="0">
              <a:latin typeface="+mn-lt"/>
              <a:ea typeface="+mn-ea"/>
            </a:endParaRPr>
          </a:p>
          <a:p>
            <a:pPr marL="342900" indent="-342900" eaLnBrk="0" hangingPunct="0">
              <a:spcBef>
                <a:spcPct val="20000"/>
              </a:spcBef>
              <a:buFont typeface="Wingdings" pitchFamily="2" charset="2"/>
              <a:buNone/>
              <a:defRPr/>
            </a:pPr>
            <a:endParaRPr lang="zh-CN" altLang="en-US" sz="2800" b="1" kern="0" dirty="0">
              <a:latin typeface="+mn-lt"/>
              <a:ea typeface="+mn-ea"/>
            </a:endParaRPr>
          </a:p>
        </p:txBody>
      </p:sp>
      <p:sp>
        <p:nvSpPr>
          <p:cNvPr id="37" name="圆角矩形标注 36"/>
          <p:cNvSpPr>
            <a:spLocks noChangeArrowheads="1"/>
          </p:cNvSpPr>
          <p:nvPr/>
        </p:nvSpPr>
        <p:spPr bwMode="auto">
          <a:xfrm>
            <a:off x="285750" y="4643438"/>
            <a:ext cx="2571750" cy="1143000"/>
          </a:xfrm>
          <a:prstGeom prst="wedgeRoundRectCallout">
            <a:avLst>
              <a:gd name="adj1" fmla="val 79245"/>
              <a:gd name="adj2" fmla="val -35065"/>
              <a:gd name="adj3" fmla="val 16667"/>
            </a:avLst>
          </a:prstGeom>
          <a:solidFill>
            <a:srgbClr val="FFFFCC"/>
          </a:solidFill>
          <a:ln w="9525" algn="ctr">
            <a:solidFill>
              <a:schemeClr val="tx1"/>
            </a:solidFill>
            <a:miter lim="800000"/>
            <a:headEnd/>
            <a:tailEnd/>
          </a:ln>
        </p:spPr>
        <p:txBody>
          <a:bodyPr/>
          <a:lstStyle/>
          <a:p>
            <a:pPr algn="ctr"/>
            <a:r>
              <a:rPr lang="zh-CN" altLang="en-US" sz="2800" b="1" dirty="0">
                <a:solidFill>
                  <a:srgbClr val="FF0000"/>
                </a:solidFill>
                <a:latin typeface="黑体" pitchFamily="49" charset="-122"/>
                <a:ea typeface="黑体" pitchFamily="49" charset="-122"/>
              </a:rPr>
              <a:t>错！！！</a:t>
            </a:r>
            <a:endParaRPr lang="en-US" altLang="zh-CN" sz="2800" b="1" dirty="0">
              <a:solidFill>
                <a:srgbClr val="FF0000"/>
              </a:solidFill>
              <a:latin typeface="黑体" pitchFamily="49" charset="-122"/>
              <a:ea typeface="黑体" pitchFamily="49" charset="-122"/>
            </a:endParaRPr>
          </a:p>
          <a:p>
            <a:pPr algn="ctr"/>
            <a:r>
              <a:rPr lang="zh-CN" altLang="en-US" sz="2800" b="1" dirty="0">
                <a:solidFill>
                  <a:srgbClr val="0000CC"/>
                </a:solidFill>
                <a:latin typeface="黑体" pitchFamily="49" charset="-122"/>
                <a:ea typeface="黑体" pitchFamily="49" charset="-122"/>
              </a:rPr>
              <a:t>无确定的指向</a:t>
            </a:r>
          </a:p>
        </p:txBody>
      </p:sp>
      <p:pic>
        <p:nvPicPr>
          <p:cNvPr id="33797" name="图片 4" descr="Untitled2.png">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429625" y="6143625"/>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6294823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36"/>
                                        </p:tgtEl>
                                        <p:attrNameLst>
                                          <p:attrName>style.visibility</p:attrName>
                                        </p:attrNameLst>
                                      </p:cBhvr>
                                      <p:to>
                                        <p:strVal val="visible"/>
                                      </p:to>
                                    </p:set>
                                    <p:animEffect transition="in" filter="blinds(horizontal)">
                                      <p:cBhvr>
                                        <p:cTn id="7" dur="500"/>
                                        <p:tgtEl>
                                          <p:spTgt spid="36"/>
                                        </p:tgtEl>
                                      </p:cBhvr>
                                    </p:animEffect>
                                  </p:childTnLst>
                                </p:cTn>
                              </p:par>
                            </p:childTnLst>
                          </p:cTn>
                        </p:par>
                        <p:par>
                          <p:cTn id="8" fill="hold" nodeType="afterGroup">
                            <p:stCondLst>
                              <p:cond delay="500"/>
                            </p:stCondLst>
                            <p:childTnLst>
                              <p:par>
                                <p:cTn id="9" presetID="3" presetClass="entr" presetSubtype="10" fill="hold" grpId="0" nodeType="afterEffect">
                                  <p:stCondLst>
                                    <p:cond delay="0"/>
                                  </p:stCondLst>
                                  <p:childTnLst>
                                    <p:set>
                                      <p:cBhvr>
                                        <p:cTn id="10" dur="1" fill="hold">
                                          <p:stCondLst>
                                            <p:cond delay="0"/>
                                          </p:stCondLst>
                                        </p:cTn>
                                        <p:tgtEl>
                                          <p:spTgt spid="37"/>
                                        </p:tgtEl>
                                        <p:attrNameLst>
                                          <p:attrName>style.visibility</p:attrName>
                                        </p:attrNameLst>
                                      </p:cBhvr>
                                      <p:to>
                                        <p:strVal val="visible"/>
                                      </p:to>
                                    </p:set>
                                    <p:animEffect transition="in" filter="blinds(horizontal)">
                                      <p:cBhvr>
                                        <p:cTn id="11"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animBg="1"/>
      <p:bldP spid="37"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内容占位符 2"/>
          <p:cNvSpPr>
            <a:spLocks noGrp="1"/>
          </p:cNvSpPr>
          <p:nvPr>
            <p:ph idx="1"/>
          </p:nvPr>
        </p:nvSpPr>
        <p:spPr>
          <a:xfrm>
            <a:off x="428625" y="571500"/>
            <a:ext cx="7929563" cy="6072188"/>
          </a:xfrm>
        </p:spPr>
        <p:txBody>
          <a:bodyPr/>
          <a:lstStyle/>
          <a:p>
            <a:pPr>
              <a:lnSpc>
                <a:spcPct val="100000"/>
              </a:lnSpc>
              <a:buFont typeface="Wingdings" pitchFamily="2" charset="2"/>
              <a:buNone/>
            </a:pPr>
            <a:r>
              <a:rPr lang="en-US" altLang="zh-CN" sz="2800" smtClean="0"/>
              <a:t>#include &lt;stdio.h&gt;</a:t>
            </a:r>
            <a:endParaRPr lang="zh-CN" altLang="zh-CN" sz="2800" smtClean="0"/>
          </a:p>
          <a:p>
            <a:pPr>
              <a:lnSpc>
                <a:spcPct val="100000"/>
              </a:lnSpc>
              <a:buFont typeface="Wingdings" pitchFamily="2" charset="2"/>
              <a:buNone/>
            </a:pPr>
            <a:r>
              <a:rPr lang="en-US" altLang="zh-CN" sz="2800" smtClean="0"/>
              <a:t>int main()</a:t>
            </a:r>
            <a:endParaRPr lang="zh-CN" altLang="zh-CN" sz="2800" smtClean="0"/>
          </a:p>
          <a:p>
            <a:pPr>
              <a:lnSpc>
                <a:spcPct val="100000"/>
              </a:lnSpc>
              <a:buFont typeface="Wingdings" pitchFamily="2" charset="2"/>
              <a:buNone/>
            </a:pPr>
            <a:r>
              <a:rPr lang="en-US" altLang="zh-CN" sz="2800" smtClean="0"/>
              <a:t>{……</a:t>
            </a:r>
            <a:endParaRPr lang="zh-CN" altLang="zh-CN" sz="2800" smtClean="0"/>
          </a:p>
          <a:p>
            <a:pPr>
              <a:lnSpc>
                <a:spcPct val="100000"/>
              </a:lnSpc>
              <a:buFont typeface="Wingdings" pitchFamily="2" charset="2"/>
              <a:buNone/>
            </a:pPr>
            <a:r>
              <a:rPr lang="en-US" altLang="zh-CN" sz="2800" smtClean="0"/>
              <a:t>  if (a&lt;b)  swap(</a:t>
            </a:r>
            <a:r>
              <a:rPr lang="en-US" altLang="zh-CN" sz="2800" smtClean="0">
                <a:solidFill>
                  <a:srgbClr val="FF0000"/>
                </a:solidFill>
              </a:rPr>
              <a:t>a</a:t>
            </a:r>
            <a:r>
              <a:rPr lang="en-US" altLang="zh-CN" sz="2800" smtClean="0"/>
              <a:t>,</a:t>
            </a:r>
            <a:r>
              <a:rPr lang="en-US" altLang="zh-CN" sz="2800" smtClean="0">
                <a:solidFill>
                  <a:srgbClr val="FF0000"/>
                </a:solidFill>
              </a:rPr>
              <a:t>b</a:t>
            </a:r>
            <a:r>
              <a:rPr lang="en-US" altLang="zh-CN" sz="2800" smtClean="0"/>
              <a:t>); </a:t>
            </a:r>
            <a:endParaRPr lang="zh-CN" altLang="zh-CN" sz="2800" smtClean="0"/>
          </a:p>
          <a:p>
            <a:pPr>
              <a:lnSpc>
                <a:spcPct val="100000"/>
              </a:lnSpc>
              <a:buFont typeface="Wingdings" pitchFamily="2" charset="2"/>
              <a:buNone/>
            </a:pPr>
            <a:r>
              <a:rPr lang="en-US" altLang="zh-CN" sz="2800" smtClean="0"/>
              <a:t>  printf(“max=%d,min=%d\n”,a,b); </a:t>
            </a:r>
            <a:endParaRPr lang="zh-CN" altLang="zh-CN" sz="2800" smtClean="0"/>
          </a:p>
          <a:p>
            <a:pPr>
              <a:lnSpc>
                <a:spcPct val="100000"/>
              </a:lnSpc>
              <a:buFont typeface="Wingdings" pitchFamily="2" charset="2"/>
              <a:buNone/>
            </a:pPr>
            <a:r>
              <a:rPr lang="en-US" altLang="zh-CN" sz="2800" smtClean="0"/>
              <a:t>  return 0;</a:t>
            </a:r>
            <a:endParaRPr lang="zh-CN" altLang="zh-CN" sz="2800" smtClean="0"/>
          </a:p>
          <a:p>
            <a:pPr>
              <a:lnSpc>
                <a:spcPct val="100000"/>
              </a:lnSpc>
              <a:buFont typeface="Wingdings" pitchFamily="2" charset="2"/>
              <a:buNone/>
            </a:pPr>
            <a:r>
              <a:rPr lang="en-US" altLang="zh-CN" sz="2800" smtClean="0"/>
              <a:t> }</a:t>
            </a:r>
          </a:p>
          <a:p>
            <a:pPr>
              <a:buFont typeface="Wingdings" pitchFamily="2" charset="2"/>
              <a:buNone/>
            </a:pPr>
            <a:r>
              <a:rPr lang="en-US" altLang="zh-CN" sz="2800" smtClean="0"/>
              <a:t>void swap(int </a:t>
            </a:r>
            <a:r>
              <a:rPr lang="en-US" altLang="zh-CN" sz="2800" smtClean="0">
                <a:solidFill>
                  <a:srgbClr val="FF0000"/>
                </a:solidFill>
              </a:rPr>
              <a:t>x</a:t>
            </a:r>
            <a:r>
              <a:rPr lang="en-US" altLang="zh-CN" sz="2800" smtClean="0"/>
              <a:t>,int </a:t>
            </a:r>
            <a:r>
              <a:rPr lang="en-US" altLang="zh-CN" sz="2800" smtClean="0">
                <a:solidFill>
                  <a:srgbClr val="FF0000"/>
                </a:solidFill>
              </a:rPr>
              <a:t>y</a:t>
            </a:r>
            <a:r>
              <a:rPr lang="en-US" altLang="zh-CN" sz="2800" smtClean="0"/>
              <a:t>) </a:t>
            </a:r>
            <a:endParaRPr lang="zh-CN" altLang="zh-CN" sz="2800" smtClean="0"/>
          </a:p>
          <a:p>
            <a:pPr>
              <a:buFont typeface="Wingdings" pitchFamily="2" charset="2"/>
              <a:buNone/>
            </a:pPr>
            <a:r>
              <a:rPr lang="en-US" altLang="zh-CN" sz="2800" smtClean="0"/>
              <a:t>{ int temp;</a:t>
            </a:r>
            <a:endParaRPr lang="zh-CN" altLang="zh-CN" sz="2800" smtClean="0"/>
          </a:p>
          <a:p>
            <a:pPr>
              <a:buFont typeface="Wingdings" pitchFamily="2" charset="2"/>
              <a:buNone/>
            </a:pPr>
            <a:r>
              <a:rPr lang="en-US" altLang="zh-CN" sz="2800" smtClean="0"/>
              <a:t>   temp=x;  x=y;   y=temp;</a:t>
            </a:r>
            <a:endParaRPr lang="zh-CN" altLang="zh-CN" sz="2800" smtClean="0"/>
          </a:p>
          <a:p>
            <a:pPr>
              <a:buFont typeface="Wingdings" pitchFamily="2" charset="2"/>
              <a:buNone/>
            </a:pPr>
            <a:r>
              <a:rPr lang="en-US" altLang="zh-CN" sz="2800" smtClean="0"/>
              <a:t>}</a:t>
            </a:r>
            <a:endParaRPr lang="zh-CN" altLang="zh-CN" sz="2800" smtClean="0"/>
          </a:p>
          <a:p>
            <a:pPr>
              <a:lnSpc>
                <a:spcPct val="100000"/>
              </a:lnSpc>
              <a:buFont typeface="Wingdings" pitchFamily="2" charset="2"/>
              <a:buNone/>
            </a:pPr>
            <a:r>
              <a:rPr lang="en-US" altLang="zh-CN" sz="2800" smtClean="0"/>
              <a:t>    </a:t>
            </a:r>
            <a:endParaRPr lang="zh-CN" altLang="zh-CN" sz="2800" smtClean="0"/>
          </a:p>
          <a:p>
            <a:pPr>
              <a:lnSpc>
                <a:spcPct val="100000"/>
              </a:lnSpc>
              <a:buFont typeface="Wingdings" pitchFamily="2" charset="2"/>
              <a:buNone/>
            </a:pPr>
            <a:endParaRPr lang="zh-CN" altLang="en-US" sz="2800" smtClean="0"/>
          </a:p>
        </p:txBody>
      </p:sp>
      <p:sp>
        <p:nvSpPr>
          <p:cNvPr id="20" name="圆角矩形标注 19"/>
          <p:cNvSpPr>
            <a:spLocks noChangeArrowheads="1"/>
          </p:cNvSpPr>
          <p:nvPr/>
        </p:nvSpPr>
        <p:spPr bwMode="auto">
          <a:xfrm>
            <a:off x="5072063" y="500063"/>
            <a:ext cx="2571750" cy="1143000"/>
          </a:xfrm>
          <a:prstGeom prst="wedgeRoundRectCallout">
            <a:avLst>
              <a:gd name="adj1" fmla="val -46417"/>
              <a:gd name="adj2" fmla="val 95347"/>
              <a:gd name="adj3" fmla="val 16667"/>
            </a:avLst>
          </a:prstGeom>
          <a:solidFill>
            <a:srgbClr val="FFFFCC"/>
          </a:solidFill>
          <a:ln w="9525" algn="ctr">
            <a:solidFill>
              <a:schemeClr val="tx1"/>
            </a:solidFill>
            <a:miter lim="800000"/>
            <a:headEnd/>
            <a:tailEnd/>
          </a:ln>
        </p:spPr>
        <p:txBody>
          <a:bodyPr/>
          <a:lstStyle/>
          <a:p>
            <a:pPr algn="ctr"/>
            <a:r>
              <a:rPr lang="zh-CN" altLang="en-US" sz="2800" b="1" dirty="0">
                <a:solidFill>
                  <a:srgbClr val="FF0000"/>
                </a:solidFill>
                <a:latin typeface="黑体" pitchFamily="49" charset="-122"/>
                <a:ea typeface="黑体" pitchFamily="49" charset="-122"/>
              </a:rPr>
              <a:t>错！！！</a:t>
            </a:r>
            <a:endParaRPr lang="en-US" altLang="zh-CN" sz="2800" b="1" dirty="0">
              <a:solidFill>
                <a:srgbClr val="FF0000"/>
              </a:solidFill>
              <a:latin typeface="黑体" pitchFamily="49" charset="-122"/>
              <a:ea typeface="黑体" pitchFamily="49" charset="-122"/>
            </a:endParaRPr>
          </a:p>
          <a:p>
            <a:pPr algn="ctr"/>
            <a:r>
              <a:rPr lang="zh-CN" altLang="en-US" sz="2800" b="1" dirty="0">
                <a:solidFill>
                  <a:srgbClr val="0000CC"/>
                </a:solidFill>
                <a:latin typeface="黑体" pitchFamily="49" charset="-122"/>
                <a:ea typeface="黑体" pitchFamily="49" charset="-122"/>
              </a:rPr>
              <a:t>无法交换</a:t>
            </a:r>
            <a:r>
              <a:rPr lang="en-US" altLang="zh-CN" sz="2800" b="1" dirty="0" err="1">
                <a:solidFill>
                  <a:srgbClr val="0000CC"/>
                </a:solidFill>
                <a:latin typeface="黑体" pitchFamily="49" charset="-122"/>
                <a:ea typeface="黑体" pitchFamily="49" charset="-122"/>
              </a:rPr>
              <a:t>a,b</a:t>
            </a:r>
            <a:endParaRPr lang="zh-CN" altLang="en-US" sz="2800" b="1" dirty="0">
              <a:solidFill>
                <a:srgbClr val="0000CC"/>
              </a:solidFill>
              <a:latin typeface="黑体" pitchFamily="49" charset="-122"/>
              <a:ea typeface="黑体" pitchFamily="49" charset="-122"/>
            </a:endParaRPr>
          </a:p>
        </p:txBody>
      </p:sp>
      <p:sp>
        <p:nvSpPr>
          <p:cNvPr id="21" name="矩形 20"/>
          <p:cNvSpPr>
            <a:spLocks noChangeArrowheads="1"/>
          </p:cNvSpPr>
          <p:nvPr/>
        </p:nvSpPr>
        <p:spPr bwMode="auto">
          <a:xfrm>
            <a:off x="6215063" y="3714750"/>
            <a:ext cx="714375" cy="714375"/>
          </a:xfrm>
          <a:prstGeom prst="rect">
            <a:avLst/>
          </a:prstGeom>
          <a:solidFill>
            <a:schemeClr val="accent1"/>
          </a:solidFill>
          <a:ln w="38100" algn="ctr">
            <a:solidFill>
              <a:schemeClr val="tx1"/>
            </a:solidFill>
            <a:miter lim="800000"/>
            <a:headEnd/>
            <a:tailEnd/>
          </a:ln>
        </p:spPr>
        <p:txBody>
          <a:bodyPr wrap="none"/>
          <a:lstStyle/>
          <a:p>
            <a:endParaRPr lang="zh-CN" altLang="en-US"/>
          </a:p>
        </p:txBody>
      </p:sp>
      <p:sp>
        <p:nvSpPr>
          <p:cNvPr id="22" name="矩形 21"/>
          <p:cNvSpPr>
            <a:spLocks noChangeArrowheads="1"/>
          </p:cNvSpPr>
          <p:nvPr/>
        </p:nvSpPr>
        <p:spPr bwMode="auto">
          <a:xfrm>
            <a:off x="7572375" y="3714750"/>
            <a:ext cx="714375" cy="714375"/>
          </a:xfrm>
          <a:prstGeom prst="rect">
            <a:avLst/>
          </a:prstGeom>
          <a:solidFill>
            <a:schemeClr val="accent1"/>
          </a:solidFill>
          <a:ln w="38100" algn="ctr">
            <a:solidFill>
              <a:schemeClr val="tx1"/>
            </a:solidFill>
            <a:miter lim="800000"/>
            <a:headEnd/>
            <a:tailEnd/>
          </a:ln>
        </p:spPr>
        <p:txBody>
          <a:bodyPr wrap="none"/>
          <a:lstStyle/>
          <a:p>
            <a:endParaRPr lang="zh-CN" altLang="en-US"/>
          </a:p>
        </p:txBody>
      </p:sp>
      <p:sp>
        <p:nvSpPr>
          <p:cNvPr id="25" name="TextBox 24"/>
          <p:cNvSpPr txBox="1">
            <a:spLocks noChangeArrowheads="1"/>
          </p:cNvSpPr>
          <p:nvPr/>
        </p:nvSpPr>
        <p:spPr bwMode="auto">
          <a:xfrm>
            <a:off x="6357938" y="3143250"/>
            <a:ext cx="500062"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000">
                <a:solidFill>
                  <a:schemeClr val="tx1"/>
                </a:solidFill>
                <a:latin typeface="Arial" charset="0"/>
                <a:ea typeface="宋体" pitchFamily="2" charset="-122"/>
              </a:defRPr>
            </a:lvl1pPr>
            <a:lvl2pPr marL="742950" indent="-285750" eaLnBrk="0" hangingPunct="0">
              <a:defRPr kumimoji="1" sz="4000">
                <a:solidFill>
                  <a:schemeClr val="tx1"/>
                </a:solidFill>
                <a:latin typeface="Arial" charset="0"/>
                <a:ea typeface="宋体" pitchFamily="2" charset="-122"/>
              </a:defRPr>
            </a:lvl2pPr>
            <a:lvl3pPr marL="1143000" indent="-228600" eaLnBrk="0" hangingPunct="0">
              <a:defRPr kumimoji="1" sz="4000">
                <a:solidFill>
                  <a:schemeClr val="tx1"/>
                </a:solidFill>
                <a:latin typeface="Arial" charset="0"/>
                <a:ea typeface="宋体" pitchFamily="2" charset="-122"/>
              </a:defRPr>
            </a:lvl3pPr>
            <a:lvl4pPr marL="1600200" indent="-228600" eaLnBrk="0" hangingPunct="0">
              <a:defRPr kumimoji="1" sz="4000">
                <a:solidFill>
                  <a:schemeClr val="tx1"/>
                </a:solidFill>
                <a:latin typeface="Arial" charset="0"/>
                <a:ea typeface="宋体" pitchFamily="2" charset="-122"/>
              </a:defRPr>
            </a:lvl4pPr>
            <a:lvl5pPr marL="2057400" indent="-228600" eaLnBrk="0" hangingPunct="0">
              <a:defRPr kumimoji="1" sz="4000">
                <a:solidFill>
                  <a:schemeClr val="tx1"/>
                </a:solidFill>
                <a:latin typeface="Arial" charset="0"/>
                <a:ea typeface="宋体" pitchFamily="2" charset="-122"/>
              </a:defRPr>
            </a:lvl5pPr>
            <a:lvl6pPr marL="2514600" indent="-228600" eaLnBrk="0" fontAlgn="base" hangingPunct="0">
              <a:spcBef>
                <a:spcPct val="0"/>
              </a:spcBef>
              <a:spcAft>
                <a:spcPct val="0"/>
              </a:spcAft>
              <a:defRPr kumimoji="1" sz="4000">
                <a:solidFill>
                  <a:schemeClr val="tx1"/>
                </a:solidFill>
                <a:latin typeface="Arial" charset="0"/>
                <a:ea typeface="宋体" pitchFamily="2" charset="-122"/>
              </a:defRPr>
            </a:lvl6pPr>
            <a:lvl7pPr marL="2971800" indent="-228600" eaLnBrk="0" fontAlgn="base" hangingPunct="0">
              <a:spcBef>
                <a:spcPct val="0"/>
              </a:spcBef>
              <a:spcAft>
                <a:spcPct val="0"/>
              </a:spcAft>
              <a:defRPr kumimoji="1" sz="4000">
                <a:solidFill>
                  <a:schemeClr val="tx1"/>
                </a:solidFill>
                <a:latin typeface="Arial" charset="0"/>
                <a:ea typeface="宋体" pitchFamily="2" charset="-122"/>
              </a:defRPr>
            </a:lvl7pPr>
            <a:lvl8pPr marL="3429000" indent="-228600" eaLnBrk="0" fontAlgn="base" hangingPunct="0">
              <a:spcBef>
                <a:spcPct val="0"/>
              </a:spcBef>
              <a:spcAft>
                <a:spcPct val="0"/>
              </a:spcAft>
              <a:defRPr kumimoji="1" sz="4000">
                <a:solidFill>
                  <a:schemeClr val="tx1"/>
                </a:solidFill>
                <a:latin typeface="Arial" charset="0"/>
                <a:ea typeface="宋体" pitchFamily="2" charset="-122"/>
              </a:defRPr>
            </a:lvl8pPr>
            <a:lvl9pPr marL="3886200" indent="-228600" eaLnBrk="0" fontAlgn="base" hangingPunct="0">
              <a:spcBef>
                <a:spcPct val="0"/>
              </a:spcBef>
              <a:spcAft>
                <a:spcPct val="0"/>
              </a:spcAft>
              <a:defRPr kumimoji="1" sz="4000">
                <a:solidFill>
                  <a:schemeClr val="tx1"/>
                </a:solidFill>
                <a:latin typeface="Arial" charset="0"/>
                <a:ea typeface="宋体" pitchFamily="2" charset="-122"/>
              </a:defRPr>
            </a:lvl9pPr>
          </a:lstStyle>
          <a:p>
            <a:pPr eaLnBrk="1" hangingPunct="1"/>
            <a:r>
              <a:rPr lang="en-US" altLang="zh-CN" sz="3200">
                <a:solidFill>
                  <a:srgbClr val="FF0000"/>
                </a:solidFill>
              </a:rPr>
              <a:t>a</a:t>
            </a:r>
            <a:endParaRPr lang="zh-CN" altLang="en-US" sz="3200">
              <a:solidFill>
                <a:srgbClr val="FF0000"/>
              </a:solidFill>
            </a:endParaRPr>
          </a:p>
        </p:txBody>
      </p:sp>
      <p:sp>
        <p:nvSpPr>
          <p:cNvPr id="26" name="TextBox 25"/>
          <p:cNvSpPr txBox="1">
            <a:spLocks noChangeArrowheads="1"/>
          </p:cNvSpPr>
          <p:nvPr/>
        </p:nvSpPr>
        <p:spPr bwMode="auto">
          <a:xfrm>
            <a:off x="7715250" y="3143250"/>
            <a:ext cx="500063"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000">
                <a:solidFill>
                  <a:schemeClr val="tx1"/>
                </a:solidFill>
                <a:latin typeface="Arial" charset="0"/>
                <a:ea typeface="宋体" pitchFamily="2" charset="-122"/>
              </a:defRPr>
            </a:lvl1pPr>
            <a:lvl2pPr marL="742950" indent="-285750" eaLnBrk="0" hangingPunct="0">
              <a:defRPr kumimoji="1" sz="4000">
                <a:solidFill>
                  <a:schemeClr val="tx1"/>
                </a:solidFill>
                <a:latin typeface="Arial" charset="0"/>
                <a:ea typeface="宋体" pitchFamily="2" charset="-122"/>
              </a:defRPr>
            </a:lvl2pPr>
            <a:lvl3pPr marL="1143000" indent="-228600" eaLnBrk="0" hangingPunct="0">
              <a:defRPr kumimoji="1" sz="4000">
                <a:solidFill>
                  <a:schemeClr val="tx1"/>
                </a:solidFill>
                <a:latin typeface="Arial" charset="0"/>
                <a:ea typeface="宋体" pitchFamily="2" charset="-122"/>
              </a:defRPr>
            </a:lvl3pPr>
            <a:lvl4pPr marL="1600200" indent="-228600" eaLnBrk="0" hangingPunct="0">
              <a:defRPr kumimoji="1" sz="4000">
                <a:solidFill>
                  <a:schemeClr val="tx1"/>
                </a:solidFill>
                <a:latin typeface="Arial" charset="0"/>
                <a:ea typeface="宋体" pitchFamily="2" charset="-122"/>
              </a:defRPr>
            </a:lvl4pPr>
            <a:lvl5pPr marL="2057400" indent="-228600" eaLnBrk="0" hangingPunct="0">
              <a:defRPr kumimoji="1" sz="4000">
                <a:solidFill>
                  <a:schemeClr val="tx1"/>
                </a:solidFill>
                <a:latin typeface="Arial" charset="0"/>
                <a:ea typeface="宋体" pitchFamily="2" charset="-122"/>
              </a:defRPr>
            </a:lvl5pPr>
            <a:lvl6pPr marL="2514600" indent="-228600" eaLnBrk="0" fontAlgn="base" hangingPunct="0">
              <a:spcBef>
                <a:spcPct val="0"/>
              </a:spcBef>
              <a:spcAft>
                <a:spcPct val="0"/>
              </a:spcAft>
              <a:defRPr kumimoji="1" sz="4000">
                <a:solidFill>
                  <a:schemeClr val="tx1"/>
                </a:solidFill>
                <a:latin typeface="Arial" charset="0"/>
                <a:ea typeface="宋体" pitchFamily="2" charset="-122"/>
              </a:defRPr>
            </a:lvl6pPr>
            <a:lvl7pPr marL="2971800" indent="-228600" eaLnBrk="0" fontAlgn="base" hangingPunct="0">
              <a:spcBef>
                <a:spcPct val="0"/>
              </a:spcBef>
              <a:spcAft>
                <a:spcPct val="0"/>
              </a:spcAft>
              <a:defRPr kumimoji="1" sz="4000">
                <a:solidFill>
                  <a:schemeClr val="tx1"/>
                </a:solidFill>
                <a:latin typeface="Arial" charset="0"/>
                <a:ea typeface="宋体" pitchFamily="2" charset="-122"/>
              </a:defRPr>
            </a:lvl7pPr>
            <a:lvl8pPr marL="3429000" indent="-228600" eaLnBrk="0" fontAlgn="base" hangingPunct="0">
              <a:spcBef>
                <a:spcPct val="0"/>
              </a:spcBef>
              <a:spcAft>
                <a:spcPct val="0"/>
              </a:spcAft>
              <a:defRPr kumimoji="1" sz="4000">
                <a:solidFill>
                  <a:schemeClr val="tx1"/>
                </a:solidFill>
                <a:latin typeface="Arial" charset="0"/>
                <a:ea typeface="宋体" pitchFamily="2" charset="-122"/>
              </a:defRPr>
            </a:lvl8pPr>
            <a:lvl9pPr marL="3886200" indent="-228600" eaLnBrk="0" fontAlgn="base" hangingPunct="0">
              <a:spcBef>
                <a:spcPct val="0"/>
              </a:spcBef>
              <a:spcAft>
                <a:spcPct val="0"/>
              </a:spcAft>
              <a:defRPr kumimoji="1" sz="4000">
                <a:solidFill>
                  <a:schemeClr val="tx1"/>
                </a:solidFill>
                <a:latin typeface="Arial" charset="0"/>
                <a:ea typeface="宋体" pitchFamily="2" charset="-122"/>
              </a:defRPr>
            </a:lvl9pPr>
          </a:lstStyle>
          <a:p>
            <a:pPr eaLnBrk="1" hangingPunct="1"/>
            <a:r>
              <a:rPr lang="en-US" altLang="zh-CN" sz="3200">
                <a:solidFill>
                  <a:srgbClr val="FF0000"/>
                </a:solidFill>
              </a:rPr>
              <a:t>b</a:t>
            </a:r>
            <a:endParaRPr lang="zh-CN" altLang="en-US" sz="3200">
              <a:solidFill>
                <a:srgbClr val="FF0000"/>
              </a:solidFill>
            </a:endParaRPr>
          </a:p>
        </p:txBody>
      </p:sp>
      <p:sp>
        <p:nvSpPr>
          <p:cNvPr id="29" name="TextBox 28"/>
          <p:cNvSpPr txBox="1">
            <a:spLocks noChangeArrowheads="1"/>
          </p:cNvSpPr>
          <p:nvPr/>
        </p:nvSpPr>
        <p:spPr bwMode="auto">
          <a:xfrm>
            <a:off x="6357938" y="3786188"/>
            <a:ext cx="500062"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000">
                <a:solidFill>
                  <a:schemeClr val="tx1"/>
                </a:solidFill>
                <a:latin typeface="Arial" charset="0"/>
                <a:ea typeface="宋体" pitchFamily="2" charset="-122"/>
              </a:defRPr>
            </a:lvl1pPr>
            <a:lvl2pPr marL="742950" indent="-285750" eaLnBrk="0" hangingPunct="0">
              <a:defRPr kumimoji="1" sz="4000">
                <a:solidFill>
                  <a:schemeClr val="tx1"/>
                </a:solidFill>
                <a:latin typeface="Arial" charset="0"/>
                <a:ea typeface="宋体" pitchFamily="2" charset="-122"/>
              </a:defRPr>
            </a:lvl2pPr>
            <a:lvl3pPr marL="1143000" indent="-228600" eaLnBrk="0" hangingPunct="0">
              <a:defRPr kumimoji="1" sz="4000">
                <a:solidFill>
                  <a:schemeClr val="tx1"/>
                </a:solidFill>
                <a:latin typeface="Arial" charset="0"/>
                <a:ea typeface="宋体" pitchFamily="2" charset="-122"/>
              </a:defRPr>
            </a:lvl3pPr>
            <a:lvl4pPr marL="1600200" indent="-228600" eaLnBrk="0" hangingPunct="0">
              <a:defRPr kumimoji="1" sz="4000">
                <a:solidFill>
                  <a:schemeClr val="tx1"/>
                </a:solidFill>
                <a:latin typeface="Arial" charset="0"/>
                <a:ea typeface="宋体" pitchFamily="2" charset="-122"/>
              </a:defRPr>
            </a:lvl4pPr>
            <a:lvl5pPr marL="2057400" indent="-228600" eaLnBrk="0" hangingPunct="0">
              <a:defRPr kumimoji="1" sz="4000">
                <a:solidFill>
                  <a:schemeClr val="tx1"/>
                </a:solidFill>
                <a:latin typeface="Arial" charset="0"/>
                <a:ea typeface="宋体" pitchFamily="2" charset="-122"/>
              </a:defRPr>
            </a:lvl5pPr>
            <a:lvl6pPr marL="2514600" indent="-228600" eaLnBrk="0" fontAlgn="base" hangingPunct="0">
              <a:spcBef>
                <a:spcPct val="0"/>
              </a:spcBef>
              <a:spcAft>
                <a:spcPct val="0"/>
              </a:spcAft>
              <a:defRPr kumimoji="1" sz="4000">
                <a:solidFill>
                  <a:schemeClr val="tx1"/>
                </a:solidFill>
                <a:latin typeface="Arial" charset="0"/>
                <a:ea typeface="宋体" pitchFamily="2" charset="-122"/>
              </a:defRPr>
            </a:lvl6pPr>
            <a:lvl7pPr marL="2971800" indent="-228600" eaLnBrk="0" fontAlgn="base" hangingPunct="0">
              <a:spcBef>
                <a:spcPct val="0"/>
              </a:spcBef>
              <a:spcAft>
                <a:spcPct val="0"/>
              </a:spcAft>
              <a:defRPr kumimoji="1" sz="4000">
                <a:solidFill>
                  <a:schemeClr val="tx1"/>
                </a:solidFill>
                <a:latin typeface="Arial" charset="0"/>
                <a:ea typeface="宋体" pitchFamily="2" charset="-122"/>
              </a:defRPr>
            </a:lvl7pPr>
            <a:lvl8pPr marL="3429000" indent="-228600" eaLnBrk="0" fontAlgn="base" hangingPunct="0">
              <a:spcBef>
                <a:spcPct val="0"/>
              </a:spcBef>
              <a:spcAft>
                <a:spcPct val="0"/>
              </a:spcAft>
              <a:defRPr kumimoji="1" sz="4000">
                <a:solidFill>
                  <a:schemeClr val="tx1"/>
                </a:solidFill>
                <a:latin typeface="Arial" charset="0"/>
                <a:ea typeface="宋体" pitchFamily="2" charset="-122"/>
              </a:defRPr>
            </a:lvl8pPr>
            <a:lvl9pPr marL="3886200" indent="-228600" eaLnBrk="0" fontAlgn="base" hangingPunct="0">
              <a:spcBef>
                <a:spcPct val="0"/>
              </a:spcBef>
              <a:spcAft>
                <a:spcPct val="0"/>
              </a:spcAft>
              <a:defRPr kumimoji="1" sz="4000">
                <a:solidFill>
                  <a:schemeClr val="tx1"/>
                </a:solidFill>
                <a:latin typeface="Arial" charset="0"/>
                <a:ea typeface="宋体" pitchFamily="2" charset="-122"/>
              </a:defRPr>
            </a:lvl9pPr>
          </a:lstStyle>
          <a:p>
            <a:pPr eaLnBrk="1" hangingPunct="1"/>
            <a:r>
              <a:rPr lang="en-US" altLang="zh-CN" sz="3200" b="1">
                <a:solidFill>
                  <a:srgbClr val="0000CC"/>
                </a:solidFill>
              </a:rPr>
              <a:t>5</a:t>
            </a:r>
            <a:endParaRPr lang="zh-CN" altLang="en-US" sz="3200" b="1">
              <a:solidFill>
                <a:srgbClr val="0000CC"/>
              </a:solidFill>
            </a:endParaRPr>
          </a:p>
        </p:txBody>
      </p:sp>
      <p:sp>
        <p:nvSpPr>
          <p:cNvPr id="30" name="TextBox 29"/>
          <p:cNvSpPr txBox="1">
            <a:spLocks noChangeArrowheads="1"/>
          </p:cNvSpPr>
          <p:nvPr/>
        </p:nvSpPr>
        <p:spPr bwMode="auto">
          <a:xfrm>
            <a:off x="7715250" y="3786188"/>
            <a:ext cx="500063"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000">
                <a:solidFill>
                  <a:schemeClr val="tx1"/>
                </a:solidFill>
                <a:latin typeface="Arial" charset="0"/>
                <a:ea typeface="宋体" pitchFamily="2" charset="-122"/>
              </a:defRPr>
            </a:lvl1pPr>
            <a:lvl2pPr marL="742950" indent="-285750" eaLnBrk="0" hangingPunct="0">
              <a:defRPr kumimoji="1" sz="4000">
                <a:solidFill>
                  <a:schemeClr val="tx1"/>
                </a:solidFill>
                <a:latin typeface="Arial" charset="0"/>
                <a:ea typeface="宋体" pitchFamily="2" charset="-122"/>
              </a:defRPr>
            </a:lvl2pPr>
            <a:lvl3pPr marL="1143000" indent="-228600" eaLnBrk="0" hangingPunct="0">
              <a:defRPr kumimoji="1" sz="4000">
                <a:solidFill>
                  <a:schemeClr val="tx1"/>
                </a:solidFill>
                <a:latin typeface="Arial" charset="0"/>
                <a:ea typeface="宋体" pitchFamily="2" charset="-122"/>
              </a:defRPr>
            </a:lvl3pPr>
            <a:lvl4pPr marL="1600200" indent="-228600" eaLnBrk="0" hangingPunct="0">
              <a:defRPr kumimoji="1" sz="4000">
                <a:solidFill>
                  <a:schemeClr val="tx1"/>
                </a:solidFill>
                <a:latin typeface="Arial" charset="0"/>
                <a:ea typeface="宋体" pitchFamily="2" charset="-122"/>
              </a:defRPr>
            </a:lvl4pPr>
            <a:lvl5pPr marL="2057400" indent="-228600" eaLnBrk="0" hangingPunct="0">
              <a:defRPr kumimoji="1" sz="4000">
                <a:solidFill>
                  <a:schemeClr val="tx1"/>
                </a:solidFill>
                <a:latin typeface="Arial" charset="0"/>
                <a:ea typeface="宋体" pitchFamily="2" charset="-122"/>
              </a:defRPr>
            </a:lvl5pPr>
            <a:lvl6pPr marL="2514600" indent="-228600" eaLnBrk="0" fontAlgn="base" hangingPunct="0">
              <a:spcBef>
                <a:spcPct val="0"/>
              </a:spcBef>
              <a:spcAft>
                <a:spcPct val="0"/>
              </a:spcAft>
              <a:defRPr kumimoji="1" sz="4000">
                <a:solidFill>
                  <a:schemeClr val="tx1"/>
                </a:solidFill>
                <a:latin typeface="Arial" charset="0"/>
                <a:ea typeface="宋体" pitchFamily="2" charset="-122"/>
              </a:defRPr>
            </a:lvl6pPr>
            <a:lvl7pPr marL="2971800" indent="-228600" eaLnBrk="0" fontAlgn="base" hangingPunct="0">
              <a:spcBef>
                <a:spcPct val="0"/>
              </a:spcBef>
              <a:spcAft>
                <a:spcPct val="0"/>
              </a:spcAft>
              <a:defRPr kumimoji="1" sz="4000">
                <a:solidFill>
                  <a:schemeClr val="tx1"/>
                </a:solidFill>
                <a:latin typeface="Arial" charset="0"/>
                <a:ea typeface="宋体" pitchFamily="2" charset="-122"/>
              </a:defRPr>
            </a:lvl7pPr>
            <a:lvl8pPr marL="3429000" indent="-228600" eaLnBrk="0" fontAlgn="base" hangingPunct="0">
              <a:spcBef>
                <a:spcPct val="0"/>
              </a:spcBef>
              <a:spcAft>
                <a:spcPct val="0"/>
              </a:spcAft>
              <a:defRPr kumimoji="1" sz="4000">
                <a:solidFill>
                  <a:schemeClr val="tx1"/>
                </a:solidFill>
                <a:latin typeface="Arial" charset="0"/>
                <a:ea typeface="宋体" pitchFamily="2" charset="-122"/>
              </a:defRPr>
            </a:lvl8pPr>
            <a:lvl9pPr marL="3886200" indent="-228600" eaLnBrk="0" fontAlgn="base" hangingPunct="0">
              <a:spcBef>
                <a:spcPct val="0"/>
              </a:spcBef>
              <a:spcAft>
                <a:spcPct val="0"/>
              </a:spcAft>
              <a:defRPr kumimoji="1" sz="4000">
                <a:solidFill>
                  <a:schemeClr val="tx1"/>
                </a:solidFill>
                <a:latin typeface="Arial" charset="0"/>
                <a:ea typeface="宋体" pitchFamily="2" charset="-122"/>
              </a:defRPr>
            </a:lvl9pPr>
          </a:lstStyle>
          <a:p>
            <a:pPr eaLnBrk="1" hangingPunct="1"/>
            <a:r>
              <a:rPr lang="en-US" altLang="zh-CN" sz="3200" b="1">
                <a:solidFill>
                  <a:srgbClr val="0000CC"/>
                </a:solidFill>
              </a:rPr>
              <a:t>9</a:t>
            </a:r>
            <a:endParaRPr lang="zh-CN" altLang="en-US" sz="3200" b="1">
              <a:solidFill>
                <a:srgbClr val="0000CC"/>
              </a:solidFill>
            </a:endParaRPr>
          </a:p>
        </p:txBody>
      </p:sp>
      <p:sp>
        <p:nvSpPr>
          <p:cNvPr id="39" name="矩形 38"/>
          <p:cNvSpPr>
            <a:spLocks noChangeArrowheads="1"/>
          </p:cNvSpPr>
          <p:nvPr/>
        </p:nvSpPr>
        <p:spPr bwMode="auto">
          <a:xfrm>
            <a:off x="6215063" y="5000625"/>
            <a:ext cx="714375" cy="714375"/>
          </a:xfrm>
          <a:prstGeom prst="rect">
            <a:avLst/>
          </a:prstGeom>
          <a:solidFill>
            <a:schemeClr val="accent1"/>
          </a:solidFill>
          <a:ln w="38100" algn="ctr">
            <a:solidFill>
              <a:schemeClr val="tx1"/>
            </a:solidFill>
            <a:miter lim="800000"/>
            <a:headEnd/>
            <a:tailEnd/>
          </a:ln>
        </p:spPr>
        <p:txBody>
          <a:bodyPr wrap="none"/>
          <a:lstStyle/>
          <a:p>
            <a:endParaRPr lang="zh-CN" altLang="en-US"/>
          </a:p>
        </p:txBody>
      </p:sp>
      <p:sp>
        <p:nvSpPr>
          <p:cNvPr id="40" name="矩形 39"/>
          <p:cNvSpPr>
            <a:spLocks noChangeArrowheads="1"/>
          </p:cNvSpPr>
          <p:nvPr/>
        </p:nvSpPr>
        <p:spPr bwMode="auto">
          <a:xfrm>
            <a:off x="7572375" y="5000625"/>
            <a:ext cx="714375" cy="714375"/>
          </a:xfrm>
          <a:prstGeom prst="rect">
            <a:avLst/>
          </a:prstGeom>
          <a:solidFill>
            <a:schemeClr val="accent1"/>
          </a:solidFill>
          <a:ln w="38100" algn="ctr">
            <a:solidFill>
              <a:schemeClr val="tx1"/>
            </a:solidFill>
            <a:miter lim="800000"/>
            <a:headEnd/>
            <a:tailEnd/>
          </a:ln>
        </p:spPr>
        <p:txBody>
          <a:bodyPr wrap="none"/>
          <a:lstStyle/>
          <a:p>
            <a:endParaRPr lang="zh-CN" altLang="en-US"/>
          </a:p>
        </p:txBody>
      </p:sp>
      <p:sp>
        <p:nvSpPr>
          <p:cNvPr id="41" name="TextBox 40"/>
          <p:cNvSpPr txBox="1">
            <a:spLocks noChangeArrowheads="1"/>
          </p:cNvSpPr>
          <p:nvPr/>
        </p:nvSpPr>
        <p:spPr bwMode="auto">
          <a:xfrm>
            <a:off x="6357938" y="5643563"/>
            <a:ext cx="500062"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000">
                <a:solidFill>
                  <a:schemeClr val="tx1"/>
                </a:solidFill>
                <a:latin typeface="Arial" charset="0"/>
                <a:ea typeface="宋体" pitchFamily="2" charset="-122"/>
              </a:defRPr>
            </a:lvl1pPr>
            <a:lvl2pPr marL="742950" indent="-285750" eaLnBrk="0" hangingPunct="0">
              <a:defRPr kumimoji="1" sz="4000">
                <a:solidFill>
                  <a:schemeClr val="tx1"/>
                </a:solidFill>
                <a:latin typeface="Arial" charset="0"/>
                <a:ea typeface="宋体" pitchFamily="2" charset="-122"/>
              </a:defRPr>
            </a:lvl2pPr>
            <a:lvl3pPr marL="1143000" indent="-228600" eaLnBrk="0" hangingPunct="0">
              <a:defRPr kumimoji="1" sz="4000">
                <a:solidFill>
                  <a:schemeClr val="tx1"/>
                </a:solidFill>
                <a:latin typeface="Arial" charset="0"/>
                <a:ea typeface="宋体" pitchFamily="2" charset="-122"/>
              </a:defRPr>
            </a:lvl3pPr>
            <a:lvl4pPr marL="1600200" indent="-228600" eaLnBrk="0" hangingPunct="0">
              <a:defRPr kumimoji="1" sz="4000">
                <a:solidFill>
                  <a:schemeClr val="tx1"/>
                </a:solidFill>
                <a:latin typeface="Arial" charset="0"/>
                <a:ea typeface="宋体" pitchFamily="2" charset="-122"/>
              </a:defRPr>
            </a:lvl4pPr>
            <a:lvl5pPr marL="2057400" indent="-228600" eaLnBrk="0" hangingPunct="0">
              <a:defRPr kumimoji="1" sz="4000">
                <a:solidFill>
                  <a:schemeClr val="tx1"/>
                </a:solidFill>
                <a:latin typeface="Arial" charset="0"/>
                <a:ea typeface="宋体" pitchFamily="2" charset="-122"/>
              </a:defRPr>
            </a:lvl5pPr>
            <a:lvl6pPr marL="2514600" indent="-228600" eaLnBrk="0" fontAlgn="base" hangingPunct="0">
              <a:spcBef>
                <a:spcPct val="0"/>
              </a:spcBef>
              <a:spcAft>
                <a:spcPct val="0"/>
              </a:spcAft>
              <a:defRPr kumimoji="1" sz="4000">
                <a:solidFill>
                  <a:schemeClr val="tx1"/>
                </a:solidFill>
                <a:latin typeface="Arial" charset="0"/>
                <a:ea typeface="宋体" pitchFamily="2" charset="-122"/>
              </a:defRPr>
            </a:lvl6pPr>
            <a:lvl7pPr marL="2971800" indent="-228600" eaLnBrk="0" fontAlgn="base" hangingPunct="0">
              <a:spcBef>
                <a:spcPct val="0"/>
              </a:spcBef>
              <a:spcAft>
                <a:spcPct val="0"/>
              </a:spcAft>
              <a:defRPr kumimoji="1" sz="4000">
                <a:solidFill>
                  <a:schemeClr val="tx1"/>
                </a:solidFill>
                <a:latin typeface="Arial" charset="0"/>
                <a:ea typeface="宋体" pitchFamily="2" charset="-122"/>
              </a:defRPr>
            </a:lvl7pPr>
            <a:lvl8pPr marL="3429000" indent="-228600" eaLnBrk="0" fontAlgn="base" hangingPunct="0">
              <a:spcBef>
                <a:spcPct val="0"/>
              </a:spcBef>
              <a:spcAft>
                <a:spcPct val="0"/>
              </a:spcAft>
              <a:defRPr kumimoji="1" sz="4000">
                <a:solidFill>
                  <a:schemeClr val="tx1"/>
                </a:solidFill>
                <a:latin typeface="Arial" charset="0"/>
                <a:ea typeface="宋体" pitchFamily="2" charset="-122"/>
              </a:defRPr>
            </a:lvl8pPr>
            <a:lvl9pPr marL="3886200" indent="-228600" eaLnBrk="0" fontAlgn="base" hangingPunct="0">
              <a:spcBef>
                <a:spcPct val="0"/>
              </a:spcBef>
              <a:spcAft>
                <a:spcPct val="0"/>
              </a:spcAft>
              <a:defRPr kumimoji="1" sz="4000">
                <a:solidFill>
                  <a:schemeClr val="tx1"/>
                </a:solidFill>
                <a:latin typeface="Arial" charset="0"/>
                <a:ea typeface="宋体" pitchFamily="2" charset="-122"/>
              </a:defRPr>
            </a:lvl9pPr>
          </a:lstStyle>
          <a:p>
            <a:pPr eaLnBrk="1" hangingPunct="1"/>
            <a:r>
              <a:rPr lang="en-US" altLang="zh-CN" sz="3200">
                <a:solidFill>
                  <a:srgbClr val="FF0000"/>
                </a:solidFill>
              </a:rPr>
              <a:t>x</a:t>
            </a:r>
            <a:endParaRPr lang="zh-CN" altLang="en-US" sz="3200">
              <a:solidFill>
                <a:srgbClr val="FF0000"/>
              </a:solidFill>
            </a:endParaRPr>
          </a:p>
        </p:txBody>
      </p:sp>
      <p:sp>
        <p:nvSpPr>
          <p:cNvPr id="42" name="TextBox 41"/>
          <p:cNvSpPr txBox="1">
            <a:spLocks noChangeArrowheads="1"/>
          </p:cNvSpPr>
          <p:nvPr/>
        </p:nvSpPr>
        <p:spPr bwMode="auto">
          <a:xfrm>
            <a:off x="7715250" y="5643563"/>
            <a:ext cx="500063"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000">
                <a:solidFill>
                  <a:schemeClr val="tx1"/>
                </a:solidFill>
                <a:latin typeface="Arial" charset="0"/>
                <a:ea typeface="宋体" pitchFamily="2" charset="-122"/>
              </a:defRPr>
            </a:lvl1pPr>
            <a:lvl2pPr marL="742950" indent="-285750" eaLnBrk="0" hangingPunct="0">
              <a:defRPr kumimoji="1" sz="4000">
                <a:solidFill>
                  <a:schemeClr val="tx1"/>
                </a:solidFill>
                <a:latin typeface="Arial" charset="0"/>
                <a:ea typeface="宋体" pitchFamily="2" charset="-122"/>
              </a:defRPr>
            </a:lvl2pPr>
            <a:lvl3pPr marL="1143000" indent="-228600" eaLnBrk="0" hangingPunct="0">
              <a:defRPr kumimoji="1" sz="4000">
                <a:solidFill>
                  <a:schemeClr val="tx1"/>
                </a:solidFill>
                <a:latin typeface="Arial" charset="0"/>
                <a:ea typeface="宋体" pitchFamily="2" charset="-122"/>
              </a:defRPr>
            </a:lvl3pPr>
            <a:lvl4pPr marL="1600200" indent="-228600" eaLnBrk="0" hangingPunct="0">
              <a:defRPr kumimoji="1" sz="4000">
                <a:solidFill>
                  <a:schemeClr val="tx1"/>
                </a:solidFill>
                <a:latin typeface="Arial" charset="0"/>
                <a:ea typeface="宋体" pitchFamily="2" charset="-122"/>
              </a:defRPr>
            </a:lvl4pPr>
            <a:lvl5pPr marL="2057400" indent="-228600" eaLnBrk="0" hangingPunct="0">
              <a:defRPr kumimoji="1" sz="4000">
                <a:solidFill>
                  <a:schemeClr val="tx1"/>
                </a:solidFill>
                <a:latin typeface="Arial" charset="0"/>
                <a:ea typeface="宋体" pitchFamily="2" charset="-122"/>
              </a:defRPr>
            </a:lvl5pPr>
            <a:lvl6pPr marL="2514600" indent="-228600" eaLnBrk="0" fontAlgn="base" hangingPunct="0">
              <a:spcBef>
                <a:spcPct val="0"/>
              </a:spcBef>
              <a:spcAft>
                <a:spcPct val="0"/>
              </a:spcAft>
              <a:defRPr kumimoji="1" sz="4000">
                <a:solidFill>
                  <a:schemeClr val="tx1"/>
                </a:solidFill>
                <a:latin typeface="Arial" charset="0"/>
                <a:ea typeface="宋体" pitchFamily="2" charset="-122"/>
              </a:defRPr>
            </a:lvl6pPr>
            <a:lvl7pPr marL="2971800" indent="-228600" eaLnBrk="0" fontAlgn="base" hangingPunct="0">
              <a:spcBef>
                <a:spcPct val="0"/>
              </a:spcBef>
              <a:spcAft>
                <a:spcPct val="0"/>
              </a:spcAft>
              <a:defRPr kumimoji="1" sz="4000">
                <a:solidFill>
                  <a:schemeClr val="tx1"/>
                </a:solidFill>
                <a:latin typeface="Arial" charset="0"/>
                <a:ea typeface="宋体" pitchFamily="2" charset="-122"/>
              </a:defRPr>
            </a:lvl7pPr>
            <a:lvl8pPr marL="3429000" indent="-228600" eaLnBrk="0" fontAlgn="base" hangingPunct="0">
              <a:spcBef>
                <a:spcPct val="0"/>
              </a:spcBef>
              <a:spcAft>
                <a:spcPct val="0"/>
              </a:spcAft>
              <a:defRPr kumimoji="1" sz="4000">
                <a:solidFill>
                  <a:schemeClr val="tx1"/>
                </a:solidFill>
                <a:latin typeface="Arial" charset="0"/>
                <a:ea typeface="宋体" pitchFamily="2" charset="-122"/>
              </a:defRPr>
            </a:lvl8pPr>
            <a:lvl9pPr marL="3886200" indent="-228600" eaLnBrk="0" fontAlgn="base" hangingPunct="0">
              <a:spcBef>
                <a:spcPct val="0"/>
              </a:spcBef>
              <a:spcAft>
                <a:spcPct val="0"/>
              </a:spcAft>
              <a:defRPr kumimoji="1" sz="4000">
                <a:solidFill>
                  <a:schemeClr val="tx1"/>
                </a:solidFill>
                <a:latin typeface="Arial" charset="0"/>
                <a:ea typeface="宋体" pitchFamily="2" charset="-122"/>
              </a:defRPr>
            </a:lvl9pPr>
          </a:lstStyle>
          <a:p>
            <a:pPr eaLnBrk="1" hangingPunct="1"/>
            <a:r>
              <a:rPr lang="en-US" altLang="zh-CN" sz="3200">
                <a:solidFill>
                  <a:srgbClr val="FF0000"/>
                </a:solidFill>
              </a:rPr>
              <a:t>y</a:t>
            </a:r>
            <a:endParaRPr lang="zh-CN" altLang="en-US" sz="3200">
              <a:solidFill>
                <a:srgbClr val="FF0000"/>
              </a:solidFill>
            </a:endParaRPr>
          </a:p>
        </p:txBody>
      </p:sp>
      <p:sp>
        <p:nvSpPr>
          <p:cNvPr id="43" name="TextBox 42"/>
          <p:cNvSpPr txBox="1">
            <a:spLocks noChangeArrowheads="1"/>
          </p:cNvSpPr>
          <p:nvPr/>
        </p:nvSpPr>
        <p:spPr bwMode="auto">
          <a:xfrm>
            <a:off x="6357938" y="5072063"/>
            <a:ext cx="500062"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000">
                <a:solidFill>
                  <a:schemeClr val="tx1"/>
                </a:solidFill>
                <a:latin typeface="Arial" charset="0"/>
                <a:ea typeface="宋体" pitchFamily="2" charset="-122"/>
              </a:defRPr>
            </a:lvl1pPr>
            <a:lvl2pPr marL="742950" indent="-285750" eaLnBrk="0" hangingPunct="0">
              <a:defRPr kumimoji="1" sz="4000">
                <a:solidFill>
                  <a:schemeClr val="tx1"/>
                </a:solidFill>
                <a:latin typeface="Arial" charset="0"/>
                <a:ea typeface="宋体" pitchFamily="2" charset="-122"/>
              </a:defRPr>
            </a:lvl2pPr>
            <a:lvl3pPr marL="1143000" indent="-228600" eaLnBrk="0" hangingPunct="0">
              <a:defRPr kumimoji="1" sz="4000">
                <a:solidFill>
                  <a:schemeClr val="tx1"/>
                </a:solidFill>
                <a:latin typeface="Arial" charset="0"/>
                <a:ea typeface="宋体" pitchFamily="2" charset="-122"/>
              </a:defRPr>
            </a:lvl3pPr>
            <a:lvl4pPr marL="1600200" indent="-228600" eaLnBrk="0" hangingPunct="0">
              <a:defRPr kumimoji="1" sz="4000">
                <a:solidFill>
                  <a:schemeClr val="tx1"/>
                </a:solidFill>
                <a:latin typeface="Arial" charset="0"/>
                <a:ea typeface="宋体" pitchFamily="2" charset="-122"/>
              </a:defRPr>
            </a:lvl4pPr>
            <a:lvl5pPr marL="2057400" indent="-228600" eaLnBrk="0" hangingPunct="0">
              <a:defRPr kumimoji="1" sz="4000">
                <a:solidFill>
                  <a:schemeClr val="tx1"/>
                </a:solidFill>
                <a:latin typeface="Arial" charset="0"/>
                <a:ea typeface="宋体" pitchFamily="2" charset="-122"/>
              </a:defRPr>
            </a:lvl5pPr>
            <a:lvl6pPr marL="2514600" indent="-228600" eaLnBrk="0" fontAlgn="base" hangingPunct="0">
              <a:spcBef>
                <a:spcPct val="0"/>
              </a:spcBef>
              <a:spcAft>
                <a:spcPct val="0"/>
              </a:spcAft>
              <a:defRPr kumimoji="1" sz="4000">
                <a:solidFill>
                  <a:schemeClr val="tx1"/>
                </a:solidFill>
                <a:latin typeface="Arial" charset="0"/>
                <a:ea typeface="宋体" pitchFamily="2" charset="-122"/>
              </a:defRPr>
            </a:lvl6pPr>
            <a:lvl7pPr marL="2971800" indent="-228600" eaLnBrk="0" fontAlgn="base" hangingPunct="0">
              <a:spcBef>
                <a:spcPct val="0"/>
              </a:spcBef>
              <a:spcAft>
                <a:spcPct val="0"/>
              </a:spcAft>
              <a:defRPr kumimoji="1" sz="4000">
                <a:solidFill>
                  <a:schemeClr val="tx1"/>
                </a:solidFill>
                <a:latin typeface="Arial" charset="0"/>
                <a:ea typeface="宋体" pitchFamily="2" charset="-122"/>
              </a:defRPr>
            </a:lvl7pPr>
            <a:lvl8pPr marL="3429000" indent="-228600" eaLnBrk="0" fontAlgn="base" hangingPunct="0">
              <a:spcBef>
                <a:spcPct val="0"/>
              </a:spcBef>
              <a:spcAft>
                <a:spcPct val="0"/>
              </a:spcAft>
              <a:defRPr kumimoji="1" sz="4000">
                <a:solidFill>
                  <a:schemeClr val="tx1"/>
                </a:solidFill>
                <a:latin typeface="Arial" charset="0"/>
                <a:ea typeface="宋体" pitchFamily="2" charset="-122"/>
              </a:defRPr>
            </a:lvl8pPr>
            <a:lvl9pPr marL="3886200" indent="-228600" eaLnBrk="0" fontAlgn="base" hangingPunct="0">
              <a:spcBef>
                <a:spcPct val="0"/>
              </a:spcBef>
              <a:spcAft>
                <a:spcPct val="0"/>
              </a:spcAft>
              <a:defRPr kumimoji="1" sz="4000">
                <a:solidFill>
                  <a:schemeClr val="tx1"/>
                </a:solidFill>
                <a:latin typeface="Arial" charset="0"/>
                <a:ea typeface="宋体" pitchFamily="2" charset="-122"/>
              </a:defRPr>
            </a:lvl9pPr>
          </a:lstStyle>
          <a:p>
            <a:pPr eaLnBrk="1" hangingPunct="1"/>
            <a:r>
              <a:rPr lang="en-US" altLang="zh-CN" sz="3200" b="1">
                <a:solidFill>
                  <a:srgbClr val="0000CC"/>
                </a:solidFill>
              </a:rPr>
              <a:t>5</a:t>
            </a:r>
            <a:endParaRPr lang="zh-CN" altLang="en-US" sz="3200" b="1">
              <a:solidFill>
                <a:srgbClr val="0000CC"/>
              </a:solidFill>
            </a:endParaRPr>
          </a:p>
        </p:txBody>
      </p:sp>
      <p:sp>
        <p:nvSpPr>
          <p:cNvPr id="44" name="TextBox 43"/>
          <p:cNvSpPr txBox="1">
            <a:spLocks noChangeArrowheads="1"/>
          </p:cNvSpPr>
          <p:nvPr/>
        </p:nvSpPr>
        <p:spPr bwMode="auto">
          <a:xfrm>
            <a:off x="7715250" y="5072063"/>
            <a:ext cx="500063"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000">
                <a:solidFill>
                  <a:schemeClr val="tx1"/>
                </a:solidFill>
                <a:latin typeface="Arial" charset="0"/>
                <a:ea typeface="宋体" pitchFamily="2" charset="-122"/>
              </a:defRPr>
            </a:lvl1pPr>
            <a:lvl2pPr marL="742950" indent="-285750" eaLnBrk="0" hangingPunct="0">
              <a:defRPr kumimoji="1" sz="4000">
                <a:solidFill>
                  <a:schemeClr val="tx1"/>
                </a:solidFill>
                <a:latin typeface="Arial" charset="0"/>
                <a:ea typeface="宋体" pitchFamily="2" charset="-122"/>
              </a:defRPr>
            </a:lvl2pPr>
            <a:lvl3pPr marL="1143000" indent="-228600" eaLnBrk="0" hangingPunct="0">
              <a:defRPr kumimoji="1" sz="4000">
                <a:solidFill>
                  <a:schemeClr val="tx1"/>
                </a:solidFill>
                <a:latin typeface="Arial" charset="0"/>
                <a:ea typeface="宋体" pitchFamily="2" charset="-122"/>
              </a:defRPr>
            </a:lvl3pPr>
            <a:lvl4pPr marL="1600200" indent="-228600" eaLnBrk="0" hangingPunct="0">
              <a:defRPr kumimoji="1" sz="4000">
                <a:solidFill>
                  <a:schemeClr val="tx1"/>
                </a:solidFill>
                <a:latin typeface="Arial" charset="0"/>
                <a:ea typeface="宋体" pitchFamily="2" charset="-122"/>
              </a:defRPr>
            </a:lvl4pPr>
            <a:lvl5pPr marL="2057400" indent="-228600" eaLnBrk="0" hangingPunct="0">
              <a:defRPr kumimoji="1" sz="4000">
                <a:solidFill>
                  <a:schemeClr val="tx1"/>
                </a:solidFill>
                <a:latin typeface="Arial" charset="0"/>
                <a:ea typeface="宋体" pitchFamily="2" charset="-122"/>
              </a:defRPr>
            </a:lvl5pPr>
            <a:lvl6pPr marL="2514600" indent="-228600" eaLnBrk="0" fontAlgn="base" hangingPunct="0">
              <a:spcBef>
                <a:spcPct val="0"/>
              </a:spcBef>
              <a:spcAft>
                <a:spcPct val="0"/>
              </a:spcAft>
              <a:defRPr kumimoji="1" sz="4000">
                <a:solidFill>
                  <a:schemeClr val="tx1"/>
                </a:solidFill>
                <a:latin typeface="Arial" charset="0"/>
                <a:ea typeface="宋体" pitchFamily="2" charset="-122"/>
              </a:defRPr>
            </a:lvl6pPr>
            <a:lvl7pPr marL="2971800" indent="-228600" eaLnBrk="0" fontAlgn="base" hangingPunct="0">
              <a:spcBef>
                <a:spcPct val="0"/>
              </a:spcBef>
              <a:spcAft>
                <a:spcPct val="0"/>
              </a:spcAft>
              <a:defRPr kumimoji="1" sz="4000">
                <a:solidFill>
                  <a:schemeClr val="tx1"/>
                </a:solidFill>
                <a:latin typeface="Arial" charset="0"/>
                <a:ea typeface="宋体" pitchFamily="2" charset="-122"/>
              </a:defRPr>
            </a:lvl7pPr>
            <a:lvl8pPr marL="3429000" indent="-228600" eaLnBrk="0" fontAlgn="base" hangingPunct="0">
              <a:spcBef>
                <a:spcPct val="0"/>
              </a:spcBef>
              <a:spcAft>
                <a:spcPct val="0"/>
              </a:spcAft>
              <a:defRPr kumimoji="1" sz="4000">
                <a:solidFill>
                  <a:schemeClr val="tx1"/>
                </a:solidFill>
                <a:latin typeface="Arial" charset="0"/>
                <a:ea typeface="宋体" pitchFamily="2" charset="-122"/>
              </a:defRPr>
            </a:lvl8pPr>
            <a:lvl9pPr marL="3886200" indent="-228600" eaLnBrk="0" fontAlgn="base" hangingPunct="0">
              <a:spcBef>
                <a:spcPct val="0"/>
              </a:spcBef>
              <a:spcAft>
                <a:spcPct val="0"/>
              </a:spcAft>
              <a:defRPr kumimoji="1" sz="4000">
                <a:solidFill>
                  <a:schemeClr val="tx1"/>
                </a:solidFill>
                <a:latin typeface="Arial" charset="0"/>
                <a:ea typeface="宋体" pitchFamily="2" charset="-122"/>
              </a:defRPr>
            </a:lvl9pPr>
          </a:lstStyle>
          <a:p>
            <a:pPr eaLnBrk="1" hangingPunct="1"/>
            <a:r>
              <a:rPr lang="en-US" altLang="zh-CN" sz="3200" b="1">
                <a:solidFill>
                  <a:srgbClr val="0000CC"/>
                </a:solidFill>
              </a:rPr>
              <a:t>9</a:t>
            </a:r>
            <a:endParaRPr lang="zh-CN" altLang="en-US" sz="3200" b="1">
              <a:solidFill>
                <a:srgbClr val="0000CC"/>
              </a:solidFill>
            </a:endParaRPr>
          </a:p>
        </p:txBody>
      </p:sp>
      <p:cxnSp>
        <p:nvCxnSpPr>
          <p:cNvPr id="45" name="直接箭头连接符 44"/>
          <p:cNvCxnSpPr>
            <a:cxnSpLocks noChangeShapeType="1"/>
            <a:stCxn id="21" idx="2"/>
            <a:endCxn id="39" idx="0"/>
          </p:cNvCxnSpPr>
          <p:nvPr/>
        </p:nvCxnSpPr>
        <p:spPr bwMode="auto">
          <a:xfrm rot="5400000">
            <a:off x="6287294" y="4715669"/>
            <a:ext cx="571500" cy="1588"/>
          </a:xfrm>
          <a:prstGeom prst="straightConnector1">
            <a:avLst/>
          </a:prstGeom>
          <a:noFill/>
          <a:ln w="38100" algn="ctr">
            <a:solidFill>
              <a:srgbClr val="FF0000"/>
            </a:solidFill>
            <a:miter lim="800000"/>
            <a:headEnd/>
            <a:tailEnd type="arrow" w="med" len="med"/>
          </a:ln>
          <a:extLst>
            <a:ext uri="{909E8E84-426E-40DD-AFC4-6F175D3DCCD1}">
              <a14:hiddenFill xmlns:a14="http://schemas.microsoft.com/office/drawing/2010/main">
                <a:noFill/>
              </a14:hiddenFill>
            </a:ext>
          </a:extLst>
        </p:spPr>
      </p:cxnSp>
      <p:cxnSp>
        <p:nvCxnSpPr>
          <p:cNvPr id="48" name="直接箭头连接符 47"/>
          <p:cNvCxnSpPr>
            <a:cxnSpLocks noChangeShapeType="1"/>
          </p:cNvCxnSpPr>
          <p:nvPr/>
        </p:nvCxnSpPr>
        <p:spPr bwMode="auto">
          <a:xfrm rot="5400000">
            <a:off x="7644607" y="4714081"/>
            <a:ext cx="571500" cy="1587"/>
          </a:xfrm>
          <a:prstGeom prst="straightConnector1">
            <a:avLst/>
          </a:prstGeom>
          <a:noFill/>
          <a:ln w="38100" algn="ctr">
            <a:solidFill>
              <a:srgbClr val="FF0000"/>
            </a:solidFill>
            <a:miter lim="800000"/>
            <a:headEnd/>
            <a:tailEnd type="arrow" w="med" len="med"/>
          </a:ln>
          <a:extLst>
            <a:ext uri="{909E8E84-426E-40DD-AFC4-6F175D3DCCD1}">
              <a14:hiddenFill xmlns:a14="http://schemas.microsoft.com/office/drawing/2010/main">
                <a:noFill/>
              </a14:hiddenFill>
            </a:ext>
          </a:extLst>
        </p:spPr>
      </p:cxnSp>
      <p:sp>
        <p:nvSpPr>
          <p:cNvPr id="49" name="矩形 48"/>
          <p:cNvSpPr>
            <a:spLocks noChangeArrowheads="1"/>
          </p:cNvSpPr>
          <p:nvPr/>
        </p:nvSpPr>
        <p:spPr bwMode="auto">
          <a:xfrm>
            <a:off x="539552" y="5268119"/>
            <a:ext cx="4532511" cy="446881"/>
          </a:xfrm>
          <a:prstGeom prst="rect">
            <a:avLst/>
          </a:prstGeom>
          <a:noFill/>
          <a:ln w="38100" algn="ctr">
            <a:solidFill>
              <a:srgbClr val="9D138D"/>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50" name="TextBox 49"/>
          <p:cNvSpPr txBox="1">
            <a:spLocks noChangeArrowheads="1"/>
          </p:cNvSpPr>
          <p:nvPr/>
        </p:nvSpPr>
        <p:spPr bwMode="auto">
          <a:xfrm>
            <a:off x="6319838" y="5118100"/>
            <a:ext cx="500062" cy="492125"/>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4000">
                <a:solidFill>
                  <a:schemeClr val="tx1"/>
                </a:solidFill>
                <a:latin typeface="Arial" charset="0"/>
                <a:ea typeface="宋体" pitchFamily="2" charset="-122"/>
              </a:defRPr>
            </a:lvl1pPr>
            <a:lvl2pPr marL="742950" indent="-285750" eaLnBrk="0" hangingPunct="0">
              <a:defRPr kumimoji="1" sz="4000">
                <a:solidFill>
                  <a:schemeClr val="tx1"/>
                </a:solidFill>
                <a:latin typeface="Arial" charset="0"/>
                <a:ea typeface="宋体" pitchFamily="2" charset="-122"/>
              </a:defRPr>
            </a:lvl2pPr>
            <a:lvl3pPr marL="1143000" indent="-228600" eaLnBrk="0" hangingPunct="0">
              <a:defRPr kumimoji="1" sz="4000">
                <a:solidFill>
                  <a:schemeClr val="tx1"/>
                </a:solidFill>
                <a:latin typeface="Arial" charset="0"/>
                <a:ea typeface="宋体" pitchFamily="2" charset="-122"/>
              </a:defRPr>
            </a:lvl3pPr>
            <a:lvl4pPr marL="1600200" indent="-228600" eaLnBrk="0" hangingPunct="0">
              <a:defRPr kumimoji="1" sz="4000">
                <a:solidFill>
                  <a:schemeClr val="tx1"/>
                </a:solidFill>
                <a:latin typeface="Arial" charset="0"/>
                <a:ea typeface="宋体" pitchFamily="2" charset="-122"/>
              </a:defRPr>
            </a:lvl4pPr>
            <a:lvl5pPr marL="2057400" indent="-228600" eaLnBrk="0" hangingPunct="0">
              <a:defRPr kumimoji="1" sz="4000">
                <a:solidFill>
                  <a:schemeClr val="tx1"/>
                </a:solidFill>
                <a:latin typeface="Arial" charset="0"/>
                <a:ea typeface="宋体" pitchFamily="2" charset="-122"/>
              </a:defRPr>
            </a:lvl5pPr>
            <a:lvl6pPr marL="2514600" indent="-228600" eaLnBrk="0" fontAlgn="base" hangingPunct="0">
              <a:spcBef>
                <a:spcPct val="0"/>
              </a:spcBef>
              <a:spcAft>
                <a:spcPct val="0"/>
              </a:spcAft>
              <a:defRPr kumimoji="1" sz="4000">
                <a:solidFill>
                  <a:schemeClr val="tx1"/>
                </a:solidFill>
                <a:latin typeface="Arial" charset="0"/>
                <a:ea typeface="宋体" pitchFamily="2" charset="-122"/>
              </a:defRPr>
            </a:lvl6pPr>
            <a:lvl7pPr marL="2971800" indent="-228600" eaLnBrk="0" fontAlgn="base" hangingPunct="0">
              <a:spcBef>
                <a:spcPct val="0"/>
              </a:spcBef>
              <a:spcAft>
                <a:spcPct val="0"/>
              </a:spcAft>
              <a:defRPr kumimoji="1" sz="4000">
                <a:solidFill>
                  <a:schemeClr val="tx1"/>
                </a:solidFill>
                <a:latin typeface="Arial" charset="0"/>
                <a:ea typeface="宋体" pitchFamily="2" charset="-122"/>
              </a:defRPr>
            </a:lvl7pPr>
            <a:lvl8pPr marL="3429000" indent="-228600" eaLnBrk="0" fontAlgn="base" hangingPunct="0">
              <a:spcBef>
                <a:spcPct val="0"/>
              </a:spcBef>
              <a:spcAft>
                <a:spcPct val="0"/>
              </a:spcAft>
              <a:defRPr kumimoji="1" sz="4000">
                <a:solidFill>
                  <a:schemeClr val="tx1"/>
                </a:solidFill>
                <a:latin typeface="Arial" charset="0"/>
                <a:ea typeface="宋体" pitchFamily="2" charset="-122"/>
              </a:defRPr>
            </a:lvl8pPr>
            <a:lvl9pPr marL="3886200" indent="-228600" eaLnBrk="0" fontAlgn="base" hangingPunct="0">
              <a:spcBef>
                <a:spcPct val="0"/>
              </a:spcBef>
              <a:spcAft>
                <a:spcPct val="0"/>
              </a:spcAft>
              <a:defRPr kumimoji="1" sz="4000">
                <a:solidFill>
                  <a:schemeClr val="tx1"/>
                </a:solidFill>
                <a:latin typeface="Arial" charset="0"/>
                <a:ea typeface="宋体" pitchFamily="2" charset="-122"/>
              </a:defRPr>
            </a:lvl9pPr>
          </a:lstStyle>
          <a:p>
            <a:pPr algn="ctr" eaLnBrk="1" hangingPunct="1"/>
            <a:r>
              <a:rPr lang="en-US" altLang="zh-CN" sz="3200" b="1">
                <a:solidFill>
                  <a:srgbClr val="9D138D"/>
                </a:solidFill>
              </a:rPr>
              <a:t>9</a:t>
            </a:r>
            <a:endParaRPr lang="zh-CN" altLang="en-US" sz="3200" b="1">
              <a:solidFill>
                <a:srgbClr val="9D138D"/>
              </a:solidFill>
            </a:endParaRPr>
          </a:p>
        </p:txBody>
      </p:sp>
      <p:sp>
        <p:nvSpPr>
          <p:cNvPr id="51" name="TextBox 50"/>
          <p:cNvSpPr txBox="1">
            <a:spLocks noChangeArrowheads="1"/>
          </p:cNvSpPr>
          <p:nvPr/>
        </p:nvSpPr>
        <p:spPr bwMode="auto">
          <a:xfrm>
            <a:off x="7677150" y="5097463"/>
            <a:ext cx="500063" cy="492125"/>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4000">
                <a:solidFill>
                  <a:schemeClr val="tx1"/>
                </a:solidFill>
                <a:latin typeface="Arial" charset="0"/>
                <a:ea typeface="宋体" pitchFamily="2" charset="-122"/>
              </a:defRPr>
            </a:lvl1pPr>
            <a:lvl2pPr marL="742950" indent="-285750" eaLnBrk="0" hangingPunct="0">
              <a:defRPr kumimoji="1" sz="4000">
                <a:solidFill>
                  <a:schemeClr val="tx1"/>
                </a:solidFill>
                <a:latin typeface="Arial" charset="0"/>
                <a:ea typeface="宋体" pitchFamily="2" charset="-122"/>
              </a:defRPr>
            </a:lvl2pPr>
            <a:lvl3pPr marL="1143000" indent="-228600" eaLnBrk="0" hangingPunct="0">
              <a:defRPr kumimoji="1" sz="4000">
                <a:solidFill>
                  <a:schemeClr val="tx1"/>
                </a:solidFill>
                <a:latin typeface="Arial" charset="0"/>
                <a:ea typeface="宋体" pitchFamily="2" charset="-122"/>
              </a:defRPr>
            </a:lvl3pPr>
            <a:lvl4pPr marL="1600200" indent="-228600" eaLnBrk="0" hangingPunct="0">
              <a:defRPr kumimoji="1" sz="4000">
                <a:solidFill>
                  <a:schemeClr val="tx1"/>
                </a:solidFill>
                <a:latin typeface="Arial" charset="0"/>
                <a:ea typeface="宋体" pitchFamily="2" charset="-122"/>
              </a:defRPr>
            </a:lvl4pPr>
            <a:lvl5pPr marL="2057400" indent="-228600" eaLnBrk="0" hangingPunct="0">
              <a:defRPr kumimoji="1" sz="4000">
                <a:solidFill>
                  <a:schemeClr val="tx1"/>
                </a:solidFill>
                <a:latin typeface="Arial" charset="0"/>
                <a:ea typeface="宋体" pitchFamily="2" charset="-122"/>
              </a:defRPr>
            </a:lvl5pPr>
            <a:lvl6pPr marL="2514600" indent="-228600" eaLnBrk="0" fontAlgn="base" hangingPunct="0">
              <a:spcBef>
                <a:spcPct val="0"/>
              </a:spcBef>
              <a:spcAft>
                <a:spcPct val="0"/>
              </a:spcAft>
              <a:defRPr kumimoji="1" sz="4000">
                <a:solidFill>
                  <a:schemeClr val="tx1"/>
                </a:solidFill>
                <a:latin typeface="Arial" charset="0"/>
                <a:ea typeface="宋体" pitchFamily="2" charset="-122"/>
              </a:defRPr>
            </a:lvl6pPr>
            <a:lvl7pPr marL="2971800" indent="-228600" eaLnBrk="0" fontAlgn="base" hangingPunct="0">
              <a:spcBef>
                <a:spcPct val="0"/>
              </a:spcBef>
              <a:spcAft>
                <a:spcPct val="0"/>
              </a:spcAft>
              <a:defRPr kumimoji="1" sz="4000">
                <a:solidFill>
                  <a:schemeClr val="tx1"/>
                </a:solidFill>
                <a:latin typeface="Arial" charset="0"/>
                <a:ea typeface="宋体" pitchFamily="2" charset="-122"/>
              </a:defRPr>
            </a:lvl7pPr>
            <a:lvl8pPr marL="3429000" indent="-228600" eaLnBrk="0" fontAlgn="base" hangingPunct="0">
              <a:spcBef>
                <a:spcPct val="0"/>
              </a:spcBef>
              <a:spcAft>
                <a:spcPct val="0"/>
              </a:spcAft>
              <a:defRPr kumimoji="1" sz="4000">
                <a:solidFill>
                  <a:schemeClr val="tx1"/>
                </a:solidFill>
                <a:latin typeface="Arial" charset="0"/>
                <a:ea typeface="宋体" pitchFamily="2" charset="-122"/>
              </a:defRPr>
            </a:lvl8pPr>
            <a:lvl9pPr marL="3886200" indent="-228600" eaLnBrk="0" fontAlgn="base" hangingPunct="0">
              <a:spcBef>
                <a:spcPct val="0"/>
              </a:spcBef>
              <a:spcAft>
                <a:spcPct val="0"/>
              </a:spcAft>
              <a:defRPr kumimoji="1" sz="4000">
                <a:solidFill>
                  <a:schemeClr val="tx1"/>
                </a:solidFill>
                <a:latin typeface="Arial" charset="0"/>
                <a:ea typeface="宋体" pitchFamily="2" charset="-122"/>
              </a:defRPr>
            </a:lvl9pPr>
          </a:lstStyle>
          <a:p>
            <a:pPr algn="ctr" eaLnBrk="1" hangingPunct="1"/>
            <a:r>
              <a:rPr lang="en-US" altLang="zh-CN" sz="3200" b="1">
                <a:solidFill>
                  <a:srgbClr val="9D138D"/>
                </a:solidFill>
              </a:rPr>
              <a:t>5</a:t>
            </a:r>
            <a:endParaRPr lang="zh-CN" altLang="en-US" sz="3200" b="1">
              <a:solidFill>
                <a:srgbClr val="9D138D"/>
              </a:solidFill>
            </a:endParaRPr>
          </a:p>
        </p:txBody>
      </p:sp>
      <p:sp>
        <p:nvSpPr>
          <p:cNvPr id="52" name="矩形 51"/>
          <p:cNvSpPr>
            <a:spLocks noChangeArrowheads="1"/>
          </p:cNvSpPr>
          <p:nvPr/>
        </p:nvSpPr>
        <p:spPr bwMode="auto">
          <a:xfrm>
            <a:off x="5929313" y="4449763"/>
            <a:ext cx="2428875" cy="1714500"/>
          </a:xfrm>
          <a:prstGeom prst="rect">
            <a:avLst/>
          </a:prstGeom>
          <a:solidFill>
            <a:schemeClr val="accent1"/>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lstStyle/>
          <a:p>
            <a:endParaRPr lang="zh-CN" altLang="en-US"/>
          </a:p>
        </p:txBody>
      </p:sp>
      <p:pic>
        <p:nvPicPr>
          <p:cNvPr id="34838" name="图片 22" descr="Untitled2.png">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429625" y="6143625"/>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5197023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blinds(horizontal)">
                                      <p:cBhvr>
                                        <p:cTn id="7" dur="500"/>
                                        <p:tgtEl>
                                          <p:spTgt spid="2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blinds(horizontal)">
                                      <p:cBhvr>
                                        <p:cTn id="12" dur="500"/>
                                        <p:tgtEl>
                                          <p:spTgt spid="21"/>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22"/>
                                        </p:tgtEl>
                                        <p:attrNameLst>
                                          <p:attrName>style.visibility</p:attrName>
                                        </p:attrNameLst>
                                      </p:cBhvr>
                                      <p:to>
                                        <p:strVal val="visible"/>
                                      </p:to>
                                    </p:set>
                                    <p:animEffect transition="in" filter="blinds(horizontal)">
                                      <p:cBhvr>
                                        <p:cTn id="15" dur="500"/>
                                        <p:tgtEl>
                                          <p:spTgt spid="22"/>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25"/>
                                        </p:tgtEl>
                                        <p:attrNameLst>
                                          <p:attrName>style.visibility</p:attrName>
                                        </p:attrNameLst>
                                      </p:cBhvr>
                                      <p:to>
                                        <p:strVal val="visible"/>
                                      </p:to>
                                    </p:set>
                                    <p:animEffect transition="in" filter="blinds(horizontal)">
                                      <p:cBhvr>
                                        <p:cTn id="18" dur="500"/>
                                        <p:tgtEl>
                                          <p:spTgt spid="25"/>
                                        </p:tgtEl>
                                      </p:cBhvr>
                                    </p:animEffect>
                                  </p:childTnLst>
                                </p:cTn>
                              </p:par>
                              <p:par>
                                <p:cTn id="19" presetID="3" presetClass="entr" presetSubtype="10" fill="hold" grpId="0" nodeType="withEffect">
                                  <p:stCondLst>
                                    <p:cond delay="0"/>
                                  </p:stCondLst>
                                  <p:childTnLst>
                                    <p:set>
                                      <p:cBhvr>
                                        <p:cTn id="20" dur="1" fill="hold">
                                          <p:stCondLst>
                                            <p:cond delay="0"/>
                                          </p:stCondLst>
                                        </p:cTn>
                                        <p:tgtEl>
                                          <p:spTgt spid="26"/>
                                        </p:tgtEl>
                                        <p:attrNameLst>
                                          <p:attrName>style.visibility</p:attrName>
                                        </p:attrNameLst>
                                      </p:cBhvr>
                                      <p:to>
                                        <p:strVal val="visible"/>
                                      </p:to>
                                    </p:set>
                                    <p:animEffect transition="in" filter="blinds(horizontal)">
                                      <p:cBhvr>
                                        <p:cTn id="21" dur="500"/>
                                        <p:tgtEl>
                                          <p:spTgt spid="26"/>
                                        </p:tgtEl>
                                      </p:cBhvr>
                                    </p:animEffect>
                                  </p:childTnLst>
                                </p:cTn>
                              </p:par>
                              <p:par>
                                <p:cTn id="22" presetID="3" presetClass="entr" presetSubtype="10" fill="hold" grpId="0" nodeType="with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blinds(horizontal)">
                                      <p:cBhvr>
                                        <p:cTn id="24" dur="500"/>
                                        <p:tgtEl>
                                          <p:spTgt spid="29"/>
                                        </p:tgtEl>
                                      </p:cBhvr>
                                    </p:animEffect>
                                  </p:childTnLst>
                                </p:cTn>
                              </p:par>
                              <p:par>
                                <p:cTn id="25" presetID="3" presetClass="entr" presetSubtype="10" fill="hold" grpId="0" nodeType="withEffect">
                                  <p:stCondLst>
                                    <p:cond delay="0"/>
                                  </p:stCondLst>
                                  <p:childTnLst>
                                    <p:set>
                                      <p:cBhvr>
                                        <p:cTn id="26" dur="1" fill="hold">
                                          <p:stCondLst>
                                            <p:cond delay="0"/>
                                          </p:stCondLst>
                                        </p:cTn>
                                        <p:tgtEl>
                                          <p:spTgt spid="30"/>
                                        </p:tgtEl>
                                        <p:attrNameLst>
                                          <p:attrName>style.visibility</p:attrName>
                                        </p:attrNameLst>
                                      </p:cBhvr>
                                      <p:to>
                                        <p:strVal val="visible"/>
                                      </p:to>
                                    </p:set>
                                    <p:animEffect transition="in" filter="blinds(horizontal)">
                                      <p:cBhvr>
                                        <p:cTn id="27" dur="500"/>
                                        <p:tgtEl>
                                          <p:spTgt spid="30"/>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9"/>
                                        </p:tgtEl>
                                        <p:attrNameLst>
                                          <p:attrName>style.visibility</p:attrName>
                                        </p:attrNameLst>
                                      </p:cBhvr>
                                      <p:to>
                                        <p:strVal val="visible"/>
                                      </p:to>
                                    </p:set>
                                    <p:animEffect transition="in" filter="blinds(horizontal)">
                                      <p:cBhvr>
                                        <p:cTn id="32" dur="500"/>
                                        <p:tgtEl>
                                          <p:spTgt spid="39"/>
                                        </p:tgtEl>
                                      </p:cBhvr>
                                    </p:animEffect>
                                  </p:childTnLst>
                                </p:cTn>
                              </p:par>
                              <p:par>
                                <p:cTn id="33" presetID="3" presetClass="entr" presetSubtype="10" fill="hold" grpId="0" nodeType="withEffect">
                                  <p:stCondLst>
                                    <p:cond delay="0"/>
                                  </p:stCondLst>
                                  <p:childTnLst>
                                    <p:set>
                                      <p:cBhvr>
                                        <p:cTn id="34" dur="1" fill="hold">
                                          <p:stCondLst>
                                            <p:cond delay="0"/>
                                          </p:stCondLst>
                                        </p:cTn>
                                        <p:tgtEl>
                                          <p:spTgt spid="40"/>
                                        </p:tgtEl>
                                        <p:attrNameLst>
                                          <p:attrName>style.visibility</p:attrName>
                                        </p:attrNameLst>
                                      </p:cBhvr>
                                      <p:to>
                                        <p:strVal val="visible"/>
                                      </p:to>
                                    </p:set>
                                    <p:animEffect transition="in" filter="blinds(horizontal)">
                                      <p:cBhvr>
                                        <p:cTn id="35" dur="500"/>
                                        <p:tgtEl>
                                          <p:spTgt spid="40"/>
                                        </p:tgtEl>
                                      </p:cBhvr>
                                    </p:animEffect>
                                  </p:childTnLst>
                                </p:cTn>
                              </p:par>
                              <p:par>
                                <p:cTn id="36" presetID="3" presetClass="entr" presetSubtype="10" fill="hold" grpId="0" nodeType="withEffect">
                                  <p:stCondLst>
                                    <p:cond delay="0"/>
                                  </p:stCondLst>
                                  <p:childTnLst>
                                    <p:set>
                                      <p:cBhvr>
                                        <p:cTn id="37" dur="1" fill="hold">
                                          <p:stCondLst>
                                            <p:cond delay="0"/>
                                          </p:stCondLst>
                                        </p:cTn>
                                        <p:tgtEl>
                                          <p:spTgt spid="41"/>
                                        </p:tgtEl>
                                        <p:attrNameLst>
                                          <p:attrName>style.visibility</p:attrName>
                                        </p:attrNameLst>
                                      </p:cBhvr>
                                      <p:to>
                                        <p:strVal val="visible"/>
                                      </p:to>
                                    </p:set>
                                    <p:animEffect transition="in" filter="blinds(horizontal)">
                                      <p:cBhvr>
                                        <p:cTn id="38" dur="500"/>
                                        <p:tgtEl>
                                          <p:spTgt spid="41"/>
                                        </p:tgtEl>
                                      </p:cBhvr>
                                    </p:animEffect>
                                  </p:childTnLst>
                                </p:cTn>
                              </p:par>
                              <p:par>
                                <p:cTn id="39" presetID="3" presetClass="entr" presetSubtype="10" fill="hold" grpId="0" nodeType="withEffect">
                                  <p:stCondLst>
                                    <p:cond delay="0"/>
                                  </p:stCondLst>
                                  <p:childTnLst>
                                    <p:set>
                                      <p:cBhvr>
                                        <p:cTn id="40" dur="1" fill="hold">
                                          <p:stCondLst>
                                            <p:cond delay="0"/>
                                          </p:stCondLst>
                                        </p:cTn>
                                        <p:tgtEl>
                                          <p:spTgt spid="42"/>
                                        </p:tgtEl>
                                        <p:attrNameLst>
                                          <p:attrName>style.visibility</p:attrName>
                                        </p:attrNameLst>
                                      </p:cBhvr>
                                      <p:to>
                                        <p:strVal val="visible"/>
                                      </p:to>
                                    </p:set>
                                    <p:animEffect transition="in" filter="blinds(horizontal)">
                                      <p:cBhvr>
                                        <p:cTn id="41" dur="500"/>
                                        <p:tgtEl>
                                          <p:spTgt spid="42"/>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12" presetClass="entr" presetSubtype="1" fill="hold" nodeType="clickEffect">
                                  <p:stCondLst>
                                    <p:cond delay="0"/>
                                  </p:stCondLst>
                                  <p:childTnLst>
                                    <p:set>
                                      <p:cBhvr>
                                        <p:cTn id="45" dur="1" fill="hold">
                                          <p:stCondLst>
                                            <p:cond delay="0"/>
                                          </p:stCondLst>
                                        </p:cTn>
                                        <p:tgtEl>
                                          <p:spTgt spid="45"/>
                                        </p:tgtEl>
                                        <p:attrNameLst>
                                          <p:attrName>style.visibility</p:attrName>
                                        </p:attrNameLst>
                                      </p:cBhvr>
                                      <p:to>
                                        <p:strVal val="visible"/>
                                      </p:to>
                                    </p:set>
                                    <p:animEffect transition="in" filter="slide(fromTop)">
                                      <p:cBhvr>
                                        <p:cTn id="46" dur="500"/>
                                        <p:tgtEl>
                                          <p:spTgt spid="45"/>
                                        </p:tgtEl>
                                      </p:cBhvr>
                                    </p:animEffect>
                                  </p:childTnLst>
                                </p:cTn>
                              </p:par>
                              <p:par>
                                <p:cTn id="47" presetID="12" presetClass="entr" presetSubtype="1" fill="hold" nodeType="withEffect">
                                  <p:stCondLst>
                                    <p:cond delay="0"/>
                                  </p:stCondLst>
                                  <p:childTnLst>
                                    <p:set>
                                      <p:cBhvr>
                                        <p:cTn id="48" dur="1" fill="hold">
                                          <p:stCondLst>
                                            <p:cond delay="0"/>
                                          </p:stCondLst>
                                        </p:cTn>
                                        <p:tgtEl>
                                          <p:spTgt spid="48"/>
                                        </p:tgtEl>
                                        <p:attrNameLst>
                                          <p:attrName>style.visibility</p:attrName>
                                        </p:attrNameLst>
                                      </p:cBhvr>
                                      <p:to>
                                        <p:strVal val="visible"/>
                                      </p:to>
                                    </p:set>
                                    <p:animEffect transition="in" filter="slide(fromTop)">
                                      <p:cBhvr>
                                        <p:cTn id="49" dur="500"/>
                                        <p:tgtEl>
                                          <p:spTgt spid="48"/>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3" presetClass="entr" presetSubtype="10" fill="hold" grpId="0" nodeType="clickEffect">
                                  <p:stCondLst>
                                    <p:cond delay="0"/>
                                  </p:stCondLst>
                                  <p:childTnLst>
                                    <p:set>
                                      <p:cBhvr>
                                        <p:cTn id="53" dur="1" fill="hold">
                                          <p:stCondLst>
                                            <p:cond delay="0"/>
                                          </p:stCondLst>
                                        </p:cTn>
                                        <p:tgtEl>
                                          <p:spTgt spid="43"/>
                                        </p:tgtEl>
                                        <p:attrNameLst>
                                          <p:attrName>style.visibility</p:attrName>
                                        </p:attrNameLst>
                                      </p:cBhvr>
                                      <p:to>
                                        <p:strVal val="visible"/>
                                      </p:to>
                                    </p:set>
                                    <p:animEffect transition="in" filter="blinds(horizontal)">
                                      <p:cBhvr>
                                        <p:cTn id="54" dur="500"/>
                                        <p:tgtEl>
                                          <p:spTgt spid="43"/>
                                        </p:tgtEl>
                                      </p:cBhvr>
                                    </p:animEffect>
                                  </p:childTnLst>
                                </p:cTn>
                              </p:par>
                              <p:par>
                                <p:cTn id="55" presetID="3" presetClass="entr" presetSubtype="10" fill="hold" grpId="0" nodeType="withEffect">
                                  <p:stCondLst>
                                    <p:cond delay="0"/>
                                  </p:stCondLst>
                                  <p:childTnLst>
                                    <p:set>
                                      <p:cBhvr>
                                        <p:cTn id="56" dur="1" fill="hold">
                                          <p:stCondLst>
                                            <p:cond delay="0"/>
                                          </p:stCondLst>
                                        </p:cTn>
                                        <p:tgtEl>
                                          <p:spTgt spid="44"/>
                                        </p:tgtEl>
                                        <p:attrNameLst>
                                          <p:attrName>style.visibility</p:attrName>
                                        </p:attrNameLst>
                                      </p:cBhvr>
                                      <p:to>
                                        <p:strVal val="visible"/>
                                      </p:to>
                                    </p:set>
                                    <p:animEffect transition="in" filter="blinds(horizontal)">
                                      <p:cBhvr>
                                        <p:cTn id="57" dur="500"/>
                                        <p:tgtEl>
                                          <p:spTgt spid="44"/>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49"/>
                                        </p:tgtEl>
                                        <p:attrNameLst>
                                          <p:attrName>style.visibility</p:attrName>
                                        </p:attrNameLst>
                                      </p:cBhvr>
                                      <p:to>
                                        <p:strVal val="visible"/>
                                      </p:to>
                                    </p:set>
                                    <p:animEffect transition="in" filter="blinds(horizontal)">
                                      <p:cBhvr>
                                        <p:cTn id="62" dur="500"/>
                                        <p:tgtEl>
                                          <p:spTgt spid="49"/>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49" presetClass="entr" presetSubtype="0" decel="100000" fill="hold" grpId="0" nodeType="clickEffect">
                                  <p:stCondLst>
                                    <p:cond delay="0"/>
                                  </p:stCondLst>
                                  <p:childTnLst>
                                    <p:set>
                                      <p:cBhvr>
                                        <p:cTn id="66" dur="1" fill="hold">
                                          <p:stCondLst>
                                            <p:cond delay="0"/>
                                          </p:stCondLst>
                                        </p:cTn>
                                        <p:tgtEl>
                                          <p:spTgt spid="50"/>
                                        </p:tgtEl>
                                        <p:attrNameLst>
                                          <p:attrName>style.visibility</p:attrName>
                                        </p:attrNameLst>
                                      </p:cBhvr>
                                      <p:to>
                                        <p:strVal val="visible"/>
                                      </p:to>
                                    </p:set>
                                    <p:anim calcmode="lin" valueType="num">
                                      <p:cBhvr>
                                        <p:cTn id="67" dur="500" fill="hold"/>
                                        <p:tgtEl>
                                          <p:spTgt spid="50"/>
                                        </p:tgtEl>
                                        <p:attrNameLst>
                                          <p:attrName>ppt_w</p:attrName>
                                        </p:attrNameLst>
                                      </p:cBhvr>
                                      <p:tavLst>
                                        <p:tav tm="0">
                                          <p:val>
                                            <p:fltVal val="0"/>
                                          </p:val>
                                        </p:tav>
                                        <p:tav tm="100000">
                                          <p:val>
                                            <p:strVal val="#ppt_w"/>
                                          </p:val>
                                        </p:tav>
                                      </p:tavLst>
                                    </p:anim>
                                    <p:anim calcmode="lin" valueType="num">
                                      <p:cBhvr>
                                        <p:cTn id="68" dur="500" fill="hold"/>
                                        <p:tgtEl>
                                          <p:spTgt spid="50"/>
                                        </p:tgtEl>
                                        <p:attrNameLst>
                                          <p:attrName>ppt_h</p:attrName>
                                        </p:attrNameLst>
                                      </p:cBhvr>
                                      <p:tavLst>
                                        <p:tav tm="0">
                                          <p:val>
                                            <p:fltVal val="0"/>
                                          </p:val>
                                        </p:tav>
                                        <p:tav tm="100000">
                                          <p:val>
                                            <p:strVal val="#ppt_h"/>
                                          </p:val>
                                        </p:tav>
                                      </p:tavLst>
                                    </p:anim>
                                    <p:anim calcmode="lin" valueType="num">
                                      <p:cBhvr>
                                        <p:cTn id="69" dur="500" fill="hold"/>
                                        <p:tgtEl>
                                          <p:spTgt spid="50"/>
                                        </p:tgtEl>
                                        <p:attrNameLst>
                                          <p:attrName>style.rotation</p:attrName>
                                        </p:attrNameLst>
                                      </p:cBhvr>
                                      <p:tavLst>
                                        <p:tav tm="0">
                                          <p:val>
                                            <p:fltVal val="360"/>
                                          </p:val>
                                        </p:tav>
                                        <p:tav tm="100000">
                                          <p:val>
                                            <p:fltVal val="0"/>
                                          </p:val>
                                        </p:tav>
                                      </p:tavLst>
                                    </p:anim>
                                    <p:animEffect transition="in" filter="fade">
                                      <p:cBhvr>
                                        <p:cTn id="70" dur="500"/>
                                        <p:tgtEl>
                                          <p:spTgt spid="50"/>
                                        </p:tgtEl>
                                      </p:cBhvr>
                                    </p:animEffect>
                                  </p:childTnLst>
                                </p:cTn>
                              </p:par>
                            </p:childTnLst>
                          </p:cTn>
                        </p:par>
                      </p:childTnLst>
                    </p:cTn>
                  </p:par>
                  <p:par>
                    <p:cTn id="71" fill="hold" nodeType="clickPar">
                      <p:stCondLst>
                        <p:cond delay="indefinite"/>
                      </p:stCondLst>
                      <p:childTnLst>
                        <p:par>
                          <p:cTn id="72" fill="hold" nodeType="withGroup">
                            <p:stCondLst>
                              <p:cond delay="0"/>
                            </p:stCondLst>
                            <p:childTnLst>
                              <p:par>
                                <p:cTn id="73" presetID="49" presetClass="entr" presetSubtype="0" decel="100000" fill="hold" grpId="0" nodeType="clickEffect">
                                  <p:stCondLst>
                                    <p:cond delay="0"/>
                                  </p:stCondLst>
                                  <p:childTnLst>
                                    <p:set>
                                      <p:cBhvr>
                                        <p:cTn id="74" dur="1" fill="hold">
                                          <p:stCondLst>
                                            <p:cond delay="0"/>
                                          </p:stCondLst>
                                        </p:cTn>
                                        <p:tgtEl>
                                          <p:spTgt spid="51"/>
                                        </p:tgtEl>
                                        <p:attrNameLst>
                                          <p:attrName>style.visibility</p:attrName>
                                        </p:attrNameLst>
                                      </p:cBhvr>
                                      <p:to>
                                        <p:strVal val="visible"/>
                                      </p:to>
                                    </p:set>
                                    <p:anim calcmode="lin" valueType="num">
                                      <p:cBhvr>
                                        <p:cTn id="75" dur="500" fill="hold"/>
                                        <p:tgtEl>
                                          <p:spTgt spid="51"/>
                                        </p:tgtEl>
                                        <p:attrNameLst>
                                          <p:attrName>ppt_w</p:attrName>
                                        </p:attrNameLst>
                                      </p:cBhvr>
                                      <p:tavLst>
                                        <p:tav tm="0">
                                          <p:val>
                                            <p:fltVal val="0"/>
                                          </p:val>
                                        </p:tav>
                                        <p:tav tm="100000">
                                          <p:val>
                                            <p:strVal val="#ppt_w"/>
                                          </p:val>
                                        </p:tav>
                                      </p:tavLst>
                                    </p:anim>
                                    <p:anim calcmode="lin" valueType="num">
                                      <p:cBhvr>
                                        <p:cTn id="76" dur="500" fill="hold"/>
                                        <p:tgtEl>
                                          <p:spTgt spid="51"/>
                                        </p:tgtEl>
                                        <p:attrNameLst>
                                          <p:attrName>ppt_h</p:attrName>
                                        </p:attrNameLst>
                                      </p:cBhvr>
                                      <p:tavLst>
                                        <p:tav tm="0">
                                          <p:val>
                                            <p:fltVal val="0"/>
                                          </p:val>
                                        </p:tav>
                                        <p:tav tm="100000">
                                          <p:val>
                                            <p:strVal val="#ppt_h"/>
                                          </p:val>
                                        </p:tav>
                                      </p:tavLst>
                                    </p:anim>
                                    <p:anim calcmode="lin" valueType="num">
                                      <p:cBhvr>
                                        <p:cTn id="77" dur="500" fill="hold"/>
                                        <p:tgtEl>
                                          <p:spTgt spid="51"/>
                                        </p:tgtEl>
                                        <p:attrNameLst>
                                          <p:attrName>style.rotation</p:attrName>
                                        </p:attrNameLst>
                                      </p:cBhvr>
                                      <p:tavLst>
                                        <p:tav tm="0">
                                          <p:val>
                                            <p:fltVal val="360"/>
                                          </p:val>
                                        </p:tav>
                                        <p:tav tm="100000">
                                          <p:val>
                                            <p:fltVal val="0"/>
                                          </p:val>
                                        </p:tav>
                                      </p:tavLst>
                                    </p:anim>
                                    <p:animEffect transition="in" filter="fade">
                                      <p:cBhvr>
                                        <p:cTn id="78" dur="500"/>
                                        <p:tgtEl>
                                          <p:spTgt spid="51"/>
                                        </p:tgtEl>
                                      </p:cBhvr>
                                    </p:animEffect>
                                  </p:childTnLst>
                                </p:cTn>
                              </p:par>
                            </p:childTnLst>
                          </p:cTn>
                        </p:par>
                      </p:childTnLst>
                    </p:cTn>
                  </p:par>
                  <p:par>
                    <p:cTn id="79" fill="hold" nodeType="clickPar">
                      <p:stCondLst>
                        <p:cond delay="indefinite"/>
                      </p:stCondLst>
                      <p:childTnLst>
                        <p:par>
                          <p:cTn id="80" fill="hold" nodeType="withGroup">
                            <p:stCondLst>
                              <p:cond delay="0"/>
                            </p:stCondLst>
                            <p:childTnLst>
                              <p:par>
                                <p:cTn id="81" presetID="12" presetClass="entr" presetSubtype="4" fill="hold" grpId="0" nodeType="clickEffect">
                                  <p:stCondLst>
                                    <p:cond delay="0"/>
                                  </p:stCondLst>
                                  <p:childTnLst>
                                    <p:set>
                                      <p:cBhvr>
                                        <p:cTn id="82" dur="1" fill="hold">
                                          <p:stCondLst>
                                            <p:cond delay="0"/>
                                          </p:stCondLst>
                                        </p:cTn>
                                        <p:tgtEl>
                                          <p:spTgt spid="52"/>
                                        </p:tgtEl>
                                        <p:attrNameLst>
                                          <p:attrName>style.visibility</p:attrName>
                                        </p:attrNameLst>
                                      </p:cBhvr>
                                      <p:to>
                                        <p:strVal val="visible"/>
                                      </p:to>
                                    </p:set>
                                    <p:animEffect transition="in" filter="slide(fromBottom)">
                                      <p:cBhvr>
                                        <p:cTn id="83" dur="5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animBg="1"/>
      <p:bldP spid="22" grpId="0" animBg="1"/>
      <p:bldP spid="25" grpId="0"/>
      <p:bldP spid="26" grpId="0"/>
      <p:bldP spid="29" grpId="0"/>
      <p:bldP spid="30" grpId="0"/>
      <p:bldP spid="39" grpId="0" animBg="1"/>
      <p:bldP spid="40" grpId="0" animBg="1"/>
      <p:bldP spid="41" grpId="0"/>
      <p:bldP spid="42" grpId="0"/>
      <p:bldP spid="43" grpId="0"/>
      <p:bldP spid="44" grpId="0"/>
      <p:bldP spid="49" grpId="0" animBg="1"/>
      <p:bldP spid="50" grpId="0" animBg="1"/>
      <p:bldP spid="51" grpId="0" animBg="1"/>
      <p:bldP spid="52"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内容占位符 2"/>
          <p:cNvSpPr>
            <a:spLocks noGrp="1"/>
          </p:cNvSpPr>
          <p:nvPr>
            <p:ph idx="1"/>
          </p:nvPr>
        </p:nvSpPr>
        <p:spPr>
          <a:xfrm>
            <a:off x="354007" y="476672"/>
            <a:ext cx="8318500" cy="5481638"/>
          </a:xfrm>
        </p:spPr>
        <p:txBody>
          <a:bodyPr/>
          <a:lstStyle/>
          <a:p>
            <a:r>
              <a:rPr lang="zh-CN" altLang="zh-CN" sz="2800" dirty="0" smtClean="0">
                <a:latin typeface="黑体" pitchFamily="49" charset="-122"/>
                <a:ea typeface="黑体" pitchFamily="49" charset="-122"/>
              </a:rPr>
              <a:t>如果想通过函数调用得到ｎ个要改变的值</a:t>
            </a:r>
            <a:r>
              <a:rPr lang="zh-CN" altLang="en-US" sz="2800" dirty="0" smtClean="0">
                <a:latin typeface="黑体" pitchFamily="49" charset="-122"/>
                <a:ea typeface="黑体" pitchFamily="49" charset="-122"/>
              </a:rPr>
              <a:t>：</a:t>
            </a:r>
            <a:endParaRPr lang="zh-CN" altLang="zh-CN" sz="2800" dirty="0" smtClean="0">
              <a:latin typeface="黑体" pitchFamily="49" charset="-122"/>
              <a:ea typeface="黑体" pitchFamily="49" charset="-122"/>
            </a:endParaRPr>
          </a:p>
          <a:p>
            <a:pPr lvl="1">
              <a:lnSpc>
                <a:spcPct val="100000"/>
              </a:lnSpc>
              <a:buFont typeface="Wingdings" pitchFamily="2" charset="2"/>
              <a:buNone/>
            </a:pPr>
            <a:r>
              <a:rPr lang="zh-CN" altLang="zh-CN" sz="2800" dirty="0" smtClean="0">
                <a:latin typeface="黑体" pitchFamily="49" charset="-122"/>
                <a:ea typeface="黑体" pitchFamily="49" charset="-122"/>
              </a:rPr>
              <a:t>① 在主调函数中设ｎ个变量，用</a:t>
            </a:r>
            <a:r>
              <a:rPr lang="zh-CN" altLang="zh-CN" sz="2800" dirty="0" smtClean="0">
                <a:solidFill>
                  <a:srgbClr val="0000FF"/>
                </a:solidFill>
                <a:latin typeface="黑体" pitchFamily="49" charset="-122"/>
                <a:ea typeface="黑体" pitchFamily="49" charset="-122"/>
              </a:rPr>
              <a:t>ｎ个指针变量</a:t>
            </a:r>
            <a:r>
              <a:rPr lang="zh-CN" altLang="zh-CN" sz="2800" dirty="0" smtClean="0">
                <a:latin typeface="黑体" pitchFamily="49" charset="-122"/>
                <a:ea typeface="黑体" pitchFamily="49" charset="-122"/>
              </a:rPr>
              <a:t>指向它们</a:t>
            </a:r>
            <a:r>
              <a:rPr lang="zh-CN" altLang="en-US" sz="2800" dirty="0">
                <a:latin typeface="黑体" pitchFamily="49" charset="-122"/>
                <a:ea typeface="黑体" pitchFamily="49" charset="-122"/>
              </a:rPr>
              <a:t>。</a:t>
            </a:r>
            <a:r>
              <a:rPr lang="zh-CN" altLang="zh-CN" sz="2800" dirty="0" smtClean="0">
                <a:latin typeface="黑体" pitchFamily="49" charset="-122"/>
                <a:ea typeface="黑体" pitchFamily="49" charset="-122"/>
              </a:rPr>
              <a:t></a:t>
            </a:r>
          </a:p>
          <a:p>
            <a:pPr lvl="1">
              <a:lnSpc>
                <a:spcPct val="100000"/>
              </a:lnSpc>
              <a:buFont typeface="Wingdings" pitchFamily="2" charset="2"/>
              <a:buNone/>
            </a:pPr>
            <a:r>
              <a:rPr lang="zh-CN" altLang="zh-CN" sz="2800" dirty="0" smtClean="0">
                <a:latin typeface="黑体" pitchFamily="49" charset="-122"/>
                <a:ea typeface="黑体" pitchFamily="49" charset="-122"/>
              </a:rPr>
              <a:t>② 设计一个函数，有</a:t>
            </a:r>
            <a:r>
              <a:rPr lang="en-US" altLang="zh-CN" sz="2800" dirty="0" smtClean="0">
                <a:solidFill>
                  <a:srgbClr val="0000FF"/>
                </a:solidFill>
                <a:latin typeface="黑体" pitchFamily="49" charset="-122"/>
                <a:ea typeface="黑体" pitchFamily="49" charset="-122"/>
              </a:rPr>
              <a:t>n</a:t>
            </a:r>
            <a:r>
              <a:rPr lang="zh-CN" altLang="zh-CN" sz="2800" dirty="0" smtClean="0">
                <a:solidFill>
                  <a:srgbClr val="0000FF"/>
                </a:solidFill>
                <a:latin typeface="黑体" pitchFamily="49" charset="-122"/>
                <a:ea typeface="黑体" pitchFamily="49" charset="-122"/>
              </a:rPr>
              <a:t>个指针形参</a:t>
            </a:r>
            <a:r>
              <a:rPr lang="zh-CN" altLang="zh-CN" sz="2800" dirty="0" smtClean="0">
                <a:latin typeface="黑体" pitchFamily="49" charset="-122"/>
                <a:ea typeface="黑体" pitchFamily="49" charset="-122"/>
              </a:rPr>
              <a:t>。在这个函数中改变这ｎ个形参的值</a:t>
            </a:r>
            <a:r>
              <a:rPr lang="zh-CN" altLang="en-US" sz="2800" dirty="0" smtClean="0">
                <a:latin typeface="黑体" pitchFamily="49" charset="-122"/>
                <a:ea typeface="黑体" pitchFamily="49" charset="-122"/>
              </a:rPr>
              <a:t>。</a:t>
            </a:r>
            <a:endParaRPr lang="zh-CN" altLang="zh-CN" sz="2800" dirty="0" smtClean="0">
              <a:latin typeface="黑体" pitchFamily="49" charset="-122"/>
              <a:ea typeface="黑体" pitchFamily="49" charset="-122"/>
            </a:endParaRPr>
          </a:p>
          <a:p>
            <a:pPr lvl="1">
              <a:lnSpc>
                <a:spcPct val="100000"/>
              </a:lnSpc>
              <a:buFont typeface="Wingdings" pitchFamily="2" charset="2"/>
              <a:buNone/>
            </a:pPr>
            <a:r>
              <a:rPr lang="zh-CN" altLang="zh-CN" sz="2800" dirty="0" smtClean="0">
                <a:latin typeface="黑体" pitchFamily="49" charset="-122"/>
                <a:ea typeface="黑体" pitchFamily="49" charset="-122"/>
              </a:rPr>
              <a:t>③ 在主调函数中调用这个函数，在调用时将这</a:t>
            </a:r>
            <a:r>
              <a:rPr lang="en-US" altLang="zh-CN" sz="2800" dirty="0" smtClean="0">
                <a:latin typeface="黑体" pitchFamily="49" charset="-122"/>
                <a:ea typeface="黑体" pitchFamily="49" charset="-122"/>
              </a:rPr>
              <a:t>n</a:t>
            </a:r>
            <a:r>
              <a:rPr lang="zh-CN" altLang="zh-CN" sz="2800" dirty="0" smtClean="0">
                <a:latin typeface="黑体" pitchFamily="49" charset="-122"/>
                <a:ea typeface="黑体" pitchFamily="49" charset="-122"/>
              </a:rPr>
              <a:t>个指针变量作实参，将它们的地址传给该函数的形参</a:t>
            </a:r>
            <a:r>
              <a:rPr lang="zh-CN" altLang="en-US" sz="2800" dirty="0" smtClean="0">
                <a:latin typeface="黑体" pitchFamily="49" charset="-122"/>
                <a:ea typeface="黑体" pitchFamily="49" charset="-122"/>
              </a:rPr>
              <a:t>。</a:t>
            </a:r>
            <a:r>
              <a:rPr lang="zh-CN" altLang="zh-CN" sz="2800" dirty="0" smtClean="0">
                <a:latin typeface="黑体" pitchFamily="49" charset="-122"/>
                <a:ea typeface="黑体" pitchFamily="49" charset="-122"/>
              </a:rPr>
              <a:t></a:t>
            </a:r>
          </a:p>
          <a:p>
            <a:pPr lvl="1">
              <a:lnSpc>
                <a:spcPct val="100000"/>
              </a:lnSpc>
              <a:buFont typeface="Wingdings" pitchFamily="2" charset="2"/>
              <a:buNone/>
            </a:pPr>
            <a:r>
              <a:rPr lang="zh-CN" altLang="zh-CN" sz="2800" dirty="0" smtClean="0">
                <a:latin typeface="黑体" pitchFamily="49" charset="-122"/>
                <a:ea typeface="黑体" pitchFamily="49" charset="-122"/>
              </a:rPr>
              <a:t>④ 在执行该函数的过程中，通过</a:t>
            </a:r>
            <a:r>
              <a:rPr lang="zh-CN" altLang="zh-CN" sz="2800" dirty="0" smtClean="0">
                <a:solidFill>
                  <a:srgbClr val="0000FF"/>
                </a:solidFill>
                <a:latin typeface="黑体" pitchFamily="49" charset="-122"/>
                <a:ea typeface="黑体" pitchFamily="49" charset="-122"/>
              </a:rPr>
              <a:t>形参指针变量</a:t>
            </a:r>
            <a:r>
              <a:rPr lang="zh-CN" altLang="zh-CN" sz="2800" dirty="0" smtClean="0">
                <a:latin typeface="黑体" pitchFamily="49" charset="-122"/>
                <a:ea typeface="黑体" pitchFamily="49" charset="-122"/>
              </a:rPr>
              <a:t>，</a:t>
            </a:r>
            <a:r>
              <a:rPr lang="zh-CN" altLang="zh-CN" sz="2800" dirty="0" smtClean="0">
                <a:solidFill>
                  <a:srgbClr val="00B050"/>
                </a:solidFill>
                <a:latin typeface="黑体" pitchFamily="49" charset="-122"/>
                <a:ea typeface="黑体" pitchFamily="49" charset="-122"/>
              </a:rPr>
              <a:t>改变它们所指向的ｎ个变量的值</a:t>
            </a:r>
            <a:r>
              <a:rPr lang="zh-CN" altLang="en-US" sz="2800" dirty="0" smtClean="0">
                <a:latin typeface="黑体" pitchFamily="49" charset="-122"/>
                <a:ea typeface="黑体" pitchFamily="49" charset="-122"/>
              </a:rPr>
              <a:t>。</a:t>
            </a:r>
            <a:r>
              <a:rPr lang="zh-CN" altLang="zh-CN" sz="2800" dirty="0" smtClean="0">
                <a:latin typeface="黑体" pitchFamily="49" charset="-122"/>
                <a:ea typeface="黑体" pitchFamily="49" charset="-122"/>
              </a:rPr>
              <a:t></a:t>
            </a:r>
          </a:p>
          <a:p>
            <a:pPr lvl="1">
              <a:lnSpc>
                <a:spcPct val="100000"/>
              </a:lnSpc>
              <a:buFont typeface="Wingdings" pitchFamily="2" charset="2"/>
              <a:buNone/>
            </a:pPr>
            <a:r>
              <a:rPr lang="zh-CN" altLang="en-US" sz="2800" dirty="0" smtClean="0">
                <a:latin typeface="黑体" pitchFamily="49" charset="-122"/>
                <a:ea typeface="黑体" pitchFamily="49" charset="-122"/>
              </a:rPr>
              <a:t>⑤</a:t>
            </a:r>
            <a:r>
              <a:rPr lang="zh-CN" altLang="zh-CN" sz="2800" dirty="0" smtClean="0">
                <a:latin typeface="黑体" pitchFamily="49" charset="-122"/>
                <a:ea typeface="黑体" pitchFamily="49" charset="-122"/>
              </a:rPr>
              <a:t>主调函数中就可以使用这些改变了值的变量</a:t>
            </a:r>
            <a:r>
              <a:rPr lang="zh-CN" altLang="en-US" sz="2800" dirty="0" smtClean="0">
                <a:latin typeface="黑体" pitchFamily="49" charset="-122"/>
                <a:ea typeface="黑体" pitchFamily="49" charset="-122"/>
              </a:rPr>
              <a:t>。</a:t>
            </a:r>
          </a:p>
        </p:txBody>
      </p:sp>
      <p:pic>
        <p:nvPicPr>
          <p:cNvPr id="35843" name="图片 2" descr="Untitled2.png">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429625" y="6143625"/>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2887395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5842">
                                            <p:txEl>
                                              <p:pRg st="1" end="1"/>
                                            </p:txEl>
                                          </p:spTgt>
                                        </p:tgtEl>
                                        <p:attrNameLst>
                                          <p:attrName>style.visibility</p:attrName>
                                        </p:attrNameLst>
                                      </p:cBhvr>
                                      <p:to>
                                        <p:strVal val="visible"/>
                                      </p:to>
                                    </p:set>
                                    <p:animEffect transition="in" filter="blinds(horizontal)">
                                      <p:cBhvr>
                                        <p:cTn id="7" dur="500"/>
                                        <p:tgtEl>
                                          <p:spTgt spid="35842">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35842">
                                            <p:txEl>
                                              <p:pRg st="2" end="2"/>
                                            </p:txEl>
                                          </p:spTgt>
                                        </p:tgtEl>
                                        <p:attrNameLst>
                                          <p:attrName>style.visibility</p:attrName>
                                        </p:attrNameLst>
                                      </p:cBhvr>
                                      <p:to>
                                        <p:strVal val="visible"/>
                                      </p:to>
                                    </p:set>
                                    <p:animEffect transition="in" filter="blinds(horizontal)">
                                      <p:cBhvr>
                                        <p:cTn id="12" dur="500"/>
                                        <p:tgtEl>
                                          <p:spTgt spid="35842">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35842">
                                            <p:txEl>
                                              <p:pRg st="3" end="3"/>
                                            </p:txEl>
                                          </p:spTgt>
                                        </p:tgtEl>
                                        <p:attrNameLst>
                                          <p:attrName>style.visibility</p:attrName>
                                        </p:attrNameLst>
                                      </p:cBhvr>
                                      <p:to>
                                        <p:strVal val="visible"/>
                                      </p:to>
                                    </p:set>
                                    <p:animEffect transition="in" filter="blinds(horizontal)">
                                      <p:cBhvr>
                                        <p:cTn id="17" dur="500"/>
                                        <p:tgtEl>
                                          <p:spTgt spid="35842">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35842">
                                            <p:txEl>
                                              <p:pRg st="4" end="4"/>
                                            </p:txEl>
                                          </p:spTgt>
                                        </p:tgtEl>
                                        <p:attrNameLst>
                                          <p:attrName>style.visibility</p:attrName>
                                        </p:attrNameLst>
                                      </p:cBhvr>
                                      <p:to>
                                        <p:strVal val="visible"/>
                                      </p:to>
                                    </p:set>
                                    <p:animEffect transition="in" filter="blinds(horizontal)">
                                      <p:cBhvr>
                                        <p:cTn id="22" dur="500"/>
                                        <p:tgtEl>
                                          <p:spTgt spid="35842">
                                            <p:txEl>
                                              <p:pRg st="4" end="4"/>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35842">
                                            <p:txEl>
                                              <p:pRg st="5" end="5"/>
                                            </p:txEl>
                                          </p:spTgt>
                                        </p:tgtEl>
                                        <p:attrNameLst>
                                          <p:attrName>style.visibility</p:attrName>
                                        </p:attrNameLst>
                                      </p:cBhvr>
                                      <p:to>
                                        <p:strVal val="visible"/>
                                      </p:to>
                                    </p:set>
                                    <p:animEffect transition="in" filter="blinds(horizontal)">
                                      <p:cBhvr>
                                        <p:cTn id="27" dur="500"/>
                                        <p:tgtEl>
                                          <p:spTgt spid="35842">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85184" y="908720"/>
            <a:ext cx="8153400" cy="4495800"/>
          </a:xfrm>
        </p:spPr>
        <p:txBody>
          <a:bodyPr/>
          <a:lstStyle/>
          <a:p>
            <a:pPr marL="0" indent="0">
              <a:lnSpc>
                <a:spcPct val="150000"/>
              </a:lnSpc>
              <a:spcBef>
                <a:spcPts val="0"/>
              </a:spcBef>
              <a:buFont typeface="Wingdings" pitchFamily="2" charset="2"/>
              <a:buNone/>
            </a:pPr>
            <a:r>
              <a:rPr lang="zh-CN" altLang="zh-CN" sz="2800" dirty="0" smtClean="0">
                <a:latin typeface="黑体" pitchFamily="49" charset="-122"/>
                <a:ea typeface="黑体" pitchFamily="49" charset="-122"/>
              </a:rPr>
              <a:t>例</a:t>
            </a:r>
            <a:r>
              <a:rPr lang="en-US" altLang="zh-CN" sz="2800" dirty="0" smtClean="0">
                <a:latin typeface="黑体" pitchFamily="49" charset="-122"/>
                <a:ea typeface="黑体" pitchFamily="49" charset="-122"/>
              </a:rPr>
              <a:t>8.4 </a:t>
            </a:r>
            <a:r>
              <a:rPr lang="zh-CN" altLang="zh-CN" sz="2800" dirty="0" smtClean="0">
                <a:latin typeface="黑体" pitchFamily="49" charset="-122"/>
                <a:ea typeface="黑体" pitchFamily="49" charset="-122"/>
              </a:rPr>
              <a:t>对输入的两个整数按大小顺序输出。</a:t>
            </a:r>
            <a:endParaRPr lang="en-US" altLang="zh-CN" sz="2800" dirty="0" smtClean="0">
              <a:latin typeface="黑体" pitchFamily="49" charset="-122"/>
              <a:ea typeface="黑体" pitchFamily="49" charset="-122"/>
            </a:endParaRPr>
          </a:p>
          <a:p>
            <a:pPr marL="457200" indent="-457200">
              <a:lnSpc>
                <a:spcPct val="150000"/>
              </a:lnSpc>
              <a:spcBef>
                <a:spcPts val="0"/>
              </a:spcBef>
              <a:buFont typeface="Wingdings" pitchFamily="2" charset="2"/>
              <a:buChar char="Ø"/>
            </a:pPr>
            <a:r>
              <a:rPr lang="zh-CN" altLang="zh-CN" sz="2800" dirty="0" smtClean="0">
                <a:latin typeface="黑体" pitchFamily="49" charset="-122"/>
                <a:ea typeface="黑体" pitchFamily="49" charset="-122"/>
              </a:rPr>
              <a:t>解题思路：尝试调用</a:t>
            </a:r>
            <a:r>
              <a:rPr lang="en-US" altLang="zh-CN" sz="2800" dirty="0" smtClean="0">
                <a:latin typeface="黑体" pitchFamily="49" charset="-122"/>
                <a:ea typeface="黑体" pitchFamily="49" charset="-122"/>
              </a:rPr>
              <a:t>swap</a:t>
            </a:r>
            <a:r>
              <a:rPr lang="zh-CN" altLang="zh-CN" sz="2800" dirty="0" smtClean="0">
                <a:latin typeface="黑体" pitchFamily="49" charset="-122"/>
                <a:ea typeface="黑体" pitchFamily="49" charset="-122"/>
              </a:rPr>
              <a:t>函数来实现题目要求。在函数中</a:t>
            </a:r>
            <a:r>
              <a:rPr lang="zh-CN" altLang="zh-CN" sz="2800" dirty="0" smtClean="0">
                <a:solidFill>
                  <a:srgbClr val="00B050"/>
                </a:solidFill>
                <a:latin typeface="黑体" pitchFamily="49" charset="-122"/>
                <a:ea typeface="黑体" pitchFamily="49" charset="-122"/>
              </a:rPr>
              <a:t>改变形参</a:t>
            </a:r>
            <a:r>
              <a:rPr lang="en-US" altLang="zh-CN" sz="2800" dirty="0" smtClean="0">
                <a:solidFill>
                  <a:srgbClr val="00B050"/>
                </a:solidFill>
                <a:latin typeface="黑体" pitchFamily="49" charset="-122"/>
                <a:ea typeface="黑体" pitchFamily="49" charset="-122"/>
              </a:rPr>
              <a:t>(</a:t>
            </a:r>
            <a:r>
              <a:rPr lang="zh-CN" altLang="zh-CN" sz="2800" dirty="0" smtClean="0">
                <a:solidFill>
                  <a:srgbClr val="00B050"/>
                </a:solidFill>
                <a:latin typeface="黑体" pitchFamily="49" charset="-122"/>
                <a:ea typeface="黑体" pitchFamily="49" charset="-122"/>
              </a:rPr>
              <a:t>指针变量</a:t>
            </a:r>
            <a:r>
              <a:rPr lang="en-US" altLang="zh-CN" sz="2800" dirty="0" smtClean="0">
                <a:solidFill>
                  <a:srgbClr val="00B050"/>
                </a:solidFill>
                <a:latin typeface="黑体" pitchFamily="49" charset="-122"/>
                <a:ea typeface="黑体" pitchFamily="49" charset="-122"/>
              </a:rPr>
              <a:t>)</a:t>
            </a:r>
            <a:r>
              <a:rPr lang="zh-CN" altLang="zh-CN" sz="2800" dirty="0" smtClean="0">
                <a:solidFill>
                  <a:srgbClr val="00B050"/>
                </a:solidFill>
                <a:latin typeface="黑体" pitchFamily="49" charset="-122"/>
                <a:ea typeface="黑体" pitchFamily="49" charset="-122"/>
              </a:rPr>
              <a:t>的值</a:t>
            </a:r>
            <a:r>
              <a:rPr lang="zh-CN" altLang="zh-CN" sz="2800" dirty="0" smtClean="0">
                <a:latin typeface="黑体" pitchFamily="49" charset="-122"/>
                <a:ea typeface="黑体" pitchFamily="49" charset="-122"/>
              </a:rPr>
              <a:t>，希望能由此</a:t>
            </a:r>
            <a:r>
              <a:rPr lang="zh-CN" altLang="zh-CN" sz="2800" dirty="0" smtClean="0">
                <a:solidFill>
                  <a:srgbClr val="00B050"/>
                </a:solidFill>
                <a:latin typeface="黑体" pitchFamily="49" charset="-122"/>
                <a:ea typeface="黑体" pitchFamily="49" charset="-122"/>
              </a:rPr>
              <a:t>改变实参</a:t>
            </a:r>
            <a:r>
              <a:rPr lang="en-US" altLang="zh-CN" sz="2800" dirty="0" smtClean="0">
                <a:solidFill>
                  <a:srgbClr val="00B050"/>
                </a:solidFill>
                <a:latin typeface="黑体" pitchFamily="49" charset="-122"/>
                <a:ea typeface="黑体" pitchFamily="49" charset="-122"/>
              </a:rPr>
              <a:t>(</a:t>
            </a:r>
            <a:r>
              <a:rPr lang="zh-CN" altLang="zh-CN" sz="2800" dirty="0" smtClean="0">
                <a:solidFill>
                  <a:srgbClr val="00B050"/>
                </a:solidFill>
                <a:latin typeface="黑体" pitchFamily="49" charset="-122"/>
                <a:ea typeface="黑体" pitchFamily="49" charset="-122"/>
              </a:rPr>
              <a:t>指针变量</a:t>
            </a:r>
            <a:r>
              <a:rPr lang="en-US" altLang="zh-CN" sz="2800" dirty="0" smtClean="0">
                <a:solidFill>
                  <a:srgbClr val="00B050"/>
                </a:solidFill>
                <a:latin typeface="黑体" pitchFamily="49" charset="-122"/>
                <a:ea typeface="黑体" pitchFamily="49" charset="-122"/>
              </a:rPr>
              <a:t>)</a:t>
            </a:r>
            <a:r>
              <a:rPr lang="zh-CN" altLang="zh-CN" sz="2800" dirty="0" smtClean="0">
                <a:solidFill>
                  <a:srgbClr val="00B050"/>
                </a:solidFill>
                <a:latin typeface="黑体" pitchFamily="49" charset="-122"/>
                <a:ea typeface="黑体" pitchFamily="49" charset="-122"/>
              </a:rPr>
              <a:t>的值</a:t>
            </a:r>
            <a:r>
              <a:rPr lang="zh-CN" altLang="en-US" sz="2800" dirty="0" smtClean="0">
                <a:latin typeface="黑体" pitchFamily="49" charset="-122"/>
                <a:ea typeface="黑体" pitchFamily="49" charset="-122"/>
              </a:rPr>
              <a:t>。</a:t>
            </a:r>
          </a:p>
        </p:txBody>
      </p:sp>
      <p:pic>
        <p:nvPicPr>
          <p:cNvPr id="36867" name="图片 3" descr="Untitled2.png">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429625" y="6143625"/>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2773148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linds(horizontal)">
                                      <p:cBhvr>
                                        <p:cTn id="7"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内容占位符 2"/>
          <p:cNvSpPr>
            <a:spLocks noGrp="1"/>
          </p:cNvSpPr>
          <p:nvPr>
            <p:ph idx="1"/>
          </p:nvPr>
        </p:nvSpPr>
        <p:spPr>
          <a:xfrm>
            <a:off x="285750" y="285750"/>
            <a:ext cx="8153400" cy="4643438"/>
          </a:xfrm>
        </p:spPr>
        <p:txBody>
          <a:bodyPr/>
          <a:lstStyle/>
          <a:p>
            <a:pPr>
              <a:lnSpc>
                <a:spcPts val="3000"/>
              </a:lnSpc>
              <a:buFont typeface="Wingdings" pitchFamily="2" charset="2"/>
              <a:buNone/>
            </a:pPr>
            <a:r>
              <a:rPr lang="en-US" altLang="zh-CN" sz="2800" dirty="0" smtClean="0"/>
              <a:t>#include &lt;</a:t>
            </a:r>
            <a:r>
              <a:rPr lang="en-US" altLang="zh-CN" sz="2800" dirty="0" err="1" smtClean="0"/>
              <a:t>stdio.h</a:t>
            </a:r>
            <a:r>
              <a:rPr lang="en-US" altLang="zh-CN" sz="2800" dirty="0" smtClean="0"/>
              <a:t>&gt;</a:t>
            </a:r>
            <a:endParaRPr lang="zh-CN" altLang="zh-CN" sz="2800" dirty="0" smtClean="0"/>
          </a:p>
          <a:p>
            <a:pPr>
              <a:lnSpc>
                <a:spcPts val="3000"/>
              </a:lnSpc>
              <a:buFont typeface="Wingdings" pitchFamily="2" charset="2"/>
              <a:buNone/>
            </a:pPr>
            <a:r>
              <a:rPr lang="en-US" altLang="zh-CN" sz="2800" dirty="0" err="1" smtClean="0"/>
              <a:t>int</a:t>
            </a:r>
            <a:r>
              <a:rPr lang="en-US" altLang="zh-CN" sz="2800" dirty="0" smtClean="0"/>
              <a:t> main()</a:t>
            </a:r>
            <a:endParaRPr lang="zh-CN" altLang="zh-CN" sz="2800" dirty="0" smtClean="0"/>
          </a:p>
          <a:p>
            <a:pPr>
              <a:lnSpc>
                <a:spcPts val="3000"/>
              </a:lnSpc>
              <a:buFont typeface="Wingdings" pitchFamily="2" charset="2"/>
              <a:buNone/>
            </a:pPr>
            <a:r>
              <a:rPr lang="en-US" altLang="zh-CN" sz="2800" dirty="0" smtClean="0"/>
              <a:t> {void swap(</a:t>
            </a:r>
            <a:r>
              <a:rPr lang="en-US" altLang="zh-CN" sz="2800" dirty="0" err="1" smtClean="0"/>
              <a:t>int</a:t>
            </a:r>
            <a:r>
              <a:rPr lang="en-US" altLang="zh-CN" sz="2800" dirty="0" smtClean="0"/>
              <a:t> *p1,int *p2);</a:t>
            </a:r>
            <a:endParaRPr lang="zh-CN" altLang="zh-CN" sz="2800" dirty="0" smtClean="0"/>
          </a:p>
          <a:p>
            <a:pPr>
              <a:lnSpc>
                <a:spcPts val="3000"/>
              </a:lnSpc>
              <a:buFont typeface="Wingdings" pitchFamily="2" charset="2"/>
              <a:buNone/>
            </a:pPr>
            <a:r>
              <a:rPr lang="en-US" altLang="zh-CN" sz="2800" dirty="0" smtClean="0"/>
              <a:t>  </a:t>
            </a:r>
            <a:r>
              <a:rPr lang="en-US" altLang="zh-CN" sz="2800" dirty="0" err="1" smtClean="0"/>
              <a:t>int</a:t>
            </a:r>
            <a:r>
              <a:rPr lang="en-US" altLang="zh-CN" sz="2800" dirty="0" smtClean="0"/>
              <a:t> </a:t>
            </a:r>
            <a:r>
              <a:rPr lang="en-US" altLang="zh-CN" sz="2800" dirty="0" err="1" smtClean="0"/>
              <a:t>a,b</a:t>
            </a:r>
            <a:r>
              <a:rPr lang="en-US" altLang="zh-CN" sz="2800" dirty="0" smtClean="0"/>
              <a:t>;  </a:t>
            </a:r>
            <a:r>
              <a:rPr lang="en-US" altLang="zh-CN" sz="2800" dirty="0" err="1" smtClean="0"/>
              <a:t>int</a:t>
            </a:r>
            <a:r>
              <a:rPr lang="en-US" altLang="zh-CN" sz="2800" dirty="0" smtClean="0"/>
              <a:t>*pointer_1,*pointer_2; </a:t>
            </a:r>
            <a:endParaRPr lang="zh-CN" altLang="zh-CN" sz="2800" dirty="0" smtClean="0"/>
          </a:p>
          <a:p>
            <a:pPr>
              <a:lnSpc>
                <a:spcPts val="3000"/>
              </a:lnSpc>
              <a:buFont typeface="Wingdings" pitchFamily="2" charset="2"/>
              <a:buNone/>
            </a:pPr>
            <a:r>
              <a:rPr lang="en-US" altLang="zh-CN" sz="2800" dirty="0" smtClean="0"/>
              <a:t>  </a:t>
            </a:r>
            <a:r>
              <a:rPr lang="en-US" altLang="zh-CN" sz="2800" dirty="0" err="1" smtClean="0"/>
              <a:t>scanf</a:t>
            </a:r>
            <a:r>
              <a:rPr lang="en-US" altLang="zh-CN" sz="2800" dirty="0" smtClean="0"/>
              <a:t>("%</a:t>
            </a:r>
            <a:r>
              <a:rPr lang="en-US" altLang="zh-CN" sz="2800" dirty="0" err="1" smtClean="0"/>
              <a:t>d,%d",&amp;a,&amp;b</a:t>
            </a:r>
            <a:r>
              <a:rPr lang="en-US" altLang="zh-CN" sz="2800" dirty="0" smtClean="0"/>
              <a:t>);</a:t>
            </a:r>
            <a:endParaRPr lang="zh-CN" altLang="zh-CN" sz="2800" dirty="0" smtClean="0"/>
          </a:p>
          <a:p>
            <a:pPr>
              <a:lnSpc>
                <a:spcPts val="3000"/>
              </a:lnSpc>
              <a:buFont typeface="Wingdings" pitchFamily="2" charset="2"/>
              <a:buNone/>
            </a:pPr>
            <a:r>
              <a:rPr lang="en-US" altLang="zh-CN" sz="2800" dirty="0" smtClean="0"/>
              <a:t>  pointer_1=&amp;a;  pointer_2=&amp;b;</a:t>
            </a:r>
            <a:endParaRPr lang="zh-CN" altLang="zh-CN" sz="2800" dirty="0" smtClean="0"/>
          </a:p>
          <a:p>
            <a:pPr>
              <a:lnSpc>
                <a:spcPts val="3000"/>
              </a:lnSpc>
              <a:buFont typeface="Wingdings" pitchFamily="2" charset="2"/>
              <a:buNone/>
            </a:pPr>
            <a:r>
              <a:rPr lang="en-US" altLang="zh-CN" sz="2800" dirty="0" smtClean="0"/>
              <a:t>  if (a&lt;b)  swap(pointer_1,pointer_2); </a:t>
            </a:r>
            <a:endParaRPr lang="zh-CN" altLang="zh-CN" sz="2800" dirty="0" smtClean="0"/>
          </a:p>
          <a:p>
            <a:pPr>
              <a:lnSpc>
                <a:spcPts val="3000"/>
              </a:lnSpc>
              <a:buFont typeface="Wingdings" pitchFamily="2" charset="2"/>
              <a:buNone/>
            </a:pPr>
            <a:r>
              <a:rPr lang="en-US" altLang="zh-CN" sz="2800" dirty="0" smtClean="0"/>
              <a:t>  </a:t>
            </a:r>
            <a:r>
              <a:rPr lang="en-US" altLang="zh-CN" sz="2800" dirty="0" err="1" smtClean="0"/>
              <a:t>printf</a:t>
            </a:r>
            <a:r>
              <a:rPr lang="en-US" altLang="zh-CN" sz="2800" dirty="0" smtClean="0"/>
              <a:t>("max=%</a:t>
            </a:r>
            <a:r>
              <a:rPr lang="en-US" altLang="zh-CN" sz="2800" dirty="0" err="1" smtClean="0"/>
              <a:t>d,min</a:t>
            </a:r>
            <a:r>
              <a:rPr lang="en-US" altLang="zh-CN" sz="2800" dirty="0" smtClean="0"/>
              <a:t>=%d\n",</a:t>
            </a:r>
            <a:r>
              <a:rPr lang="en-US" altLang="zh-CN" sz="2800" dirty="0" err="1" smtClean="0"/>
              <a:t>a,b</a:t>
            </a:r>
            <a:r>
              <a:rPr lang="en-US" altLang="zh-CN" sz="2800" dirty="0" smtClean="0"/>
              <a:t>);</a:t>
            </a:r>
            <a:endParaRPr lang="zh-CN" altLang="zh-CN" sz="2800" dirty="0" smtClean="0"/>
          </a:p>
          <a:p>
            <a:pPr>
              <a:lnSpc>
                <a:spcPts val="3000"/>
              </a:lnSpc>
              <a:buFont typeface="Wingdings" pitchFamily="2" charset="2"/>
              <a:buNone/>
            </a:pPr>
            <a:r>
              <a:rPr lang="en-US" altLang="zh-CN" sz="2800" dirty="0" smtClean="0"/>
              <a:t>  return 0;</a:t>
            </a:r>
            <a:endParaRPr lang="zh-CN" altLang="zh-CN" sz="2800" dirty="0" smtClean="0"/>
          </a:p>
          <a:p>
            <a:pPr>
              <a:lnSpc>
                <a:spcPts val="3000"/>
              </a:lnSpc>
              <a:buFont typeface="Wingdings" pitchFamily="2" charset="2"/>
              <a:buNone/>
            </a:pPr>
            <a:r>
              <a:rPr lang="en-US" altLang="zh-CN" sz="2800" dirty="0" smtClean="0"/>
              <a:t> }</a:t>
            </a:r>
            <a:endParaRPr lang="zh-CN" altLang="en-US" sz="2800" dirty="0" smtClean="0"/>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43563" y="2071688"/>
            <a:ext cx="928687"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内容占位符 2"/>
          <p:cNvSpPr txBox="1">
            <a:spLocks/>
          </p:cNvSpPr>
          <p:nvPr/>
        </p:nvSpPr>
        <p:spPr bwMode="auto">
          <a:xfrm>
            <a:off x="857250" y="4572000"/>
            <a:ext cx="5715000" cy="1928813"/>
          </a:xfrm>
          <a:prstGeom prst="rect">
            <a:avLst/>
          </a:prstGeom>
          <a:solidFill>
            <a:srgbClr val="CCECFF"/>
          </a:solidFill>
          <a:ln w="9525">
            <a:noFill/>
            <a:miter lim="800000"/>
            <a:headEnd/>
            <a:tailEnd/>
          </a:ln>
        </p:spPr>
        <p:txBody>
          <a:bodyPr/>
          <a:lstStyle/>
          <a:p>
            <a:pPr marL="342900" indent="-342900" eaLnBrk="0" hangingPunct="0">
              <a:lnSpc>
                <a:spcPts val="3000"/>
              </a:lnSpc>
              <a:spcBef>
                <a:spcPct val="20000"/>
              </a:spcBef>
              <a:buFont typeface="Wingdings" pitchFamily="2" charset="2"/>
              <a:buNone/>
              <a:defRPr/>
            </a:pPr>
            <a:r>
              <a:rPr lang="en-US" altLang="zh-CN" sz="2800" b="1" kern="0" dirty="0">
                <a:latin typeface="+mn-lt"/>
                <a:ea typeface="+mn-ea"/>
              </a:rPr>
              <a:t>void swap(</a:t>
            </a:r>
            <a:r>
              <a:rPr lang="en-US" altLang="zh-CN" sz="2800" b="1" kern="0" dirty="0" err="1">
                <a:latin typeface="+mn-lt"/>
                <a:ea typeface="+mn-ea"/>
              </a:rPr>
              <a:t>int</a:t>
            </a:r>
            <a:r>
              <a:rPr lang="en-US" altLang="zh-CN" sz="2800" b="1" kern="0" dirty="0">
                <a:latin typeface="+mn-lt"/>
                <a:ea typeface="+mn-ea"/>
              </a:rPr>
              <a:t> *p1,int *p2) </a:t>
            </a:r>
            <a:endParaRPr lang="zh-CN" altLang="zh-CN" sz="2800" b="1" kern="0" dirty="0">
              <a:latin typeface="+mn-lt"/>
              <a:ea typeface="+mn-ea"/>
            </a:endParaRPr>
          </a:p>
          <a:p>
            <a:pPr marL="342900" indent="-342900" eaLnBrk="0" hangingPunct="0">
              <a:lnSpc>
                <a:spcPts val="3000"/>
              </a:lnSpc>
              <a:spcBef>
                <a:spcPct val="20000"/>
              </a:spcBef>
              <a:buFont typeface="Wingdings" pitchFamily="2" charset="2"/>
              <a:buNone/>
              <a:defRPr/>
            </a:pPr>
            <a:r>
              <a:rPr lang="en-US" altLang="zh-CN" sz="2800" b="1" kern="0" dirty="0">
                <a:latin typeface="+mn-lt"/>
                <a:ea typeface="+mn-ea"/>
              </a:rPr>
              <a:t>{ </a:t>
            </a:r>
            <a:r>
              <a:rPr lang="en-US" altLang="zh-CN" sz="2800" b="1" kern="0" dirty="0" err="1">
                <a:latin typeface="+mn-lt"/>
                <a:ea typeface="+mn-ea"/>
              </a:rPr>
              <a:t>int</a:t>
            </a:r>
            <a:r>
              <a:rPr lang="en-US" altLang="zh-CN" sz="2800" b="1" kern="0" dirty="0">
                <a:latin typeface="+mn-lt"/>
                <a:ea typeface="+mn-ea"/>
              </a:rPr>
              <a:t> *p;</a:t>
            </a:r>
            <a:endParaRPr lang="zh-CN" altLang="zh-CN" sz="2800" b="1" kern="0" dirty="0">
              <a:latin typeface="+mn-lt"/>
              <a:ea typeface="+mn-ea"/>
            </a:endParaRPr>
          </a:p>
          <a:p>
            <a:pPr marL="342900" indent="-342900" eaLnBrk="0" hangingPunct="0">
              <a:lnSpc>
                <a:spcPts val="3000"/>
              </a:lnSpc>
              <a:spcBef>
                <a:spcPct val="20000"/>
              </a:spcBef>
              <a:buFont typeface="Wingdings" pitchFamily="2" charset="2"/>
              <a:buNone/>
              <a:defRPr/>
            </a:pPr>
            <a:r>
              <a:rPr lang="en-US" altLang="zh-CN" sz="2800" b="1" kern="0" dirty="0">
                <a:latin typeface="+mn-lt"/>
                <a:ea typeface="+mn-ea"/>
              </a:rPr>
              <a:t>   p=p1; p1=p2; p2=p;</a:t>
            </a:r>
          </a:p>
          <a:p>
            <a:pPr marL="342900" indent="-342900" eaLnBrk="0" hangingPunct="0">
              <a:lnSpc>
                <a:spcPts val="3000"/>
              </a:lnSpc>
              <a:spcBef>
                <a:spcPct val="20000"/>
              </a:spcBef>
              <a:buFont typeface="Wingdings" pitchFamily="2" charset="2"/>
              <a:buNone/>
              <a:defRPr/>
            </a:pPr>
            <a:r>
              <a:rPr lang="en-US" altLang="zh-CN" sz="2800" b="1" kern="0" dirty="0">
                <a:latin typeface="+mn-lt"/>
                <a:ea typeface="+mn-ea"/>
              </a:rPr>
              <a:t>}</a:t>
            </a:r>
            <a:endParaRPr lang="zh-CN" altLang="zh-CN" sz="2800" b="1" kern="0" dirty="0">
              <a:latin typeface="+mn-lt"/>
              <a:ea typeface="+mn-ea"/>
            </a:endParaRPr>
          </a:p>
          <a:p>
            <a:pPr marL="342900" indent="-342900" eaLnBrk="0" hangingPunct="0">
              <a:lnSpc>
                <a:spcPts val="3000"/>
              </a:lnSpc>
              <a:spcBef>
                <a:spcPct val="20000"/>
              </a:spcBef>
              <a:buFont typeface="Wingdings" pitchFamily="2" charset="2"/>
              <a:buNone/>
              <a:defRPr/>
            </a:pPr>
            <a:endParaRPr lang="zh-CN" altLang="en-US" sz="2800" b="1" kern="0" dirty="0">
              <a:latin typeface="+mn-lt"/>
              <a:ea typeface="+mn-ea"/>
            </a:endParaRPr>
          </a:p>
        </p:txBody>
      </p:sp>
      <p:cxnSp>
        <p:nvCxnSpPr>
          <p:cNvPr id="6" name="直接连接符 5"/>
          <p:cNvCxnSpPr>
            <a:cxnSpLocks noChangeShapeType="1"/>
          </p:cNvCxnSpPr>
          <p:nvPr/>
        </p:nvCxnSpPr>
        <p:spPr bwMode="auto">
          <a:xfrm>
            <a:off x="2051720" y="3488638"/>
            <a:ext cx="4248472" cy="9525"/>
          </a:xfrm>
          <a:prstGeom prst="line">
            <a:avLst/>
          </a:prstGeom>
          <a:noFill/>
          <a:ln w="38100" algn="ctr">
            <a:solidFill>
              <a:srgbClr val="FF0000"/>
            </a:solidFill>
            <a:miter lim="800000"/>
            <a:headEnd/>
            <a:tailEnd/>
          </a:ln>
          <a:extLst>
            <a:ext uri="{909E8E84-426E-40DD-AFC4-6F175D3DCCD1}">
              <a14:hiddenFill xmlns:a14="http://schemas.microsoft.com/office/drawing/2010/main">
                <a:noFill/>
              </a14:hiddenFill>
            </a:ext>
          </a:extLst>
        </p:spPr>
      </p:cxnSp>
      <p:pic>
        <p:nvPicPr>
          <p:cNvPr id="3789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28938" y="4000500"/>
            <a:ext cx="28702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圆角矩形标注 7"/>
          <p:cNvSpPr>
            <a:spLocks noChangeArrowheads="1"/>
          </p:cNvSpPr>
          <p:nvPr/>
        </p:nvSpPr>
        <p:spPr bwMode="auto">
          <a:xfrm>
            <a:off x="5226369" y="4929188"/>
            <a:ext cx="2963862" cy="1143000"/>
          </a:xfrm>
          <a:prstGeom prst="wedgeRoundRectCallout">
            <a:avLst>
              <a:gd name="adj1" fmla="val -62593"/>
              <a:gd name="adj2" fmla="val 24153"/>
              <a:gd name="adj3" fmla="val 16667"/>
            </a:avLst>
          </a:prstGeom>
          <a:solidFill>
            <a:srgbClr val="FFFFCC"/>
          </a:solidFill>
          <a:ln w="9525" algn="ctr">
            <a:solidFill>
              <a:schemeClr val="tx1"/>
            </a:solidFill>
            <a:miter lim="800000"/>
            <a:headEnd/>
            <a:tailEnd/>
          </a:ln>
        </p:spPr>
        <p:txBody>
          <a:bodyPr/>
          <a:lstStyle/>
          <a:p>
            <a:pPr algn="ctr"/>
            <a:r>
              <a:rPr lang="zh-CN" altLang="en-US" sz="2800" b="1" dirty="0">
                <a:solidFill>
                  <a:srgbClr val="FF0000"/>
                </a:solidFill>
                <a:latin typeface="黑体" pitchFamily="49" charset="-122"/>
                <a:ea typeface="黑体" pitchFamily="49" charset="-122"/>
              </a:rPr>
              <a:t>错！！！</a:t>
            </a:r>
            <a:endParaRPr lang="en-US" altLang="zh-CN" sz="2800" b="1" dirty="0">
              <a:solidFill>
                <a:srgbClr val="FF0000"/>
              </a:solidFill>
              <a:latin typeface="黑体" pitchFamily="49" charset="-122"/>
              <a:ea typeface="黑体" pitchFamily="49" charset="-122"/>
            </a:endParaRPr>
          </a:p>
          <a:p>
            <a:pPr algn="ctr"/>
            <a:r>
              <a:rPr lang="zh-CN" altLang="en-US" sz="2800" b="1" dirty="0">
                <a:solidFill>
                  <a:srgbClr val="0000CC"/>
                </a:solidFill>
                <a:latin typeface="黑体" pitchFamily="49" charset="-122"/>
                <a:ea typeface="黑体" pitchFamily="49" charset="-122"/>
              </a:rPr>
              <a:t>只交换形参指向</a:t>
            </a:r>
          </a:p>
        </p:txBody>
      </p:sp>
      <p:pic>
        <p:nvPicPr>
          <p:cNvPr id="37896" name="图片 8" descr="Untitled2.png">
            <a:hlinkClick r:id="rId4" action="ppaction://hlinksldjump"/>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8429625" y="6143625"/>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8"/>
          <p:cNvSpPr txBox="1">
            <a:spLocks noChangeArrowheads="1"/>
          </p:cNvSpPr>
          <p:nvPr/>
        </p:nvSpPr>
        <p:spPr bwMode="auto">
          <a:xfrm>
            <a:off x="5430961" y="260648"/>
            <a:ext cx="3965575" cy="157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itchFamily="18" charset="0"/>
                <a:ea typeface="宋体" pitchFamily="2" charset="-122"/>
              </a:defRPr>
            </a:lvl1pPr>
            <a:lvl2pPr marL="742950" indent="-285750">
              <a:defRPr kumimoji="1" sz="2400">
                <a:solidFill>
                  <a:schemeClr val="tx1"/>
                </a:solidFill>
                <a:latin typeface="Times New Roman" pitchFamily="18" charset="0"/>
                <a:ea typeface="宋体" pitchFamily="2" charset="-122"/>
              </a:defRPr>
            </a:lvl2pPr>
            <a:lvl3pPr marL="1143000" indent="-228600">
              <a:defRPr kumimoji="1" sz="2400">
                <a:solidFill>
                  <a:schemeClr val="tx1"/>
                </a:solidFill>
                <a:latin typeface="Times New Roman" pitchFamily="18" charset="0"/>
                <a:ea typeface="宋体" pitchFamily="2" charset="-122"/>
              </a:defRPr>
            </a:lvl3pPr>
            <a:lvl4pPr marL="1600200" indent="-228600">
              <a:defRPr kumimoji="1" sz="2400">
                <a:solidFill>
                  <a:schemeClr val="tx1"/>
                </a:solidFill>
                <a:latin typeface="Times New Roman" pitchFamily="18" charset="0"/>
                <a:ea typeface="宋体" pitchFamily="2" charset="-122"/>
              </a:defRPr>
            </a:lvl4pPr>
            <a:lvl5pPr marL="2057400" indent="-22860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zh-CN" altLang="en-US" b="1" dirty="0">
                <a:solidFill>
                  <a:srgbClr val="FF0000"/>
                </a:solidFill>
                <a:latin typeface="黑体" pitchFamily="2" charset="-122"/>
                <a:ea typeface="黑体" pitchFamily="2" charset="-122"/>
              </a:rPr>
              <a:t>不可能</a:t>
            </a:r>
            <a:r>
              <a:rPr lang="zh-CN" altLang="en-US" b="1" dirty="0">
                <a:latin typeface="黑体" pitchFamily="2" charset="-122"/>
                <a:ea typeface="黑体" pitchFamily="2" charset="-122"/>
              </a:rPr>
              <a:t>通过执行调用函数来</a:t>
            </a:r>
            <a:r>
              <a:rPr lang="zh-CN" altLang="en-US" b="1" dirty="0">
                <a:solidFill>
                  <a:srgbClr val="0070C0"/>
                </a:solidFill>
                <a:latin typeface="黑体" pitchFamily="2" charset="-122"/>
                <a:ea typeface="黑体" pitchFamily="2" charset="-122"/>
              </a:rPr>
              <a:t>改变</a:t>
            </a:r>
            <a:r>
              <a:rPr lang="zh-CN" altLang="en-US" b="1" dirty="0">
                <a:solidFill>
                  <a:srgbClr val="00B050"/>
                </a:solidFill>
                <a:latin typeface="黑体" pitchFamily="2" charset="-122"/>
                <a:ea typeface="黑体" pitchFamily="2" charset="-122"/>
              </a:rPr>
              <a:t>实参指针变量的值</a:t>
            </a:r>
            <a:r>
              <a:rPr lang="zh-CN" altLang="en-US" b="1" dirty="0">
                <a:latin typeface="黑体" pitchFamily="2" charset="-122"/>
                <a:ea typeface="黑体" pitchFamily="2" charset="-122"/>
              </a:rPr>
              <a:t>，但是可以</a:t>
            </a:r>
            <a:r>
              <a:rPr lang="zh-CN" altLang="en-US" b="1" dirty="0">
                <a:solidFill>
                  <a:srgbClr val="0070C0"/>
                </a:solidFill>
                <a:latin typeface="黑体" pitchFamily="2" charset="-122"/>
                <a:ea typeface="黑体" pitchFamily="2" charset="-122"/>
              </a:rPr>
              <a:t>改变</a:t>
            </a:r>
            <a:r>
              <a:rPr lang="zh-CN" altLang="en-US" b="1" dirty="0">
                <a:solidFill>
                  <a:srgbClr val="339933"/>
                </a:solidFill>
                <a:latin typeface="黑体" pitchFamily="2" charset="-122"/>
                <a:ea typeface="黑体" pitchFamily="2" charset="-122"/>
              </a:rPr>
              <a:t>实参指针变量所</a:t>
            </a:r>
            <a:r>
              <a:rPr lang="zh-CN" altLang="en-US" b="1" dirty="0" smtClean="0">
                <a:solidFill>
                  <a:srgbClr val="339933"/>
                </a:solidFill>
                <a:latin typeface="黑体" pitchFamily="2" charset="-122"/>
                <a:ea typeface="黑体" pitchFamily="2" charset="-122"/>
              </a:rPr>
              <a:t>指变量</a:t>
            </a:r>
            <a:r>
              <a:rPr lang="zh-CN" altLang="en-US" b="1" dirty="0">
                <a:solidFill>
                  <a:srgbClr val="339933"/>
                </a:solidFill>
                <a:latin typeface="黑体" pitchFamily="2" charset="-122"/>
                <a:ea typeface="黑体" pitchFamily="2" charset="-122"/>
              </a:rPr>
              <a:t>的值</a:t>
            </a:r>
            <a:r>
              <a:rPr lang="zh-CN" altLang="en-US" b="1" dirty="0">
                <a:latin typeface="黑体" pitchFamily="2" charset="-122"/>
                <a:ea typeface="黑体" pitchFamily="2" charset="-122"/>
              </a:rPr>
              <a:t>。</a:t>
            </a:r>
          </a:p>
        </p:txBody>
      </p:sp>
      <p:sp>
        <p:nvSpPr>
          <p:cNvPr id="10" name="TextBox 9"/>
          <p:cNvSpPr txBox="1">
            <a:spLocks noChangeArrowheads="1"/>
          </p:cNvSpPr>
          <p:nvPr/>
        </p:nvSpPr>
        <p:spPr bwMode="auto">
          <a:xfrm>
            <a:off x="5783275" y="3952874"/>
            <a:ext cx="40005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itchFamily="18" charset="0"/>
                <a:ea typeface="宋体" pitchFamily="2" charset="-122"/>
              </a:defRPr>
            </a:lvl1pPr>
            <a:lvl2pPr marL="742950" indent="-285750">
              <a:defRPr kumimoji="1" sz="2400">
                <a:solidFill>
                  <a:schemeClr val="tx1"/>
                </a:solidFill>
                <a:latin typeface="Times New Roman" pitchFamily="18" charset="0"/>
                <a:ea typeface="宋体" pitchFamily="2" charset="-122"/>
              </a:defRPr>
            </a:lvl2pPr>
            <a:lvl3pPr marL="1143000" indent="-228600">
              <a:defRPr kumimoji="1" sz="2400">
                <a:solidFill>
                  <a:schemeClr val="tx1"/>
                </a:solidFill>
                <a:latin typeface="Times New Roman" pitchFamily="18" charset="0"/>
                <a:ea typeface="宋体" pitchFamily="2" charset="-122"/>
              </a:defRPr>
            </a:lvl3pPr>
            <a:lvl4pPr marL="1600200" indent="-228600">
              <a:defRPr kumimoji="1" sz="2400">
                <a:solidFill>
                  <a:schemeClr val="tx1"/>
                </a:solidFill>
                <a:latin typeface="Times New Roman" pitchFamily="18" charset="0"/>
                <a:ea typeface="宋体" pitchFamily="2" charset="-122"/>
              </a:defRPr>
            </a:lvl4pPr>
            <a:lvl5pPr marL="2057400" indent="-22860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r>
              <a:rPr lang="zh-CN" altLang="en-US" sz="2800" b="1" dirty="0">
                <a:solidFill>
                  <a:srgbClr val="0000CC"/>
                </a:solidFill>
                <a:latin typeface="黑体" pitchFamily="2" charset="-122"/>
                <a:ea typeface="黑体" pitchFamily="2" charset="-122"/>
              </a:rPr>
              <a:t>调用结束后指向不变</a:t>
            </a:r>
          </a:p>
        </p:txBody>
      </p:sp>
    </p:spTree>
    <p:extLst>
      <p:ext uri="{BB962C8B-B14F-4D97-AF65-F5344CB8AC3E}">
        <p14:creationId xmlns:p14="http://schemas.microsoft.com/office/powerpoint/2010/main" val="282326420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8"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slide(fromLeft)">
                                      <p:cBhvr>
                                        <p:cTn id="12" dur="500"/>
                                        <p:tgtEl>
                                          <p:spTgt spid="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blinds(horizontal)">
                                      <p:cBhvr>
                                        <p:cTn id="17" dur="500"/>
                                        <p:tgtEl>
                                          <p:spTgt spid="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blinds(horizontal)">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blinds(horizontal)">
                                      <p:cBhvr>
                                        <p:cTn id="27" dur="500"/>
                                        <p:tgtEl>
                                          <p:spTgt spid="10"/>
                                        </p:tgtEl>
                                      </p:cBhvr>
                                    </p:animEffect>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grpId="0" nodeType="clickEffect">
                                  <p:stCondLst>
                                    <p:cond delay="0"/>
                                  </p:stCondLst>
                                  <p:childTnLst>
                                    <p:set>
                                      <p:cBhvr>
                                        <p:cTn id="31" dur="1" fill="hold">
                                          <p:stCondLst>
                                            <p:cond delay="0"/>
                                          </p:stCondLst>
                                        </p:cTn>
                                        <p:tgtEl>
                                          <p:spTgt spid="9"/>
                                        </p:tgtEl>
                                        <p:attrNameLst>
                                          <p:attrName>style.visibility</p:attrName>
                                        </p:attrNameLst>
                                      </p:cBhvr>
                                      <p:to>
                                        <p:strVal val="visible"/>
                                      </p:to>
                                    </p:set>
                                    <p:anim calcmode="lin" valueType="num">
                                      <p:cBhvr additive="base">
                                        <p:cTn id="32" dur="500" fill="hold"/>
                                        <p:tgtEl>
                                          <p:spTgt spid="9"/>
                                        </p:tgtEl>
                                        <p:attrNameLst>
                                          <p:attrName>ppt_x</p:attrName>
                                        </p:attrNameLst>
                                      </p:cBhvr>
                                      <p:tavLst>
                                        <p:tav tm="0">
                                          <p:val>
                                            <p:strVal val="#ppt_x"/>
                                          </p:val>
                                        </p:tav>
                                        <p:tav tm="100000">
                                          <p:val>
                                            <p:strVal val="#ppt_x"/>
                                          </p:val>
                                        </p:tav>
                                      </p:tavLst>
                                    </p:anim>
                                    <p:anim calcmode="lin" valueType="num">
                                      <p:cBhvr additive="base">
                                        <p:cTn id="33"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8" grpId="0" animBg="1"/>
      <p:bldP spid="9" grpId="0"/>
      <p:bldP spid="10"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内容占位符 2"/>
          <p:cNvSpPr>
            <a:spLocks noGrp="1"/>
          </p:cNvSpPr>
          <p:nvPr>
            <p:ph idx="1"/>
          </p:nvPr>
        </p:nvSpPr>
        <p:spPr/>
        <p:txBody>
          <a:bodyPr/>
          <a:lstStyle/>
          <a:p>
            <a:pPr marL="457200" indent="-457200">
              <a:lnSpc>
                <a:spcPct val="150000"/>
              </a:lnSpc>
              <a:spcBef>
                <a:spcPts val="0"/>
              </a:spcBef>
              <a:buFont typeface="Wingdings" pitchFamily="2" charset="2"/>
              <a:buChar char="Ø"/>
            </a:pPr>
            <a:r>
              <a:rPr lang="zh-CN" altLang="zh-CN" sz="2800" dirty="0" smtClean="0">
                <a:latin typeface="黑体" pitchFamily="49" charset="-122"/>
                <a:ea typeface="黑体" pitchFamily="49" charset="-122"/>
              </a:rPr>
              <a:t>注意：函数的调用可以（而且只可以）得到一个返回值（即函数值），而</a:t>
            </a:r>
            <a:r>
              <a:rPr lang="zh-CN" altLang="zh-CN" sz="2800" dirty="0" smtClean="0">
                <a:solidFill>
                  <a:srgbClr val="C00000"/>
                </a:solidFill>
                <a:latin typeface="黑体" pitchFamily="49" charset="-122"/>
                <a:ea typeface="黑体" pitchFamily="49" charset="-122"/>
              </a:rPr>
              <a:t>使用指针变量作参数，可以得到多个变化了的值</a:t>
            </a:r>
            <a:r>
              <a:rPr lang="zh-CN" altLang="zh-CN" sz="2800" dirty="0" smtClean="0">
                <a:latin typeface="黑体" pitchFamily="49" charset="-122"/>
                <a:ea typeface="黑体" pitchFamily="49" charset="-122"/>
              </a:rPr>
              <a:t>。如果不用指针变量是难以做到这一点的。</a:t>
            </a:r>
            <a:endParaRPr lang="en-US" altLang="zh-CN" sz="2800" dirty="0" smtClean="0">
              <a:latin typeface="黑体" pitchFamily="49" charset="-122"/>
              <a:ea typeface="黑体" pitchFamily="49" charset="-122"/>
            </a:endParaRPr>
          </a:p>
          <a:p>
            <a:pPr marL="457200" indent="-457200">
              <a:lnSpc>
                <a:spcPct val="150000"/>
              </a:lnSpc>
              <a:spcBef>
                <a:spcPts val="0"/>
              </a:spcBef>
              <a:buFont typeface="Wingdings" pitchFamily="2" charset="2"/>
              <a:buChar char="Ø"/>
            </a:pPr>
            <a:r>
              <a:rPr lang="zh-CN" altLang="zh-CN" sz="2800" dirty="0" smtClean="0">
                <a:latin typeface="黑体" pitchFamily="49" charset="-122"/>
                <a:ea typeface="黑体" pitchFamily="49" charset="-122"/>
              </a:rPr>
              <a:t>要善于利用</a:t>
            </a:r>
            <a:r>
              <a:rPr lang="zh-CN" altLang="zh-CN" sz="2800" dirty="0" smtClean="0">
                <a:solidFill>
                  <a:srgbClr val="00B050"/>
                </a:solidFill>
                <a:latin typeface="黑体" pitchFamily="49" charset="-122"/>
                <a:ea typeface="黑体" pitchFamily="49" charset="-122"/>
              </a:rPr>
              <a:t>指针法</a:t>
            </a:r>
            <a:r>
              <a:rPr lang="zh-CN" altLang="zh-CN" sz="2800" dirty="0" smtClean="0">
                <a:latin typeface="黑体" pitchFamily="49" charset="-122"/>
                <a:ea typeface="黑体" pitchFamily="49" charset="-122"/>
              </a:rPr>
              <a:t>。</a:t>
            </a:r>
            <a:endParaRPr lang="zh-CN" altLang="en-US" sz="2800" dirty="0" smtClean="0">
              <a:latin typeface="黑体" pitchFamily="49" charset="-122"/>
              <a:ea typeface="黑体" pitchFamily="49" charset="-122"/>
            </a:endParaRPr>
          </a:p>
        </p:txBody>
      </p:sp>
      <p:pic>
        <p:nvPicPr>
          <p:cNvPr id="38915" name="图片 2" descr="Untitled2.png">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429625" y="6143625"/>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462284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51519" y="908720"/>
            <a:ext cx="8178105" cy="4143375"/>
          </a:xfrm>
        </p:spPr>
        <p:txBody>
          <a:bodyPr/>
          <a:lstStyle/>
          <a:p>
            <a:pPr marL="0" indent="0">
              <a:lnSpc>
                <a:spcPct val="150000"/>
              </a:lnSpc>
              <a:spcBef>
                <a:spcPts val="0"/>
              </a:spcBef>
              <a:buFont typeface="Wingdings" pitchFamily="2" charset="2"/>
              <a:buNone/>
            </a:pPr>
            <a:r>
              <a:rPr lang="zh-CN" altLang="zh-CN" sz="2800" dirty="0" smtClean="0">
                <a:latin typeface="黑体" pitchFamily="49" charset="-122"/>
                <a:ea typeface="黑体" pitchFamily="49" charset="-122"/>
              </a:rPr>
              <a:t>例</a:t>
            </a:r>
            <a:r>
              <a:rPr lang="en-US" altLang="zh-CN" sz="2800" dirty="0" smtClean="0">
                <a:latin typeface="黑体" pitchFamily="49" charset="-122"/>
                <a:ea typeface="黑体" pitchFamily="49" charset="-122"/>
              </a:rPr>
              <a:t>8.5 </a:t>
            </a:r>
            <a:r>
              <a:rPr lang="zh-CN" altLang="zh-CN" sz="2800" dirty="0" smtClean="0">
                <a:latin typeface="黑体" pitchFamily="49" charset="-122"/>
                <a:ea typeface="黑体" pitchFamily="49" charset="-122"/>
              </a:rPr>
              <a:t>输入</a:t>
            </a:r>
            <a:r>
              <a:rPr lang="en-US" altLang="zh-CN" sz="2800" dirty="0" smtClean="0">
                <a:latin typeface="黑体" pitchFamily="49" charset="-122"/>
                <a:ea typeface="黑体" pitchFamily="49" charset="-122"/>
              </a:rPr>
              <a:t>3</a:t>
            </a:r>
            <a:r>
              <a:rPr lang="zh-CN" altLang="zh-CN" sz="2800" dirty="0" smtClean="0">
                <a:latin typeface="黑体" pitchFamily="49" charset="-122"/>
                <a:ea typeface="黑体" pitchFamily="49" charset="-122"/>
              </a:rPr>
              <a:t>个整数</a:t>
            </a:r>
            <a:r>
              <a:rPr lang="en-US" altLang="zh-CN" sz="2800" dirty="0" err="1" smtClean="0">
                <a:latin typeface="黑体" pitchFamily="49" charset="-122"/>
                <a:ea typeface="黑体" pitchFamily="49" charset="-122"/>
              </a:rPr>
              <a:t>a,b,c</a:t>
            </a:r>
            <a:r>
              <a:rPr lang="zh-CN" altLang="zh-CN" sz="2800" dirty="0" smtClean="0">
                <a:latin typeface="黑体" pitchFamily="49" charset="-122"/>
                <a:ea typeface="黑体" pitchFamily="49" charset="-122"/>
              </a:rPr>
              <a:t>，要求按由大到小的顺序将它们输出。用函数实现。</a:t>
            </a:r>
            <a:endParaRPr lang="en-US" altLang="zh-CN" sz="2800" dirty="0" smtClean="0">
              <a:latin typeface="黑体" pitchFamily="49" charset="-122"/>
              <a:ea typeface="黑体" pitchFamily="49" charset="-122"/>
            </a:endParaRPr>
          </a:p>
          <a:p>
            <a:pPr marL="457200" indent="-457200">
              <a:lnSpc>
                <a:spcPct val="150000"/>
              </a:lnSpc>
              <a:spcBef>
                <a:spcPts val="0"/>
              </a:spcBef>
              <a:buFont typeface="Wingdings" pitchFamily="2" charset="2"/>
              <a:buChar char="Ø"/>
            </a:pPr>
            <a:r>
              <a:rPr lang="zh-CN" altLang="zh-CN" sz="2800" dirty="0" smtClean="0">
                <a:latin typeface="黑体" pitchFamily="49" charset="-122"/>
                <a:ea typeface="黑体" pitchFamily="49" charset="-122"/>
              </a:rPr>
              <a:t>解题思路：采用例</a:t>
            </a:r>
            <a:r>
              <a:rPr lang="en-US" altLang="zh-CN" sz="2800" dirty="0" smtClean="0">
                <a:latin typeface="黑体" pitchFamily="49" charset="-122"/>
                <a:ea typeface="黑体" pitchFamily="49" charset="-122"/>
              </a:rPr>
              <a:t>8.3</a:t>
            </a:r>
            <a:r>
              <a:rPr lang="zh-CN" altLang="zh-CN" sz="2800" dirty="0" smtClean="0">
                <a:latin typeface="黑体" pitchFamily="49" charset="-122"/>
                <a:ea typeface="黑体" pitchFamily="49" charset="-122"/>
              </a:rPr>
              <a:t>的方法在函数中改变这</a:t>
            </a:r>
            <a:r>
              <a:rPr lang="en-US" altLang="zh-CN" sz="2800" dirty="0" smtClean="0">
                <a:latin typeface="黑体" pitchFamily="49" charset="-122"/>
                <a:ea typeface="黑体" pitchFamily="49" charset="-122"/>
              </a:rPr>
              <a:t>3</a:t>
            </a:r>
            <a:r>
              <a:rPr lang="zh-CN" altLang="zh-CN" sz="2800" dirty="0" smtClean="0">
                <a:latin typeface="黑体" pitchFamily="49" charset="-122"/>
                <a:ea typeface="黑体" pitchFamily="49" charset="-122"/>
              </a:rPr>
              <a:t>个变量的值。用</a:t>
            </a:r>
            <a:r>
              <a:rPr lang="en-US" altLang="zh-CN" sz="2800" dirty="0" smtClean="0">
                <a:latin typeface="黑体" pitchFamily="49" charset="-122"/>
                <a:ea typeface="黑体" pitchFamily="49" charset="-122"/>
              </a:rPr>
              <a:t>swap</a:t>
            </a:r>
            <a:r>
              <a:rPr lang="zh-CN" altLang="zh-CN" sz="2800" dirty="0" smtClean="0">
                <a:latin typeface="黑体" pitchFamily="49" charset="-122"/>
                <a:ea typeface="黑体" pitchFamily="49" charset="-122"/>
              </a:rPr>
              <a:t>函数交换两个变量的值，用</a:t>
            </a:r>
            <a:r>
              <a:rPr lang="en-US" altLang="zh-CN" sz="2800" dirty="0" smtClean="0">
                <a:latin typeface="黑体" pitchFamily="49" charset="-122"/>
                <a:ea typeface="黑体" pitchFamily="49" charset="-122"/>
              </a:rPr>
              <a:t>exchange</a:t>
            </a:r>
            <a:r>
              <a:rPr lang="zh-CN" altLang="zh-CN" sz="2800" dirty="0" smtClean="0">
                <a:latin typeface="黑体" pitchFamily="49" charset="-122"/>
                <a:ea typeface="黑体" pitchFamily="49" charset="-122"/>
              </a:rPr>
              <a:t>函数改变这</a:t>
            </a:r>
            <a:r>
              <a:rPr lang="en-US" altLang="zh-CN" sz="2800" dirty="0" smtClean="0">
                <a:latin typeface="黑体" pitchFamily="49" charset="-122"/>
                <a:ea typeface="黑体" pitchFamily="49" charset="-122"/>
              </a:rPr>
              <a:t>3</a:t>
            </a:r>
            <a:r>
              <a:rPr lang="zh-CN" altLang="zh-CN" sz="2800" dirty="0" smtClean="0">
                <a:latin typeface="黑体" pitchFamily="49" charset="-122"/>
                <a:ea typeface="黑体" pitchFamily="49" charset="-122"/>
              </a:rPr>
              <a:t>个变量的值。</a:t>
            </a:r>
          </a:p>
          <a:p>
            <a:pPr>
              <a:buFont typeface="Wingdings" pitchFamily="2" charset="2"/>
              <a:buNone/>
            </a:pPr>
            <a:endParaRPr lang="zh-CN" altLang="en-US" dirty="0" smtClean="0"/>
          </a:p>
        </p:txBody>
      </p:sp>
      <p:pic>
        <p:nvPicPr>
          <p:cNvPr id="39939" name="图片 3" descr="Untitled2.png">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429625" y="6143625"/>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2515222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linds(horizontal)">
                                      <p:cBhvr>
                                        <p:cTn id="7"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内容占位符 2"/>
          <p:cNvSpPr>
            <a:spLocks noGrp="1"/>
          </p:cNvSpPr>
          <p:nvPr>
            <p:ph idx="1"/>
          </p:nvPr>
        </p:nvSpPr>
        <p:spPr>
          <a:xfrm>
            <a:off x="214313" y="785813"/>
            <a:ext cx="8786812" cy="5286375"/>
          </a:xfrm>
        </p:spPr>
        <p:txBody>
          <a:bodyPr/>
          <a:lstStyle/>
          <a:p>
            <a:pPr>
              <a:lnSpc>
                <a:spcPct val="100000"/>
              </a:lnSpc>
              <a:buFont typeface="Wingdings" pitchFamily="2" charset="2"/>
              <a:buNone/>
            </a:pPr>
            <a:r>
              <a:rPr lang="en-US" altLang="zh-CN" sz="2800" smtClean="0"/>
              <a:t>#include &lt;stdio.h&gt;</a:t>
            </a:r>
            <a:endParaRPr lang="zh-CN" altLang="zh-CN" sz="2800" smtClean="0"/>
          </a:p>
          <a:p>
            <a:pPr>
              <a:lnSpc>
                <a:spcPct val="100000"/>
              </a:lnSpc>
              <a:buFont typeface="Wingdings" pitchFamily="2" charset="2"/>
              <a:buNone/>
            </a:pPr>
            <a:r>
              <a:rPr lang="en-US" altLang="zh-CN" sz="2800" smtClean="0"/>
              <a:t>int main()</a:t>
            </a:r>
            <a:endParaRPr lang="zh-CN" altLang="zh-CN" sz="2800" smtClean="0"/>
          </a:p>
          <a:p>
            <a:pPr>
              <a:lnSpc>
                <a:spcPct val="100000"/>
              </a:lnSpc>
              <a:buFont typeface="Wingdings" pitchFamily="2" charset="2"/>
              <a:buNone/>
            </a:pPr>
            <a:r>
              <a:rPr lang="en-US" altLang="zh-CN" sz="2800" smtClean="0"/>
              <a:t>{ void exchange(int *q1, int *q2, int *q3);   </a:t>
            </a:r>
            <a:endParaRPr lang="zh-CN" altLang="zh-CN" sz="2800" smtClean="0"/>
          </a:p>
          <a:p>
            <a:pPr>
              <a:lnSpc>
                <a:spcPct val="100000"/>
              </a:lnSpc>
              <a:buFont typeface="Wingdings" pitchFamily="2" charset="2"/>
              <a:buNone/>
            </a:pPr>
            <a:r>
              <a:rPr lang="en-US" altLang="zh-CN" sz="2800" smtClean="0"/>
              <a:t>   int a,b,c,*p1,*p2,*p3;</a:t>
            </a:r>
            <a:endParaRPr lang="zh-CN" altLang="zh-CN" sz="2800" smtClean="0"/>
          </a:p>
          <a:p>
            <a:pPr>
              <a:lnSpc>
                <a:spcPct val="100000"/>
              </a:lnSpc>
              <a:buFont typeface="Wingdings" pitchFamily="2" charset="2"/>
              <a:buNone/>
            </a:pPr>
            <a:r>
              <a:rPr lang="en-US" altLang="zh-CN" sz="2800" smtClean="0"/>
              <a:t>   scanf("%d,%d,%d",&amp;a,&amp;b,&amp;c);</a:t>
            </a:r>
            <a:endParaRPr lang="zh-CN" altLang="zh-CN" sz="2800" smtClean="0"/>
          </a:p>
          <a:p>
            <a:pPr>
              <a:lnSpc>
                <a:spcPct val="100000"/>
              </a:lnSpc>
              <a:buFont typeface="Wingdings" pitchFamily="2" charset="2"/>
              <a:buNone/>
            </a:pPr>
            <a:r>
              <a:rPr lang="en-US" altLang="zh-CN" sz="2800" smtClean="0"/>
              <a:t>   p1=&amp;a;p2=&amp;b;p3=&amp;c;</a:t>
            </a:r>
            <a:endParaRPr lang="zh-CN" altLang="zh-CN" sz="2800" smtClean="0"/>
          </a:p>
          <a:p>
            <a:pPr>
              <a:lnSpc>
                <a:spcPct val="100000"/>
              </a:lnSpc>
              <a:buFont typeface="Wingdings" pitchFamily="2" charset="2"/>
              <a:buNone/>
            </a:pPr>
            <a:r>
              <a:rPr lang="en-US" altLang="zh-CN" sz="2800" smtClean="0"/>
              <a:t>   exchange(p1,p2,p3);</a:t>
            </a:r>
            <a:endParaRPr lang="zh-CN" altLang="zh-CN" sz="2800" smtClean="0"/>
          </a:p>
          <a:p>
            <a:pPr>
              <a:lnSpc>
                <a:spcPct val="100000"/>
              </a:lnSpc>
              <a:buFont typeface="Wingdings" pitchFamily="2" charset="2"/>
              <a:buNone/>
            </a:pPr>
            <a:r>
              <a:rPr lang="en-US" altLang="zh-CN" sz="2800" smtClean="0"/>
              <a:t>   printf(“%d,%d,%d\n",a,b,c);</a:t>
            </a:r>
            <a:endParaRPr lang="zh-CN" altLang="zh-CN" sz="2800" smtClean="0"/>
          </a:p>
          <a:p>
            <a:pPr>
              <a:lnSpc>
                <a:spcPct val="100000"/>
              </a:lnSpc>
              <a:buFont typeface="Wingdings" pitchFamily="2" charset="2"/>
              <a:buNone/>
            </a:pPr>
            <a:r>
              <a:rPr lang="en-US" altLang="zh-CN" sz="2800" smtClean="0"/>
              <a:t>   return 0;</a:t>
            </a:r>
            <a:endParaRPr lang="zh-CN" altLang="zh-CN" sz="2800" smtClean="0"/>
          </a:p>
          <a:p>
            <a:pPr>
              <a:lnSpc>
                <a:spcPct val="100000"/>
              </a:lnSpc>
              <a:buFont typeface="Wingdings" pitchFamily="2" charset="2"/>
              <a:buNone/>
            </a:pPr>
            <a:r>
              <a:rPr lang="en-US" altLang="zh-CN" sz="2800" smtClean="0"/>
              <a:t>}</a:t>
            </a:r>
            <a:endParaRPr lang="zh-CN" altLang="zh-CN" sz="2800" smtClean="0"/>
          </a:p>
          <a:p>
            <a:pPr>
              <a:lnSpc>
                <a:spcPct val="100000"/>
              </a:lnSpc>
              <a:buFont typeface="Wingdings" pitchFamily="2" charset="2"/>
              <a:buNone/>
            </a:pPr>
            <a:endParaRPr lang="zh-CN" altLang="en-US" sz="2800" smtClean="0"/>
          </a:p>
        </p:txBody>
      </p:sp>
      <p:sp>
        <p:nvSpPr>
          <p:cNvPr id="4" name="圆角矩形标注 3"/>
          <p:cNvSpPr>
            <a:spLocks noChangeArrowheads="1"/>
          </p:cNvSpPr>
          <p:nvPr/>
        </p:nvSpPr>
        <p:spPr bwMode="auto">
          <a:xfrm>
            <a:off x="4499992" y="3286125"/>
            <a:ext cx="3071812" cy="1143000"/>
          </a:xfrm>
          <a:prstGeom prst="wedgeRoundRectCallout">
            <a:avLst>
              <a:gd name="adj1" fmla="val -78875"/>
              <a:gd name="adj2" fmla="val 23019"/>
              <a:gd name="adj3" fmla="val 16667"/>
            </a:avLst>
          </a:prstGeom>
          <a:solidFill>
            <a:srgbClr val="FFFFCC"/>
          </a:solidFill>
          <a:ln w="9525" algn="ctr">
            <a:solidFill>
              <a:schemeClr val="tx1"/>
            </a:solidFill>
            <a:miter lim="800000"/>
            <a:headEnd/>
            <a:tailEnd/>
          </a:ln>
        </p:spPr>
        <p:txBody>
          <a:bodyPr/>
          <a:lstStyle/>
          <a:p>
            <a:pPr algn="ctr"/>
            <a:r>
              <a:rPr lang="zh-CN" altLang="en-US" sz="2800" b="1" dirty="0">
                <a:solidFill>
                  <a:srgbClr val="0000CC"/>
                </a:solidFill>
                <a:latin typeface="黑体" pitchFamily="49" charset="-122"/>
                <a:ea typeface="黑体" pitchFamily="49" charset="-122"/>
              </a:rPr>
              <a:t>调用结束后不会改变指针的指向</a:t>
            </a:r>
          </a:p>
        </p:txBody>
      </p:sp>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67538" y="2886075"/>
            <a:ext cx="20335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0965" name="图片 5" descr="Untitled2.png">
            <a:hlinkClick r:id="rId3" action="ppaction://hlinksldjump"/>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8429625" y="6143625"/>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4115731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blinds(horizontal)">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内容占位符 2"/>
          <p:cNvSpPr>
            <a:spLocks noGrp="1"/>
          </p:cNvSpPr>
          <p:nvPr>
            <p:ph idx="1"/>
          </p:nvPr>
        </p:nvSpPr>
        <p:spPr>
          <a:xfrm>
            <a:off x="285750" y="857250"/>
            <a:ext cx="8501063" cy="5357813"/>
          </a:xfrm>
        </p:spPr>
        <p:txBody>
          <a:bodyPr/>
          <a:lstStyle/>
          <a:p>
            <a:pPr>
              <a:lnSpc>
                <a:spcPct val="100000"/>
              </a:lnSpc>
              <a:buFont typeface="Wingdings" pitchFamily="2" charset="2"/>
              <a:buNone/>
            </a:pPr>
            <a:r>
              <a:rPr lang="en-US" altLang="zh-CN" sz="2800" smtClean="0"/>
              <a:t>void exchange(int *q1, int *q2, int *q3)    </a:t>
            </a:r>
            <a:endParaRPr lang="zh-CN" altLang="zh-CN" sz="2800" smtClean="0"/>
          </a:p>
          <a:p>
            <a:pPr>
              <a:lnSpc>
                <a:spcPct val="100000"/>
              </a:lnSpc>
              <a:buFont typeface="Wingdings" pitchFamily="2" charset="2"/>
              <a:buNone/>
            </a:pPr>
            <a:r>
              <a:rPr lang="en-US" altLang="zh-CN" sz="2800" smtClean="0"/>
              <a:t>{ void swap(int *pt1, int *pt2);   </a:t>
            </a:r>
            <a:endParaRPr lang="zh-CN" altLang="zh-CN" sz="2800" smtClean="0"/>
          </a:p>
          <a:p>
            <a:pPr>
              <a:lnSpc>
                <a:spcPct val="100000"/>
              </a:lnSpc>
              <a:buFont typeface="Wingdings" pitchFamily="2" charset="2"/>
              <a:buNone/>
            </a:pPr>
            <a:r>
              <a:rPr lang="en-US" altLang="zh-CN" sz="2800" smtClean="0"/>
              <a:t>   if(*q1&lt;*q2) swap(q1,q2);   </a:t>
            </a:r>
            <a:endParaRPr lang="zh-CN" altLang="zh-CN" sz="2800" smtClean="0"/>
          </a:p>
          <a:p>
            <a:pPr>
              <a:lnSpc>
                <a:spcPct val="100000"/>
              </a:lnSpc>
              <a:buFont typeface="Wingdings" pitchFamily="2" charset="2"/>
              <a:buNone/>
            </a:pPr>
            <a:r>
              <a:rPr lang="en-US" altLang="zh-CN" sz="2800" smtClean="0"/>
              <a:t>   if(*q1&lt;*q3) swap(q1,q3);   </a:t>
            </a:r>
            <a:endParaRPr lang="zh-CN" altLang="zh-CN" sz="2800" smtClean="0"/>
          </a:p>
          <a:p>
            <a:pPr>
              <a:lnSpc>
                <a:spcPct val="100000"/>
              </a:lnSpc>
              <a:buFont typeface="Wingdings" pitchFamily="2" charset="2"/>
              <a:buNone/>
            </a:pPr>
            <a:r>
              <a:rPr lang="en-US" altLang="zh-CN" sz="2800" smtClean="0"/>
              <a:t>   if(*q2&lt;*q3) swap(q2,q3);   </a:t>
            </a:r>
            <a:endParaRPr lang="zh-CN" altLang="zh-CN" sz="2800" smtClean="0"/>
          </a:p>
          <a:p>
            <a:pPr>
              <a:lnSpc>
                <a:spcPct val="100000"/>
              </a:lnSpc>
              <a:buFont typeface="Wingdings" pitchFamily="2" charset="2"/>
              <a:buNone/>
            </a:pPr>
            <a:r>
              <a:rPr lang="en-US" altLang="zh-CN" sz="2800" smtClean="0"/>
              <a:t>} </a:t>
            </a:r>
            <a:endParaRPr lang="zh-CN" altLang="zh-CN" sz="2800" smtClean="0"/>
          </a:p>
          <a:p>
            <a:pPr>
              <a:lnSpc>
                <a:spcPct val="100000"/>
              </a:lnSpc>
              <a:buFont typeface="Wingdings" pitchFamily="2" charset="2"/>
              <a:buNone/>
            </a:pPr>
            <a:r>
              <a:rPr lang="en-US" altLang="zh-CN" sz="2800" smtClean="0"/>
              <a:t>void swap(int *pt1, int *pt2)       </a:t>
            </a:r>
            <a:endParaRPr lang="zh-CN" altLang="zh-CN" sz="2800" smtClean="0"/>
          </a:p>
          <a:p>
            <a:pPr>
              <a:lnSpc>
                <a:spcPct val="100000"/>
              </a:lnSpc>
              <a:buFont typeface="Wingdings" pitchFamily="2" charset="2"/>
              <a:buNone/>
            </a:pPr>
            <a:r>
              <a:rPr lang="en-US" altLang="zh-CN" sz="2800" smtClean="0"/>
              <a:t>{ int temp;</a:t>
            </a:r>
            <a:endParaRPr lang="zh-CN" altLang="zh-CN" sz="2800" smtClean="0"/>
          </a:p>
          <a:p>
            <a:pPr>
              <a:lnSpc>
                <a:spcPct val="100000"/>
              </a:lnSpc>
              <a:buFont typeface="Wingdings" pitchFamily="2" charset="2"/>
              <a:buNone/>
            </a:pPr>
            <a:r>
              <a:rPr lang="en-US" altLang="zh-CN" sz="2800" smtClean="0"/>
              <a:t>   temp=*pt1;   *pt1=*pt2;  *pt2=temp;</a:t>
            </a:r>
            <a:endParaRPr lang="zh-CN" altLang="zh-CN" sz="2800" smtClean="0"/>
          </a:p>
          <a:p>
            <a:pPr>
              <a:lnSpc>
                <a:spcPct val="100000"/>
              </a:lnSpc>
              <a:buFont typeface="Wingdings" pitchFamily="2" charset="2"/>
              <a:buNone/>
            </a:pPr>
            <a:r>
              <a:rPr lang="en-US" altLang="zh-CN" sz="2800" smtClean="0"/>
              <a:t> }   </a:t>
            </a:r>
            <a:endParaRPr lang="zh-CN" altLang="zh-CN" sz="2800" smtClean="0"/>
          </a:p>
        </p:txBody>
      </p:sp>
      <p:sp>
        <p:nvSpPr>
          <p:cNvPr id="5" name="圆角矩形标注 4"/>
          <p:cNvSpPr>
            <a:spLocks noChangeArrowheads="1"/>
          </p:cNvSpPr>
          <p:nvPr/>
        </p:nvSpPr>
        <p:spPr bwMode="auto">
          <a:xfrm>
            <a:off x="1331640" y="5593142"/>
            <a:ext cx="2357437" cy="1000125"/>
          </a:xfrm>
          <a:prstGeom prst="wedgeRoundRectCallout">
            <a:avLst>
              <a:gd name="adj1" fmla="val 34907"/>
              <a:gd name="adj2" fmla="val -74514"/>
              <a:gd name="adj3" fmla="val 16667"/>
            </a:avLst>
          </a:prstGeom>
          <a:solidFill>
            <a:srgbClr val="FFFFCC"/>
          </a:solidFill>
          <a:ln w="9525" algn="ctr">
            <a:solidFill>
              <a:schemeClr val="tx1"/>
            </a:solidFill>
            <a:miter lim="800000"/>
            <a:headEnd/>
            <a:tailEnd/>
          </a:ln>
        </p:spPr>
        <p:txBody>
          <a:bodyPr/>
          <a:lstStyle/>
          <a:p>
            <a:pPr algn="ctr"/>
            <a:r>
              <a:rPr lang="zh-CN" altLang="en-US" sz="2800" b="1" dirty="0">
                <a:solidFill>
                  <a:srgbClr val="0000CC"/>
                </a:solidFill>
                <a:latin typeface="黑体" pitchFamily="49" charset="-122"/>
                <a:ea typeface="黑体" pitchFamily="49" charset="-122"/>
              </a:rPr>
              <a:t>交换指针指向的变量值</a:t>
            </a:r>
          </a:p>
        </p:txBody>
      </p:sp>
      <p:pic>
        <p:nvPicPr>
          <p:cNvPr id="24269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67538" y="3286125"/>
            <a:ext cx="2033587" cy="42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989"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67538" y="2886075"/>
            <a:ext cx="20335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990" name="图片 5" descr="Untitled2.png">
            <a:hlinkClick r:id="rId4" action="ppaction://hlinksldjump"/>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8429625" y="6143625"/>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57378386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242691"/>
                                        </p:tgtEl>
                                        <p:attrNameLst>
                                          <p:attrName>style.visibility</p:attrName>
                                        </p:attrNameLst>
                                      </p:cBhvr>
                                      <p:to>
                                        <p:strVal val="visible"/>
                                      </p:to>
                                    </p:set>
                                    <p:animEffect transition="in" filter="blinds(horizontal)">
                                      <p:cBhvr>
                                        <p:cTn id="12" dur="500"/>
                                        <p:tgtEl>
                                          <p:spTgt spid="2426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4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6" name="Rectangle 3"/>
          <p:cNvSpPr txBox="1">
            <a:spLocks noChangeArrowheads="1"/>
          </p:cNvSpPr>
          <p:nvPr/>
        </p:nvSpPr>
        <p:spPr bwMode="auto">
          <a:xfrm>
            <a:off x="661988" y="1219200"/>
            <a:ext cx="3656012" cy="4013200"/>
          </a:xfrm>
          <a:prstGeom prst="rect">
            <a:avLst/>
          </a:prstGeom>
          <a:noFill/>
          <a:ln w="9525">
            <a:solidFill>
              <a:srgbClr val="00B050"/>
            </a:solidFill>
            <a:miter lim="800000"/>
            <a:headEnd/>
            <a:tailEnd/>
          </a:ln>
        </p:spPr>
        <p:txBody>
          <a:bodyPr/>
          <a:lstStyle/>
          <a:p>
            <a:pPr marL="342900" indent="-342900" eaLnBrk="1" hangingPunct="1">
              <a:lnSpc>
                <a:spcPct val="90000"/>
              </a:lnSpc>
              <a:spcBef>
                <a:spcPct val="20000"/>
              </a:spcBef>
              <a:buClr>
                <a:schemeClr val="accent1"/>
              </a:buClr>
              <a:buSzPct val="50000"/>
              <a:defRPr/>
            </a:pPr>
            <a:r>
              <a:rPr kumimoji="0" lang="en-US" altLang="zh-CN" b="1" dirty="0" err="1">
                <a:ea typeface="+mn-ea"/>
                <a:cs typeface="Times New Roman" panose="02020603050405020304" pitchFamily="18" charset="0"/>
              </a:rPr>
              <a:t>int</a:t>
            </a:r>
            <a:r>
              <a:rPr kumimoji="0" lang="en-US" altLang="zh-CN" b="1" dirty="0">
                <a:ea typeface="+mn-ea"/>
                <a:cs typeface="Times New Roman" panose="02020603050405020304" pitchFamily="18" charset="0"/>
              </a:rPr>
              <a:t> main( )</a:t>
            </a:r>
          </a:p>
          <a:p>
            <a:pPr marL="342900" indent="-342900" eaLnBrk="1" hangingPunct="1">
              <a:lnSpc>
                <a:spcPct val="90000"/>
              </a:lnSpc>
              <a:spcBef>
                <a:spcPct val="20000"/>
              </a:spcBef>
              <a:buClr>
                <a:schemeClr val="accent1"/>
              </a:buClr>
              <a:buSzPct val="50000"/>
              <a:defRPr/>
            </a:pPr>
            <a:r>
              <a:rPr kumimoji="0" lang="en-US" altLang="zh-CN" b="1" dirty="0">
                <a:ea typeface="+mn-ea"/>
                <a:cs typeface="Times New Roman" panose="02020603050405020304" pitchFamily="18" charset="0"/>
              </a:rPr>
              <a:t>{ </a:t>
            </a:r>
            <a:r>
              <a:rPr kumimoji="0" lang="en-US" altLang="zh-CN" b="1" dirty="0" err="1">
                <a:ea typeface="+mn-ea"/>
                <a:cs typeface="Times New Roman" panose="02020603050405020304" pitchFamily="18" charset="0"/>
              </a:rPr>
              <a:t>int</a:t>
            </a:r>
            <a:r>
              <a:rPr kumimoji="0" lang="en-US" altLang="zh-CN" b="1" dirty="0">
                <a:ea typeface="+mn-ea"/>
                <a:cs typeface="Times New Roman" panose="02020603050405020304" pitchFamily="18" charset="0"/>
              </a:rPr>
              <a:t> a=5,b=3;</a:t>
            </a:r>
          </a:p>
          <a:p>
            <a:pPr marL="342900" indent="-342900" eaLnBrk="1" hangingPunct="1">
              <a:lnSpc>
                <a:spcPct val="90000"/>
              </a:lnSpc>
              <a:spcBef>
                <a:spcPct val="20000"/>
              </a:spcBef>
              <a:buClr>
                <a:schemeClr val="accent1"/>
              </a:buClr>
              <a:buSzPct val="50000"/>
              <a:defRPr/>
            </a:pPr>
            <a:r>
              <a:rPr kumimoji="0" lang="en-US" altLang="zh-CN" b="1" dirty="0">
                <a:ea typeface="+mn-ea"/>
                <a:cs typeface="Times New Roman" panose="02020603050405020304" pitchFamily="18" charset="0"/>
              </a:rPr>
              <a:t> </a:t>
            </a:r>
            <a:r>
              <a:rPr kumimoji="0" lang="en-US" altLang="zh-CN" b="1" dirty="0" err="1">
                <a:ea typeface="+mn-ea"/>
                <a:cs typeface="Times New Roman" panose="02020603050405020304" pitchFamily="18" charset="0"/>
              </a:rPr>
              <a:t>int</a:t>
            </a:r>
            <a:r>
              <a:rPr kumimoji="0" lang="en-US" altLang="zh-CN" b="1" dirty="0">
                <a:ea typeface="+mn-ea"/>
                <a:cs typeface="Times New Roman" panose="02020603050405020304" pitchFamily="18" charset="0"/>
              </a:rPr>
              <a:t> *p;</a:t>
            </a:r>
          </a:p>
          <a:p>
            <a:pPr marL="342900" indent="-342900" eaLnBrk="1" hangingPunct="1">
              <a:lnSpc>
                <a:spcPct val="90000"/>
              </a:lnSpc>
              <a:spcBef>
                <a:spcPct val="20000"/>
              </a:spcBef>
              <a:buClr>
                <a:schemeClr val="accent1"/>
              </a:buClr>
              <a:buSzPct val="50000"/>
              <a:defRPr/>
            </a:pPr>
            <a:r>
              <a:rPr kumimoji="0" lang="en-US" altLang="zh-CN" b="1" dirty="0">
                <a:ea typeface="+mn-ea"/>
                <a:cs typeface="Times New Roman" panose="02020603050405020304" pitchFamily="18" charset="0"/>
              </a:rPr>
              <a:t>p=&amp;a;</a:t>
            </a:r>
          </a:p>
          <a:p>
            <a:pPr marL="342900" indent="-342900" eaLnBrk="1" hangingPunct="1">
              <a:lnSpc>
                <a:spcPct val="90000"/>
              </a:lnSpc>
              <a:spcBef>
                <a:spcPct val="20000"/>
              </a:spcBef>
              <a:buClr>
                <a:schemeClr val="accent1"/>
              </a:buClr>
              <a:buSzPct val="50000"/>
              <a:defRPr/>
            </a:pPr>
            <a:r>
              <a:rPr kumimoji="0" lang="en-US" altLang="zh-CN" b="1" dirty="0">
                <a:ea typeface="+mn-ea"/>
                <a:cs typeface="Times New Roman" panose="02020603050405020304" pitchFamily="18" charset="0"/>
              </a:rPr>
              <a:t>b=*p+5;</a:t>
            </a:r>
          </a:p>
          <a:p>
            <a:pPr marL="342900" indent="-342900" eaLnBrk="1" hangingPunct="1">
              <a:lnSpc>
                <a:spcPct val="90000"/>
              </a:lnSpc>
              <a:spcBef>
                <a:spcPct val="20000"/>
              </a:spcBef>
              <a:buClr>
                <a:schemeClr val="accent1"/>
              </a:buClr>
              <a:buSzPct val="50000"/>
              <a:defRPr/>
            </a:pPr>
            <a:r>
              <a:rPr kumimoji="0" lang="en-US" altLang="zh-CN" b="1" dirty="0" err="1">
                <a:ea typeface="+mn-ea"/>
                <a:cs typeface="Times New Roman" panose="02020603050405020304" pitchFamily="18" charset="0"/>
              </a:rPr>
              <a:t>printf</a:t>
            </a:r>
            <a:r>
              <a:rPr kumimoji="0" lang="en-US" altLang="zh-CN" b="1" dirty="0">
                <a:ea typeface="+mn-ea"/>
                <a:cs typeface="Times New Roman" panose="02020603050405020304" pitchFamily="18" charset="0"/>
              </a:rPr>
              <a:t>(“%d\</a:t>
            </a:r>
            <a:r>
              <a:rPr kumimoji="0" lang="en-US" altLang="zh-CN" b="1" dirty="0" err="1">
                <a:ea typeface="+mn-ea"/>
                <a:cs typeface="Times New Roman" panose="02020603050405020304" pitchFamily="18" charset="0"/>
              </a:rPr>
              <a:t>n”,b</a:t>
            </a:r>
            <a:r>
              <a:rPr kumimoji="0" lang="en-US" altLang="zh-CN" b="1" dirty="0">
                <a:ea typeface="+mn-ea"/>
                <a:cs typeface="Times New Roman" panose="02020603050405020304" pitchFamily="18" charset="0"/>
              </a:rPr>
              <a:t>);</a:t>
            </a:r>
          </a:p>
          <a:p>
            <a:pPr marL="342900" indent="-342900" eaLnBrk="1" hangingPunct="1">
              <a:lnSpc>
                <a:spcPct val="90000"/>
              </a:lnSpc>
              <a:spcBef>
                <a:spcPct val="20000"/>
              </a:spcBef>
              <a:buClr>
                <a:schemeClr val="accent1"/>
              </a:buClr>
              <a:buSzPct val="50000"/>
              <a:defRPr/>
            </a:pPr>
            <a:r>
              <a:rPr kumimoji="0" lang="en-US" altLang="zh-CN" b="1" dirty="0">
                <a:ea typeface="+mn-ea"/>
                <a:cs typeface="Times New Roman" panose="02020603050405020304" pitchFamily="18" charset="0"/>
              </a:rPr>
              <a:t>*p=4;</a:t>
            </a:r>
          </a:p>
          <a:p>
            <a:pPr marL="342900" indent="-342900" eaLnBrk="1" hangingPunct="1">
              <a:lnSpc>
                <a:spcPct val="90000"/>
              </a:lnSpc>
              <a:spcBef>
                <a:spcPct val="20000"/>
              </a:spcBef>
              <a:buClr>
                <a:schemeClr val="accent1"/>
              </a:buClr>
              <a:buSzPct val="50000"/>
              <a:defRPr/>
            </a:pPr>
            <a:r>
              <a:rPr kumimoji="0" lang="en-US" altLang="zh-CN" b="1" dirty="0" err="1">
                <a:ea typeface="+mn-ea"/>
                <a:cs typeface="Times New Roman" panose="02020603050405020304" pitchFamily="18" charset="0"/>
              </a:rPr>
              <a:t>printf</a:t>
            </a:r>
            <a:r>
              <a:rPr kumimoji="0" lang="en-US" altLang="zh-CN" b="1" dirty="0">
                <a:ea typeface="+mn-ea"/>
                <a:cs typeface="Times New Roman" panose="02020603050405020304" pitchFamily="18" charset="0"/>
              </a:rPr>
              <a:t>(“%</a:t>
            </a:r>
            <a:r>
              <a:rPr kumimoji="0" lang="en-US" altLang="zh-CN" b="1" dirty="0" err="1">
                <a:ea typeface="+mn-ea"/>
                <a:cs typeface="Times New Roman" panose="02020603050405020304" pitchFamily="18" charset="0"/>
              </a:rPr>
              <a:t>d,%d</a:t>
            </a:r>
            <a:r>
              <a:rPr kumimoji="0" lang="en-US" altLang="zh-CN" b="1" dirty="0">
                <a:ea typeface="+mn-ea"/>
                <a:cs typeface="Times New Roman" panose="02020603050405020304" pitchFamily="18" charset="0"/>
              </a:rPr>
              <a:t>\</a:t>
            </a:r>
            <a:r>
              <a:rPr kumimoji="0" lang="en-US" altLang="zh-CN" b="1" dirty="0" err="1">
                <a:ea typeface="+mn-ea"/>
                <a:cs typeface="Times New Roman" panose="02020603050405020304" pitchFamily="18" charset="0"/>
              </a:rPr>
              <a:t>n”,a</a:t>
            </a:r>
            <a:r>
              <a:rPr kumimoji="0" lang="en-US" altLang="zh-CN" b="1" dirty="0">
                <a:ea typeface="+mn-ea"/>
                <a:cs typeface="Times New Roman" panose="02020603050405020304" pitchFamily="18" charset="0"/>
              </a:rPr>
              <a:t>,*p);</a:t>
            </a:r>
          </a:p>
          <a:p>
            <a:pPr marL="342900" indent="-342900" eaLnBrk="1" hangingPunct="1">
              <a:lnSpc>
                <a:spcPct val="90000"/>
              </a:lnSpc>
              <a:spcBef>
                <a:spcPct val="20000"/>
              </a:spcBef>
              <a:buClr>
                <a:schemeClr val="accent1"/>
              </a:buClr>
              <a:buSzPct val="50000"/>
              <a:defRPr/>
            </a:pPr>
            <a:r>
              <a:rPr kumimoji="0" lang="en-US" altLang="zh-CN" b="1" dirty="0">
                <a:ea typeface="+mn-ea"/>
                <a:cs typeface="Times New Roman" panose="02020603050405020304" pitchFamily="18" charset="0"/>
              </a:rPr>
              <a:t>return 0;</a:t>
            </a:r>
          </a:p>
          <a:p>
            <a:pPr marL="342900" indent="-342900" eaLnBrk="1" hangingPunct="1">
              <a:lnSpc>
                <a:spcPct val="90000"/>
              </a:lnSpc>
              <a:spcBef>
                <a:spcPct val="20000"/>
              </a:spcBef>
              <a:buClr>
                <a:schemeClr val="accent1"/>
              </a:buClr>
              <a:buSzPct val="50000"/>
              <a:defRPr/>
            </a:pPr>
            <a:r>
              <a:rPr kumimoji="0" lang="en-US" altLang="zh-CN" b="1" dirty="0">
                <a:ea typeface="+mn-ea"/>
                <a:cs typeface="Times New Roman" panose="02020603050405020304" pitchFamily="18" charset="0"/>
              </a:rPr>
              <a:t>}</a:t>
            </a:r>
          </a:p>
        </p:txBody>
      </p:sp>
      <p:sp>
        <p:nvSpPr>
          <p:cNvPr id="77" name="Text Box 4"/>
          <p:cNvSpPr txBox="1">
            <a:spLocks noChangeArrowheads="1"/>
          </p:cNvSpPr>
          <p:nvPr/>
        </p:nvSpPr>
        <p:spPr bwMode="auto">
          <a:xfrm>
            <a:off x="5491163" y="2740025"/>
            <a:ext cx="2028825" cy="1201738"/>
          </a:xfrm>
          <a:prstGeom prst="rect">
            <a:avLst/>
          </a:prstGeom>
          <a:solidFill>
            <a:schemeClr val="accent1">
              <a:lumMod val="40000"/>
              <a:lumOff val="60000"/>
            </a:schemeClr>
          </a:solidFill>
          <a:ln w="9525">
            <a:noFill/>
            <a:miter lim="800000"/>
            <a:headEnd/>
            <a:tailEnd/>
          </a:ln>
        </p:spPr>
        <p:txBody>
          <a:bodyPr wrap="none" lIns="90000" tIns="46800" rIns="90000" bIns="46800">
            <a:spAutoFit/>
          </a:bodyPr>
          <a:lstStyle>
            <a:lvl1pPr>
              <a:defRPr kumimoji="1" sz="2400">
                <a:solidFill>
                  <a:schemeClr val="tx1"/>
                </a:solidFill>
                <a:latin typeface="Times New Roman" pitchFamily="18" charset="0"/>
                <a:ea typeface="宋体" pitchFamily="2" charset="-122"/>
              </a:defRPr>
            </a:lvl1pPr>
            <a:lvl2pPr marL="742950" indent="-285750">
              <a:defRPr kumimoji="1" sz="2400">
                <a:solidFill>
                  <a:schemeClr val="tx1"/>
                </a:solidFill>
                <a:latin typeface="Times New Roman" pitchFamily="18" charset="0"/>
                <a:ea typeface="宋体" pitchFamily="2" charset="-122"/>
              </a:defRPr>
            </a:lvl2pPr>
            <a:lvl3pPr marL="1143000" indent="-228600">
              <a:defRPr kumimoji="1" sz="2400">
                <a:solidFill>
                  <a:schemeClr val="tx1"/>
                </a:solidFill>
                <a:latin typeface="Times New Roman" pitchFamily="18" charset="0"/>
                <a:ea typeface="宋体" pitchFamily="2" charset="-122"/>
              </a:defRPr>
            </a:lvl3pPr>
            <a:lvl4pPr marL="1600200" indent="-228600">
              <a:defRPr kumimoji="1" sz="2400">
                <a:solidFill>
                  <a:schemeClr val="tx1"/>
                </a:solidFill>
                <a:latin typeface="Times New Roman" pitchFamily="18" charset="0"/>
                <a:ea typeface="宋体" pitchFamily="2" charset="-122"/>
              </a:defRPr>
            </a:lvl4pPr>
            <a:lvl5pPr marL="2057400" indent="-22860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defRPr/>
            </a:pPr>
            <a:r>
              <a:rPr lang="zh-CN" altLang="en-US" b="1" dirty="0" smtClean="0">
                <a:solidFill>
                  <a:srgbClr val="FF3300"/>
                </a:solidFill>
                <a:latin typeface="黑体" pitchFamily="49" charset="-122"/>
                <a:ea typeface="黑体" pitchFamily="49" charset="-122"/>
              </a:rPr>
              <a:t>运行结果：  </a:t>
            </a:r>
          </a:p>
          <a:p>
            <a:pPr>
              <a:defRPr/>
            </a:pPr>
            <a:r>
              <a:rPr lang="zh-CN" altLang="en-US" b="1" dirty="0" smtClean="0">
                <a:solidFill>
                  <a:srgbClr val="FF3300"/>
                </a:solidFill>
                <a:latin typeface="黑体" pitchFamily="49" charset="-122"/>
                <a:ea typeface="黑体" pitchFamily="49" charset="-122"/>
              </a:rPr>
              <a:t>  </a:t>
            </a:r>
            <a:r>
              <a:rPr lang="en-US" altLang="zh-CN" b="1" dirty="0" smtClean="0">
                <a:solidFill>
                  <a:srgbClr val="FF3300"/>
                </a:solidFill>
                <a:latin typeface="黑体" pitchFamily="49" charset="-122"/>
                <a:ea typeface="黑体" pitchFamily="49" charset="-122"/>
              </a:rPr>
              <a:t>10</a:t>
            </a:r>
          </a:p>
          <a:p>
            <a:pPr>
              <a:defRPr/>
            </a:pPr>
            <a:r>
              <a:rPr lang="en-US" altLang="zh-CN" b="1" dirty="0" smtClean="0">
                <a:solidFill>
                  <a:srgbClr val="FF3300"/>
                </a:solidFill>
                <a:latin typeface="黑体" pitchFamily="49" charset="-122"/>
                <a:ea typeface="黑体" pitchFamily="49" charset="-122"/>
              </a:rPr>
              <a:t>  4</a:t>
            </a:r>
            <a:r>
              <a:rPr lang="zh-CN" altLang="en-US" b="1" dirty="0" smtClean="0">
                <a:solidFill>
                  <a:srgbClr val="FF3300"/>
                </a:solidFill>
                <a:latin typeface="黑体" pitchFamily="49" charset="-122"/>
                <a:ea typeface="黑体" pitchFamily="49" charset="-122"/>
              </a:rPr>
              <a:t>，</a:t>
            </a:r>
            <a:r>
              <a:rPr lang="en-US" altLang="zh-CN" b="1" dirty="0" smtClean="0">
                <a:solidFill>
                  <a:srgbClr val="FF3300"/>
                </a:solidFill>
                <a:latin typeface="黑体" pitchFamily="49" charset="-122"/>
                <a:ea typeface="黑体" pitchFamily="49" charset="-122"/>
              </a:rPr>
              <a:t>4</a:t>
            </a:r>
          </a:p>
        </p:txBody>
      </p:sp>
      <p:sp>
        <p:nvSpPr>
          <p:cNvPr id="49156" name="内容占位符 38"/>
          <p:cNvSpPr>
            <a:spLocks noGrp="1"/>
          </p:cNvSpPr>
          <p:nvPr>
            <p:ph idx="1"/>
          </p:nvPr>
        </p:nvSpPr>
        <p:spPr>
          <a:xfrm>
            <a:off x="274638" y="347663"/>
            <a:ext cx="8229600" cy="820737"/>
          </a:xfrm>
        </p:spPr>
        <p:txBody>
          <a:bodyPr/>
          <a:lstStyle/>
          <a:p>
            <a:pPr>
              <a:buFont typeface="Wingdings 2" pitchFamily="18" charset="2"/>
              <a:buNone/>
            </a:pPr>
            <a:r>
              <a:rPr lang="zh-CN" altLang="en-US" sz="2800" b="1" smtClean="0">
                <a:latin typeface="黑体" pitchFamily="2" charset="-122"/>
                <a:ea typeface="黑体" pitchFamily="2" charset="-122"/>
              </a:rPr>
              <a:t>例：读程序写结果。</a:t>
            </a:r>
          </a:p>
        </p:txBody>
      </p:sp>
    </p:spTree>
    <p:extLst>
      <p:ext uri="{BB962C8B-B14F-4D97-AF65-F5344CB8AC3E}">
        <p14:creationId xmlns:p14="http://schemas.microsoft.com/office/powerpoint/2010/main" val="303699042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nodeType="withEffect">
                                  <p:stCondLst>
                                    <p:cond delay="0"/>
                                  </p:stCondLst>
                                  <p:childTnLst>
                                    <p:set>
                                      <p:cBhvr>
                                        <p:cTn id="6" dur="1" fill="hold">
                                          <p:stCondLst>
                                            <p:cond delay="0"/>
                                          </p:stCondLst>
                                        </p:cTn>
                                        <p:tgtEl>
                                          <p:spTgt spid="76">
                                            <p:txEl>
                                              <p:pRg st="0" end="0"/>
                                            </p:txEl>
                                          </p:spTgt>
                                        </p:tgtEl>
                                        <p:attrNameLst>
                                          <p:attrName>style.visibility</p:attrName>
                                        </p:attrNameLst>
                                      </p:cBhvr>
                                      <p:to>
                                        <p:strVal val="visible"/>
                                      </p:to>
                                    </p:set>
                                    <p:anim calcmode="lin" valueType="num">
                                      <p:cBhvr additive="base">
                                        <p:cTn id="7" dur="500" fill="hold"/>
                                        <p:tgtEl>
                                          <p:spTgt spid="7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6">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76">
                                            <p:txEl>
                                              <p:pRg st="1" end="1"/>
                                            </p:txEl>
                                          </p:spTgt>
                                        </p:tgtEl>
                                        <p:attrNameLst>
                                          <p:attrName>style.visibility</p:attrName>
                                        </p:attrNameLst>
                                      </p:cBhvr>
                                      <p:to>
                                        <p:strVal val="visible"/>
                                      </p:to>
                                    </p:set>
                                    <p:anim calcmode="lin" valueType="num">
                                      <p:cBhvr additive="base">
                                        <p:cTn id="11" dur="500" fill="hold"/>
                                        <p:tgtEl>
                                          <p:spTgt spid="76">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76">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76">
                                            <p:txEl>
                                              <p:pRg st="2" end="2"/>
                                            </p:txEl>
                                          </p:spTgt>
                                        </p:tgtEl>
                                        <p:attrNameLst>
                                          <p:attrName>style.visibility</p:attrName>
                                        </p:attrNameLst>
                                      </p:cBhvr>
                                      <p:to>
                                        <p:strVal val="visible"/>
                                      </p:to>
                                    </p:set>
                                    <p:anim calcmode="lin" valueType="num">
                                      <p:cBhvr additive="base">
                                        <p:cTn id="15" dur="500" fill="hold"/>
                                        <p:tgtEl>
                                          <p:spTgt spid="76">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76">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76">
                                            <p:txEl>
                                              <p:pRg st="3" end="3"/>
                                            </p:txEl>
                                          </p:spTgt>
                                        </p:tgtEl>
                                        <p:attrNameLst>
                                          <p:attrName>style.visibility</p:attrName>
                                        </p:attrNameLst>
                                      </p:cBhvr>
                                      <p:to>
                                        <p:strVal val="visible"/>
                                      </p:to>
                                    </p:set>
                                    <p:anim calcmode="lin" valueType="num">
                                      <p:cBhvr additive="base">
                                        <p:cTn id="19" dur="500" fill="hold"/>
                                        <p:tgtEl>
                                          <p:spTgt spid="76">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6">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76">
                                            <p:txEl>
                                              <p:pRg st="4" end="4"/>
                                            </p:txEl>
                                          </p:spTgt>
                                        </p:tgtEl>
                                        <p:attrNameLst>
                                          <p:attrName>style.visibility</p:attrName>
                                        </p:attrNameLst>
                                      </p:cBhvr>
                                      <p:to>
                                        <p:strVal val="visible"/>
                                      </p:to>
                                    </p:set>
                                    <p:anim calcmode="lin" valueType="num">
                                      <p:cBhvr additive="base">
                                        <p:cTn id="23" dur="500" fill="hold"/>
                                        <p:tgtEl>
                                          <p:spTgt spid="76">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76">
                                            <p:txEl>
                                              <p:pRg st="4" end="4"/>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76">
                                            <p:txEl>
                                              <p:pRg st="5" end="5"/>
                                            </p:txEl>
                                          </p:spTgt>
                                        </p:tgtEl>
                                        <p:attrNameLst>
                                          <p:attrName>style.visibility</p:attrName>
                                        </p:attrNameLst>
                                      </p:cBhvr>
                                      <p:to>
                                        <p:strVal val="visible"/>
                                      </p:to>
                                    </p:set>
                                    <p:anim calcmode="lin" valueType="num">
                                      <p:cBhvr additive="base">
                                        <p:cTn id="27" dur="500" fill="hold"/>
                                        <p:tgtEl>
                                          <p:spTgt spid="76">
                                            <p:txEl>
                                              <p:pRg st="5" end="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76">
                                            <p:txEl>
                                              <p:pRg st="5" end="5"/>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76">
                                            <p:txEl>
                                              <p:pRg st="6" end="6"/>
                                            </p:txEl>
                                          </p:spTgt>
                                        </p:tgtEl>
                                        <p:attrNameLst>
                                          <p:attrName>style.visibility</p:attrName>
                                        </p:attrNameLst>
                                      </p:cBhvr>
                                      <p:to>
                                        <p:strVal val="visible"/>
                                      </p:to>
                                    </p:set>
                                    <p:anim calcmode="lin" valueType="num">
                                      <p:cBhvr additive="base">
                                        <p:cTn id="31" dur="500" fill="hold"/>
                                        <p:tgtEl>
                                          <p:spTgt spid="76">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76">
                                            <p:txEl>
                                              <p:pRg st="6" end="6"/>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76">
                                            <p:txEl>
                                              <p:pRg st="7" end="7"/>
                                            </p:txEl>
                                          </p:spTgt>
                                        </p:tgtEl>
                                        <p:attrNameLst>
                                          <p:attrName>style.visibility</p:attrName>
                                        </p:attrNameLst>
                                      </p:cBhvr>
                                      <p:to>
                                        <p:strVal val="visible"/>
                                      </p:to>
                                    </p:set>
                                    <p:anim calcmode="lin" valueType="num">
                                      <p:cBhvr additive="base">
                                        <p:cTn id="35" dur="500" fill="hold"/>
                                        <p:tgtEl>
                                          <p:spTgt spid="76">
                                            <p:txEl>
                                              <p:pRg st="7" end="7"/>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76">
                                            <p:txEl>
                                              <p:pRg st="7" end="7"/>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76">
                                            <p:txEl>
                                              <p:pRg st="8" end="8"/>
                                            </p:txEl>
                                          </p:spTgt>
                                        </p:tgtEl>
                                        <p:attrNameLst>
                                          <p:attrName>style.visibility</p:attrName>
                                        </p:attrNameLst>
                                      </p:cBhvr>
                                      <p:to>
                                        <p:strVal val="visible"/>
                                      </p:to>
                                    </p:set>
                                    <p:anim calcmode="lin" valueType="num">
                                      <p:cBhvr additive="base">
                                        <p:cTn id="39" dur="500" fill="hold"/>
                                        <p:tgtEl>
                                          <p:spTgt spid="76">
                                            <p:txEl>
                                              <p:pRg st="8" end="8"/>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76">
                                            <p:txEl>
                                              <p:pRg st="8" end="8"/>
                                            </p:txEl>
                                          </p:spTgt>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76">
                                            <p:txEl>
                                              <p:pRg st="9" end="9"/>
                                            </p:txEl>
                                          </p:spTgt>
                                        </p:tgtEl>
                                        <p:attrNameLst>
                                          <p:attrName>style.visibility</p:attrName>
                                        </p:attrNameLst>
                                      </p:cBhvr>
                                      <p:to>
                                        <p:strVal val="visible"/>
                                      </p:to>
                                    </p:set>
                                    <p:anim calcmode="lin" valueType="num">
                                      <p:cBhvr additive="base">
                                        <p:cTn id="43" dur="500" fill="hold"/>
                                        <p:tgtEl>
                                          <p:spTgt spid="76">
                                            <p:txEl>
                                              <p:pRg st="9" end="9"/>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76">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4" presetClass="entr" presetSubtype="16" fill="hold" nodeType="clickEffect">
                                  <p:stCondLst>
                                    <p:cond delay="0"/>
                                  </p:stCondLst>
                                  <p:childTnLst>
                                    <p:set>
                                      <p:cBhvr>
                                        <p:cTn id="48" dur="1" fill="hold">
                                          <p:stCondLst>
                                            <p:cond delay="0"/>
                                          </p:stCondLst>
                                        </p:cTn>
                                        <p:tgtEl>
                                          <p:spTgt spid="77">
                                            <p:txEl>
                                              <p:pRg st="0" end="0"/>
                                            </p:txEl>
                                          </p:spTgt>
                                        </p:tgtEl>
                                        <p:attrNameLst>
                                          <p:attrName>style.visibility</p:attrName>
                                        </p:attrNameLst>
                                      </p:cBhvr>
                                      <p:to>
                                        <p:strVal val="visible"/>
                                      </p:to>
                                    </p:set>
                                    <p:animEffect transition="in" filter="box(in)">
                                      <p:cBhvr>
                                        <p:cTn id="49" dur="500"/>
                                        <p:tgtEl>
                                          <p:spTgt spid="77">
                                            <p:txEl>
                                              <p:pRg st="0" end="0"/>
                                            </p:txEl>
                                          </p:spTgt>
                                        </p:tgtEl>
                                      </p:cBhvr>
                                    </p:animEffect>
                                  </p:childTnLst>
                                </p:cTn>
                              </p:par>
                              <p:par>
                                <p:cTn id="50" presetID="4" presetClass="entr" presetSubtype="16" fill="hold" nodeType="withEffect">
                                  <p:stCondLst>
                                    <p:cond delay="0"/>
                                  </p:stCondLst>
                                  <p:childTnLst>
                                    <p:set>
                                      <p:cBhvr>
                                        <p:cTn id="51" dur="1" fill="hold">
                                          <p:stCondLst>
                                            <p:cond delay="0"/>
                                          </p:stCondLst>
                                        </p:cTn>
                                        <p:tgtEl>
                                          <p:spTgt spid="77">
                                            <p:txEl>
                                              <p:pRg st="1" end="1"/>
                                            </p:txEl>
                                          </p:spTgt>
                                        </p:tgtEl>
                                        <p:attrNameLst>
                                          <p:attrName>style.visibility</p:attrName>
                                        </p:attrNameLst>
                                      </p:cBhvr>
                                      <p:to>
                                        <p:strVal val="visible"/>
                                      </p:to>
                                    </p:set>
                                    <p:animEffect transition="in" filter="box(in)">
                                      <p:cBhvr>
                                        <p:cTn id="52" dur="500"/>
                                        <p:tgtEl>
                                          <p:spTgt spid="77">
                                            <p:txEl>
                                              <p:pRg st="1" end="1"/>
                                            </p:txEl>
                                          </p:spTgt>
                                        </p:tgtEl>
                                      </p:cBhvr>
                                    </p:animEffect>
                                  </p:childTnLst>
                                </p:cTn>
                              </p:par>
                              <p:par>
                                <p:cTn id="53" presetID="4" presetClass="entr" presetSubtype="16" fill="hold" nodeType="withEffect">
                                  <p:stCondLst>
                                    <p:cond delay="0"/>
                                  </p:stCondLst>
                                  <p:childTnLst>
                                    <p:set>
                                      <p:cBhvr>
                                        <p:cTn id="54" dur="1" fill="hold">
                                          <p:stCondLst>
                                            <p:cond delay="0"/>
                                          </p:stCondLst>
                                        </p:cTn>
                                        <p:tgtEl>
                                          <p:spTgt spid="77">
                                            <p:txEl>
                                              <p:pRg st="2" end="2"/>
                                            </p:txEl>
                                          </p:spTgt>
                                        </p:tgtEl>
                                        <p:attrNameLst>
                                          <p:attrName>style.visibility</p:attrName>
                                        </p:attrNameLst>
                                      </p:cBhvr>
                                      <p:to>
                                        <p:strVal val="visible"/>
                                      </p:to>
                                    </p:set>
                                    <p:animEffect transition="in" filter="box(in)">
                                      <p:cBhvr>
                                        <p:cTn id="55" dur="500"/>
                                        <p:tgtEl>
                                          <p:spTgt spid="7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42" name="Rectangle 2"/>
          <p:cNvSpPr>
            <a:spLocks noGrp="1" noChangeArrowheads="1"/>
          </p:cNvSpPr>
          <p:nvPr>
            <p:ph type="title"/>
          </p:nvPr>
        </p:nvSpPr>
        <p:spPr>
          <a:xfrm>
            <a:off x="428625" y="785813"/>
            <a:ext cx="8429625" cy="769937"/>
          </a:xfrm>
          <a:effectLst/>
        </p:spPr>
        <p:txBody>
          <a:bodyPr anchor="ctr"/>
          <a:lstStyle/>
          <a:p>
            <a:pPr eaLnBrk="1" hangingPunct="1"/>
            <a:r>
              <a:rPr lang="en-US" altLang="zh-CN" sz="4000" b="1" dirty="0">
                <a:solidFill>
                  <a:schemeClr val="accent2"/>
                </a:solidFill>
                <a:latin typeface="黑体" panose="02010609060101010101" pitchFamily="49" charset="-122"/>
                <a:ea typeface="黑体" panose="02010609060101010101" pitchFamily="49" charset="-122"/>
              </a:rPr>
              <a:t>8.3</a:t>
            </a:r>
            <a:r>
              <a:rPr lang="zh-CN" altLang="zh-CN" sz="4000" b="1" dirty="0">
                <a:solidFill>
                  <a:schemeClr val="accent2"/>
                </a:solidFill>
                <a:latin typeface="黑体" panose="02010609060101010101" pitchFamily="49" charset="-122"/>
                <a:ea typeface="黑体" panose="02010609060101010101" pitchFamily="49" charset="-122"/>
              </a:rPr>
              <a:t>通过指针引用数组</a:t>
            </a:r>
            <a:endParaRPr lang="zh-CN" altLang="en-US" sz="4000" b="1" dirty="0">
              <a:solidFill>
                <a:schemeClr val="accent2"/>
              </a:solidFill>
              <a:latin typeface="黑体" panose="02010609060101010101" pitchFamily="49" charset="-122"/>
              <a:ea typeface="黑体" panose="02010609060101010101" pitchFamily="49" charset="-122"/>
            </a:endParaRPr>
          </a:p>
        </p:txBody>
      </p:sp>
      <p:sp>
        <p:nvSpPr>
          <p:cNvPr id="43011" name="Rectangle 3"/>
          <p:cNvSpPr>
            <a:spLocks noGrp="1" noChangeArrowheads="1"/>
          </p:cNvSpPr>
          <p:nvPr>
            <p:ph type="body" idx="1"/>
          </p:nvPr>
        </p:nvSpPr>
        <p:spPr>
          <a:xfrm>
            <a:off x="571500" y="1714500"/>
            <a:ext cx="8215313" cy="4000500"/>
          </a:xfrm>
        </p:spPr>
        <p:txBody>
          <a:bodyPr/>
          <a:lstStyle/>
          <a:p>
            <a:pPr marL="0" indent="0">
              <a:lnSpc>
                <a:spcPct val="150000"/>
              </a:lnSpc>
              <a:spcBef>
                <a:spcPts val="0"/>
              </a:spcBef>
              <a:buFont typeface="Wingdings" pitchFamily="2" charset="2"/>
              <a:buNone/>
            </a:pPr>
            <a:r>
              <a:rPr lang="en-US" altLang="zh-CN" sz="3200" dirty="0" smtClean="0">
                <a:latin typeface="黑体" pitchFamily="49" charset="-122"/>
                <a:ea typeface="黑体" pitchFamily="49" charset="-122"/>
                <a:hlinkClick r:id="rId2" action="ppaction://hlinksldjump"/>
              </a:rPr>
              <a:t>8.3.1 </a:t>
            </a:r>
            <a:r>
              <a:rPr lang="zh-CN" altLang="zh-CN" sz="3200" dirty="0" smtClean="0">
                <a:latin typeface="黑体" pitchFamily="49" charset="-122"/>
                <a:ea typeface="黑体" pitchFamily="49" charset="-122"/>
                <a:hlinkClick r:id="rId2" action="ppaction://hlinksldjump"/>
              </a:rPr>
              <a:t>数组元素的指针</a:t>
            </a:r>
            <a:endParaRPr lang="en-US" altLang="zh-CN" sz="3200" dirty="0" smtClean="0">
              <a:latin typeface="黑体" pitchFamily="49" charset="-122"/>
              <a:ea typeface="黑体" pitchFamily="49" charset="-122"/>
            </a:endParaRPr>
          </a:p>
          <a:p>
            <a:pPr marL="0" indent="0">
              <a:lnSpc>
                <a:spcPct val="150000"/>
              </a:lnSpc>
              <a:spcBef>
                <a:spcPts val="0"/>
              </a:spcBef>
              <a:buFont typeface="Wingdings" pitchFamily="2" charset="2"/>
              <a:buNone/>
            </a:pPr>
            <a:r>
              <a:rPr lang="en-US" altLang="zh-CN" sz="3200" dirty="0" smtClean="0">
                <a:latin typeface="黑体" pitchFamily="49" charset="-122"/>
                <a:ea typeface="黑体" pitchFamily="49" charset="-122"/>
                <a:hlinkClick r:id="rId3" action="ppaction://hlinksldjump"/>
              </a:rPr>
              <a:t>8.3.2 </a:t>
            </a:r>
            <a:r>
              <a:rPr lang="zh-CN" altLang="zh-CN" sz="3200" dirty="0" smtClean="0">
                <a:latin typeface="黑体" pitchFamily="49" charset="-122"/>
                <a:ea typeface="黑体" pitchFamily="49" charset="-122"/>
                <a:hlinkClick r:id="rId3" action="ppaction://hlinksldjump"/>
              </a:rPr>
              <a:t>在引用数组元素时指针的运算</a:t>
            </a:r>
            <a:endParaRPr lang="en-US" altLang="zh-CN" sz="3200" dirty="0" smtClean="0">
              <a:latin typeface="黑体" pitchFamily="49" charset="-122"/>
              <a:ea typeface="黑体" pitchFamily="49" charset="-122"/>
            </a:endParaRPr>
          </a:p>
          <a:p>
            <a:pPr marL="0" indent="0">
              <a:lnSpc>
                <a:spcPct val="150000"/>
              </a:lnSpc>
              <a:spcBef>
                <a:spcPts val="0"/>
              </a:spcBef>
              <a:buFont typeface="Wingdings" pitchFamily="2" charset="2"/>
              <a:buNone/>
            </a:pPr>
            <a:r>
              <a:rPr lang="en-US" altLang="zh-CN" sz="3200" dirty="0" smtClean="0">
                <a:latin typeface="黑体" pitchFamily="49" charset="-122"/>
                <a:ea typeface="黑体" pitchFamily="49" charset="-122"/>
                <a:hlinkClick r:id="rId4" action="ppaction://hlinksldjump"/>
              </a:rPr>
              <a:t>8.3.3 </a:t>
            </a:r>
            <a:r>
              <a:rPr lang="zh-CN" altLang="zh-CN" sz="3200" dirty="0" smtClean="0">
                <a:latin typeface="黑体" pitchFamily="49" charset="-122"/>
                <a:ea typeface="黑体" pitchFamily="49" charset="-122"/>
                <a:hlinkClick r:id="rId4" action="ppaction://hlinksldjump"/>
              </a:rPr>
              <a:t>通过指针引用数组元素</a:t>
            </a:r>
            <a:endParaRPr lang="en-US" altLang="zh-CN" sz="3200" dirty="0" smtClean="0">
              <a:latin typeface="黑体" pitchFamily="49" charset="-122"/>
              <a:ea typeface="黑体" pitchFamily="49" charset="-122"/>
            </a:endParaRPr>
          </a:p>
          <a:p>
            <a:pPr marL="0" indent="0">
              <a:lnSpc>
                <a:spcPct val="150000"/>
              </a:lnSpc>
              <a:spcBef>
                <a:spcPts val="0"/>
              </a:spcBef>
              <a:buFont typeface="Wingdings" pitchFamily="2" charset="2"/>
              <a:buNone/>
            </a:pPr>
            <a:r>
              <a:rPr lang="en-US" altLang="zh-CN" sz="3200" dirty="0" smtClean="0">
                <a:latin typeface="黑体" pitchFamily="49" charset="-122"/>
                <a:ea typeface="黑体" pitchFamily="49" charset="-122"/>
                <a:hlinkClick r:id="rId5" action="ppaction://hlinksldjump"/>
              </a:rPr>
              <a:t>8.3.4 </a:t>
            </a:r>
            <a:r>
              <a:rPr lang="zh-CN" altLang="zh-CN" sz="3200" dirty="0" smtClean="0">
                <a:latin typeface="黑体" pitchFamily="49" charset="-122"/>
                <a:ea typeface="黑体" pitchFamily="49" charset="-122"/>
                <a:hlinkClick r:id="rId5" action="ppaction://hlinksldjump"/>
              </a:rPr>
              <a:t>用数组名作函数参数</a:t>
            </a:r>
            <a:endParaRPr lang="en-US" altLang="zh-CN" sz="3200" dirty="0" smtClean="0">
              <a:latin typeface="黑体" pitchFamily="49" charset="-122"/>
              <a:ea typeface="黑体" pitchFamily="49" charset="-122"/>
            </a:endParaRPr>
          </a:p>
          <a:p>
            <a:pPr marL="0" indent="0">
              <a:lnSpc>
                <a:spcPct val="150000"/>
              </a:lnSpc>
              <a:spcBef>
                <a:spcPts val="0"/>
              </a:spcBef>
              <a:buFont typeface="Wingdings" pitchFamily="2" charset="2"/>
              <a:buNone/>
            </a:pPr>
            <a:r>
              <a:rPr lang="en-US" altLang="zh-CN" sz="3200" dirty="0" smtClean="0">
                <a:latin typeface="黑体" pitchFamily="49" charset="-122"/>
                <a:ea typeface="黑体" pitchFamily="49" charset="-122"/>
                <a:hlinkClick r:id="rId6" action="ppaction://hlinksldjump"/>
              </a:rPr>
              <a:t>8.3.5 </a:t>
            </a:r>
            <a:r>
              <a:rPr lang="zh-CN" altLang="zh-CN" sz="3200" dirty="0" smtClean="0">
                <a:latin typeface="黑体" pitchFamily="49" charset="-122"/>
                <a:ea typeface="黑体" pitchFamily="49" charset="-122"/>
                <a:hlinkClick r:id="rId6" action="ppaction://hlinksldjump"/>
              </a:rPr>
              <a:t>通过指针引用多维数组</a:t>
            </a:r>
            <a:endParaRPr lang="en-US" altLang="zh-CN" sz="3200" dirty="0" smtClean="0">
              <a:latin typeface="黑体" pitchFamily="49" charset="-122"/>
              <a:ea typeface="黑体" pitchFamily="49" charset="-122"/>
            </a:endParaRPr>
          </a:p>
        </p:txBody>
      </p:sp>
    </p:spTree>
    <p:extLst>
      <p:ext uri="{BB962C8B-B14F-4D97-AF65-F5344CB8AC3E}">
        <p14:creationId xmlns:p14="http://schemas.microsoft.com/office/powerpoint/2010/main" val="2502477232"/>
      </p:ext>
    </p:extLst>
  </p:cSld>
  <p:clrMapOvr>
    <a:masterClrMapping/>
  </p:clrMapOvr>
  <p:transition spd="med">
    <p:blinds/>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42" name="Rectangle 2"/>
          <p:cNvSpPr>
            <a:spLocks noGrp="1" noChangeArrowheads="1"/>
          </p:cNvSpPr>
          <p:nvPr>
            <p:ph type="title"/>
          </p:nvPr>
        </p:nvSpPr>
        <p:spPr>
          <a:xfrm>
            <a:off x="428625" y="785813"/>
            <a:ext cx="8429625" cy="769937"/>
          </a:xfrm>
          <a:effectLst/>
        </p:spPr>
        <p:txBody>
          <a:bodyPr anchor="ctr"/>
          <a:lstStyle/>
          <a:p>
            <a:pPr eaLnBrk="1" hangingPunct="1"/>
            <a:r>
              <a:rPr lang="en-US" altLang="zh-CN" sz="4000" b="1" dirty="0">
                <a:solidFill>
                  <a:schemeClr val="accent2"/>
                </a:solidFill>
                <a:latin typeface="黑体" panose="02010609060101010101" pitchFamily="49" charset="-122"/>
                <a:ea typeface="黑体" panose="02010609060101010101" pitchFamily="49" charset="-122"/>
              </a:rPr>
              <a:t>8.3.1  </a:t>
            </a:r>
            <a:r>
              <a:rPr lang="zh-CN" altLang="zh-CN" sz="4000" b="1" dirty="0">
                <a:solidFill>
                  <a:schemeClr val="accent2"/>
                </a:solidFill>
                <a:latin typeface="黑体" panose="02010609060101010101" pitchFamily="49" charset="-122"/>
                <a:ea typeface="黑体" panose="02010609060101010101" pitchFamily="49" charset="-122"/>
              </a:rPr>
              <a:t>数组元素的指针</a:t>
            </a:r>
            <a:endParaRPr lang="zh-CN" altLang="en-US" sz="4000" b="1" dirty="0">
              <a:solidFill>
                <a:schemeClr val="accent2"/>
              </a:solidFill>
              <a:latin typeface="黑体" panose="02010609060101010101" pitchFamily="49" charset="-122"/>
              <a:ea typeface="黑体" panose="02010609060101010101" pitchFamily="49" charset="-122"/>
            </a:endParaRPr>
          </a:p>
        </p:txBody>
      </p:sp>
      <p:sp>
        <p:nvSpPr>
          <p:cNvPr id="44035" name="Rectangle 3"/>
          <p:cNvSpPr>
            <a:spLocks noGrp="1" noChangeArrowheads="1"/>
          </p:cNvSpPr>
          <p:nvPr>
            <p:ph type="body" idx="1"/>
          </p:nvPr>
        </p:nvSpPr>
        <p:spPr>
          <a:xfrm>
            <a:off x="395536" y="1700808"/>
            <a:ext cx="8503989" cy="4000500"/>
          </a:xfrm>
        </p:spPr>
        <p:txBody>
          <a:bodyPr/>
          <a:lstStyle/>
          <a:p>
            <a:pPr marL="457200" indent="-457200">
              <a:lnSpc>
                <a:spcPct val="150000"/>
              </a:lnSpc>
              <a:spcBef>
                <a:spcPts val="0"/>
              </a:spcBef>
              <a:buFont typeface="Wingdings" pitchFamily="2" charset="2"/>
              <a:buChar char="Ø"/>
            </a:pPr>
            <a:r>
              <a:rPr lang="zh-CN" altLang="zh-CN" sz="2800" dirty="0" smtClean="0">
                <a:latin typeface="黑体" pitchFamily="49" charset="-122"/>
                <a:ea typeface="黑体" pitchFamily="49" charset="-122"/>
              </a:rPr>
              <a:t>一个变量有地址，一个数组包含若干元素，每个数组元素都有相应的地址</a:t>
            </a:r>
            <a:r>
              <a:rPr lang="zh-CN" altLang="en-US" sz="2800" dirty="0">
                <a:latin typeface="黑体" pitchFamily="49" charset="-122"/>
                <a:ea typeface="黑体" pitchFamily="49" charset="-122"/>
              </a:rPr>
              <a:t>。</a:t>
            </a:r>
            <a:endParaRPr lang="en-US" altLang="zh-CN" sz="2800" dirty="0" smtClean="0">
              <a:latin typeface="黑体" pitchFamily="49" charset="-122"/>
              <a:ea typeface="黑体" pitchFamily="49" charset="-122"/>
            </a:endParaRPr>
          </a:p>
          <a:p>
            <a:pPr marL="457200" indent="-457200">
              <a:lnSpc>
                <a:spcPct val="150000"/>
              </a:lnSpc>
              <a:spcBef>
                <a:spcPts val="0"/>
              </a:spcBef>
              <a:buFont typeface="Wingdings" pitchFamily="2" charset="2"/>
              <a:buChar char="Ø"/>
            </a:pPr>
            <a:r>
              <a:rPr lang="zh-CN" altLang="zh-CN" sz="2800" dirty="0" smtClean="0">
                <a:latin typeface="黑体" pitchFamily="49" charset="-122"/>
                <a:ea typeface="黑体" pitchFamily="49" charset="-122"/>
              </a:rPr>
              <a:t>指针变量可以</a:t>
            </a:r>
            <a:r>
              <a:rPr lang="zh-CN" altLang="zh-CN" sz="2800" dirty="0" smtClean="0">
                <a:solidFill>
                  <a:srgbClr val="C00000"/>
                </a:solidFill>
                <a:latin typeface="黑体" pitchFamily="49" charset="-122"/>
                <a:ea typeface="黑体" pitchFamily="49" charset="-122"/>
              </a:rPr>
              <a:t>指向数组元素</a:t>
            </a:r>
            <a:r>
              <a:rPr lang="zh-CN" altLang="zh-CN" sz="2800" dirty="0" smtClean="0">
                <a:latin typeface="黑体" pitchFamily="49" charset="-122"/>
                <a:ea typeface="黑体" pitchFamily="49" charset="-122"/>
              </a:rPr>
              <a:t>（把某一元素的地址放到一个指针变量中）</a:t>
            </a:r>
            <a:r>
              <a:rPr lang="zh-CN" altLang="en-US" sz="2800" dirty="0" smtClean="0">
                <a:latin typeface="黑体" pitchFamily="49" charset="-122"/>
                <a:ea typeface="黑体" pitchFamily="49" charset="-122"/>
              </a:rPr>
              <a:t>。</a:t>
            </a:r>
            <a:endParaRPr lang="en-US" altLang="zh-CN" sz="2800" dirty="0" smtClean="0">
              <a:latin typeface="黑体" pitchFamily="49" charset="-122"/>
              <a:ea typeface="黑体" pitchFamily="49" charset="-122"/>
            </a:endParaRPr>
          </a:p>
          <a:p>
            <a:pPr marL="457200" indent="-457200">
              <a:lnSpc>
                <a:spcPct val="150000"/>
              </a:lnSpc>
              <a:spcBef>
                <a:spcPts val="0"/>
              </a:spcBef>
              <a:buFont typeface="Wingdings" pitchFamily="2" charset="2"/>
              <a:buChar char="Ø"/>
            </a:pPr>
            <a:r>
              <a:rPr lang="zh-CN" altLang="zh-CN" sz="2800" dirty="0" smtClean="0">
                <a:latin typeface="黑体" pitchFamily="49" charset="-122"/>
                <a:ea typeface="黑体" pitchFamily="49" charset="-122"/>
              </a:rPr>
              <a:t>所谓</a:t>
            </a:r>
            <a:r>
              <a:rPr lang="zh-CN" altLang="zh-CN" sz="2800" dirty="0" smtClean="0">
                <a:solidFill>
                  <a:srgbClr val="0000FF"/>
                </a:solidFill>
                <a:latin typeface="黑体" pitchFamily="49" charset="-122"/>
                <a:ea typeface="黑体" pitchFamily="49" charset="-122"/>
              </a:rPr>
              <a:t>数组元素的指针</a:t>
            </a:r>
            <a:r>
              <a:rPr lang="zh-CN" altLang="zh-CN" sz="2800" dirty="0" smtClean="0">
                <a:latin typeface="黑体" pitchFamily="49" charset="-122"/>
                <a:ea typeface="黑体" pitchFamily="49" charset="-122"/>
              </a:rPr>
              <a:t>就是</a:t>
            </a:r>
            <a:r>
              <a:rPr lang="zh-CN" altLang="zh-CN" sz="2800" dirty="0" smtClean="0">
                <a:solidFill>
                  <a:srgbClr val="00B050"/>
                </a:solidFill>
                <a:latin typeface="黑体" pitchFamily="49" charset="-122"/>
                <a:ea typeface="黑体" pitchFamily="49" charset="-122"/>
              </a:rPr>
              <a:t>数组元素的地址</a:t>
            </a:r>
            <a:r>
              <a:rPr lang="zh-CN" altLang="en-US" sz="2800" dirty="0" smtClean="0">
                <a:latin typeface="黑体" pitchFamily="49" charset="-122"/>
                <a:ea typeface="黑体" pitchFamily="49" charset="-122"/>
              </a:rPr>
              <a:t>。</a:t>
            </a:r>
            <a:endParaRPr lang="en-US" altLang="zh-CN" sz="2800" dirty="0" smtClean="0">
              <a:latin typeface="黑体" pitchFamily="49" charset="-122"/>
              <a:ea typeface="黑体" pitchFamily="49" charset="-122"/>
            </a:endParaRPr>
          </a:p>
        </p:txBody>
      </p:sp>
      <p:pic>
        <p:nvPicPr>
          <p:cNvPr id="44036" name="图片 3" descr="Untitled2.png">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429625" y="6143625"/>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12986743"/>
      </p:ext>
    </p:extLst>
  </p:cSld>
  <p:clrMapOvr>
    <a:masterClrMapping/>
  </p:clrMapOvr>
  <p:transition spd="med">
    <p:blinds/>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44035">
                                            <p:txEl>
                                              <p:pRg st="1" end="1"/>
                                            </p:txEl>
                                          </p:spTgt>
                                        </p:tgtEl>
                                        <p:attrNameLst>
                                          <p:attrName>style.visibility</p:attrName>
                                        </p:attrNameLst>
                                      </p:cBhvr>
                                      <p:to>
                                        <p:strVal val="visible"/>
                                      </p:to>
                                    </p:set>
                                    <p:animEffect transition="in" filter="blinds(horizontal)">
                                      <p:cBhvr>
                                        <p:cTn id="7" dur="500"/>
                                        <p:tgtEl>
                                          <p:spTgt spid="44035">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44035">
                                            <p:txEl>
                                              <p:pRg st="2" end="2"/>
                                            </p:txEl>
                                          </p:spTgt>
                                        </p:tgtEl>
                                        <p:attrNameLst>
                                          <p:attrName>style.visibility</p:attrName>
                                        </p:attrNameLst>
                                      </p:cBhvr>
                                      <p:to>
                                        <p:strVal val="visible"/>
                                      </p:to>
                                    </p:set>
                                    <p:animEffect transition="in" filter="blinds(horizontal)">
                                      <p:cBhvr>
                                        <p:cTn id="12" dur="500"/>
                                        <p:tgtEl>
                                          <p:spTgt spid="4403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47" name="Rectangle 3"/>
          <p:cNvSpPr>
            <a:spLocks noGrp="1" noChangeArrowheads="1"/>
          </p:cNvSpPr>
          <p:nvPr>
            <p:ph type="body" idx="1"/>
          </p:nvPr>
        </p:nvSpPr>
        <p:spPr>
          <a:xfrm>
            <a:off x="357188" y="714375"/>
            <a:ext cx="8572500" cy="3071813"/>
          </a:xfrm>
        </p:spPr>
        <p:txBody>
          <a:bodyPr/>
          <a:lstStyle/>
          <a:p>
            <a:r>
              <a:rPr lang="zh-CN" altLang="zh-CN" sz="2800" dirty="0" smtClean="0">
                <a:latin typeface="黑体" pitchFamily="49" charset="-122"/>
                <a:ea typeface="黑体" pitchFamily="49" charset="-122"/>
              </a:rPr>
              <a:t>可以用一个指针变量指向一个数组元素</a:t>
            </a:r>
            <a:endParaRPr lang="en-US" altLang="zh-CN" sz="2800" dirty="0" smtClean="0">
              <a:latin typeface="黑体" pitchFamily="49" charset="-122"/>
              <a:ea typeface="黑体" pitchFamily="49" charset="-122"/>
            </a:endParaRPr>
          </a:p>
          <a:p>
            <a:pPr>
              <a:buFont typeface="Wingdings" pitchFamily="2" charset="2"/>
              <a:buNone/>
            </a:pPr>
            <a:r>
              <a:rPr lang="en-US" altLang="zh-CN" sz="2800" dirty="0" smtClean="0"/>
              <a:t>   </a:t>
            </a:r>
            <a:r>
              <a:rPr lang="en-US" altLang="zh-CN" sz="2800" dirty="0" err="1" smtClean="0"/>
              <a:t>int</a:t>
            </a:r>
            <a:r>
              <a:rPr lang="en-US" altLang="zh-CN" sz="2800" dirty="0" smtClean="0"/>
              <a:t> a[10]={1,3,5,7,9,11,13,15,17,19};</a:t>
            </a:r>
          </a:p>
          <a:p>
            <a:pPr>
              <a:buFont typeface="Wingdings" pitchFamily="2" charset="2"/>
              <a:buNone/>
            </a:pPr>
            <a:r>
              <a:rPr lang="en-US" altLang="zh-CN" sz="2800" dirty="0" smtClean="0"/>
              <a:t>   </a:t>
            </a:r>
            <a:r>
              <a:rPr lang="en-US" altLang="zh-CN" sz="2800" dirty="0" err="1" smtClean="0"/>
              <a:t>int</a:t>
            </a:r>
            <a:r>
              <a:rPr lang="en-US" altLang="zh-CN" sz="2800" dirty="0" smtClean="0"/>
              <a:t>  *p;</a:t>
            </a:r>
          </a:p>
          <a:p>
            <a:pPr>
              <a:buFont typeface="Wingdings" pitchFamily="2" charset="2"/>
              <a:buNone/>
            </a:pPr>
            <a:r>
              <a:rPr lang="en-US" altLang="zh-CN" sz="2800" dirty="0" smtClean="0"/>
              <a:t>   p=&amp;a[0];</a:t>
            </a:r>
          </a:p>
        </p:txBody>
      </p:sp>
      <p:pic>
        <p:nvPicPr>
          <p:cNvPr id="243714" name="Picture 2"/>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6500813" y="1928813"/>
            <a:ext cx="2451100" cy="4857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371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43313" y="1928813"/>
            <a:ext cx="2841625" cy="642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圆角矩形标注 6"/>
          <p:cNvSpPr>
            <a:spLocks noChangeArrowheads="1"/>
          </p:cNvSpPr>
          <p:nvPr/>
        </p:nvSpPr>
        <p:spPr bwMode="auto">
          <a:xfrm>
            <a:off x="1071563" y="3643313"/>
            <a:ext cx="2571750" cy="714375"/>
          </a:xfrm>
          <a:prstGeom prst="wedgeRoundRectCallout">
            <a:avLst>
              <a:gd name="adj1" fmla="val -20116"/>
              <a:gd name="adj2" fmla="val -104981"/>
              <a:gd name="adj3" fmla="val 16667"/>
            </a:avLst>
          </a:prstGeom>
          <a:solidFill>
            <a:srgbClr val="FFFFCC"/>
          </a:solidFill>
          <a:ln w="9525" algn="ctr">
            <a:solidFill>
              <a:schemeClr val="tx1"/>
            </a:solidFill>
            <a:miter lim="800000"/>
            <a:headEnd/>
            <a:tailEnd/>
          </a:ln>
        </p:spPr>
        <p:txBody>
          <a:bodyPr/>
          <a:lstStyle/>
          <a:p>
            <a:pPr algn="ctr"/>
            <a:r>
              <a:rPr lang="zh-CN" altLang="en-US" sz="2800" b="1">
                <a:solidFill>
                  <a:srgbClr val="0000CC"/>
                </a:solidFill>
              </a:rPr>
              <a:t>等价于</a:t>
            </a:r>
            <a:r>
              <a:rPr lang="en-US" altLang="zh-CN" sz="2800" b="1">
                <a:solidFill>
                  <a:srgbClr val="0000CC"/>
                </a:solidFill>
              </a:rPr>
              <a:t>p=a;</a:t>
            </a:r>
            <a:endParaRPr lang="zh-CN" altLang="en-US" sz="2800" b="1">
              <a:solidFill>
                <a:srgbClr val="0000CC"/>
              </a:solidFill>
            </a:endParaRPr>
          </a:p>
        </p:txBody>
      </p:sp>
      <p:sp>
        <p:nvSpPr>
          <p:cNvPr id="8" name="矩形 7"/>
          <p:cNvSpPr>
            <a:spLocks noChangeArrowheads="1"/>
          </p:cNvSpPr>
          <p:nvPr/>
        </p:nvSpPr>
        <p:spPr bwMode="auto">
          <a:xfrm>
            <a:off x="612660" y="2352960"/>
            <a:ext cx="2286000" cy="571500"/>
          </a:xfrm>
          <a:prstGeom prst="rect">
            <a:avLst/>
          </a:prstGeom>
          <a:noFill/>
          <a:ln w="38100" algn="ctr">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10" name="圆角矩形标注 9"/>
          <p:cNvSpPr>
            <a:spLocks noChangeArrowheads="1"/>
          </p:cNvSpPr>
          <p:nvPr/>
        </p:nvSpPr>
        <p:spPr bwMode="auto">
          <a:xfrm>
            <a:off x="928688" y="3929063"/>
            <a:ext cx="3214687" cy="1285875"/>
          </a:xfrm>
          <a:prstGeom prst="wedgeRoundRectCallout">
            <a:avLst>
              <a:gd name="adj1" fmla="val -20116"/>
              <a:gd name="adj2" fmla="val -104981"/>
              <a:gd name="adj3" fmla="val 16667"/>
            </a:avLst>
          </a:prstGeom>
          <a:solidFill>
            <a:srgbClr val="FFFFCC"/>
          </a:solidFill>
          <a:ln w="9525" algn="ctr">
            <a:solidFill>
              <a:schemeClr val="tx1"/>
            </a:solidFill>
            <a:miter lim="800000"/>
            <a:headEnd/>
            <a:tailEnd/>
          </a:ln>
        </p:spPr>
        <p:txBody>
          <a:bodyPr/>
          <a:lstStyle/>
          <a:p>
            <a:pPr algn="ctr"/>
            <a:r>
              <a:rPr lang="zh-CN" altLang="en-US" sz="2800" b="1">
                <a:solidFill>
                  <a:srgbClr val="0000CC"/>
                </a:solidFill>
              </a:rPr>
              <a:t>等价于</a:t>
            </a:r>
            <a:r>
              <a:rPr lang="en-US" altLang="zh-CN" sz="2800" b="1">
                <a:solidFill>
                  <a:srgbClr val="0000CC"/>
                </a:solidFill>
              </a:rPr>
              <a:t>int *p=a;</a:t>
            </a:r>
          </a:p>
          <a:p>
            <a:pPr algn="ctr"/>
            <a:r>
              <a:rPr lang="zh-CN" altLang="en-US" sz="2800" b="1">
                <a:solidFill>
                  <a:srgbClr val="0000CC"/>
                </a:solidFill>
              </a:rPr>
              <a:t>或</a:t>
            </a:r>
            <a:r>
              <a:rPr lang="en-US" altLang="zh-CN" sz="2800" b="1">
                <a:solidFill>
                  <a:srgbClr val="0000CC"/>
                </a:solidFill>
              </a:rPr>
              <a:t>int *p=&amp;a[0];</a:t>
            </a:r>
            <a:endParaRPr lang="zh-CN" altLang="en-US" sz="2800" b="1">
              <a:solidFill>
                <a:srgbClr val="0000CC"/>
              </a:solidFill>
            </a:endParaRPr>
          </a:p>
        </p:txBody>
      </p:sp>
      <p:sp>
        <p:nvSpPr>
          <p:cNvPr id="11" name="矩形 10"/>
          <p:cNvSpPr>
            <a:spLocks noChangeArrowheads="1"/>
          </p:cNvSpPr>
          <p:nvPr/>
        </p:nvSpPr>
        <p:spPr bwMode="auto">
          <a:xfrm>
            <a:off x="612660" y="1785938"/>
            <a:ext cx="2286000" cy="1143000"/>
          </a:xfrm>
          <a:prstGeom prst="rect">
            <a:avLst/>
          </a:prstGeom>
          <a:noFill/>
          <a:ln w="38100" algn="ctr">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13" name="TextBox 12"/>
          <p:cNvSpPr txBox="1">
            <a:spLocks noChangeArrowheads="1"/>
          </p:cNvSpPr>
          <p:nvPr/>
        </p:nvSpPr>
        <p:spPr bwMode="auto">
          <a:xfrm>
            <a:off x="428625" y="3571875"/>
            <a:ext cx="5643563" cy="2246313"/>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000">
                <a:solidFill>
                  <a:schemeClr val="tx1"/>
                </a:solidFill>
                <a:latin typeface="Arial" charset="0"/>
                <a:ea typeface="宋体" pitchFamily="2" charset="-122"/>
              </a:defRPr>
            </a:lvl1pPr>
            <a:lvl2pPr marL="742950" indent="-285750" eaLnBrk="0" hangingPunct="0">
              <a:defRPr kumimoji="1" sz="4000">
                <a:solidFill>
                  <a:schemeClr val="tx1"/>
                </a:solidFill>
                <a:latin typeface="Arial" charset="0"/>
                <a:ea typeface="宋体" pitchFamily="2" charset="-122"/>
              </a:defRPr>
            </a:lvl2pPr>
            <a:lvl3pPr marL="1143000" indent="-228600" eaLnBrk="0" hangingPunct="0">
              <a:defRPr kumimoji="1" sz="4000">
                <a:solidFill>
                  <a:schemeClr val="tx1"/>
                </a:solidFill>
                <a:latin typeface="Arial" charset="0"/>
                <a:ea typeface="宋体" pitchFamily="2" charset="-122"/>
              </a:defRPr>
            </a:lvl3pPr>
            <a:lvl4pPr marL="1600200" indent="-228600" eaLnBrk="0" hangingPunct="0">
              <a:defRPr kumimoji="1" sz="4000">
                <a:solidFill>
                  <a:schemeClr val="tx1"/>
                </a:solidFill>
                <a:latin typeface="Arial" charset="0"/>
                <a:ea typeface="宋体" pitchFamily="2" charset="-122"/>
              </a:defRPr>
            </a:lvl4pPr>
            <a:lvl5pPr marL="2057400" indent="-228600" eaLnBrk="0" hangingPunct="0">
              <a:defRPr kumimoji="1" sz="4000">
                <a:solidFill>
                  <a:schemeClr val="tx1"/>
                </a:solidFill>
                <a:latin typeface="Arial" charset="0"/>
                <a:ea typeface="宋体" pitchFamily="2" charset="-122"/>
              </a:defRPr>
            </a:lvl5pPr>
            <a:lvl6pPr marL="2514600" indent="-228600" eaLnBrk="0" fontAlgn="base" hangingPunct="0">
              <a:spcBef>
                <a:spcPct val="0"/>
              </a:spcBef>
              <a:spcAft>
                <a:spcPct val="0"/>
              </a:spcAft>
              <a:defRPr kumimoji="1" sz="4000">
                <a:solidFill>
                  <a:schemeClr val="tx1"/>
                </a:solidFill>
                <a:latin typeface="Arial" charset="0"/>
                <a:ea typeface="宋体" pitchFamily="2" charset="-122"/>
              </a:defRPr>
            </a:lvl6pPr>
            <a:lvl7pPr marL="2971800" indent="-228600" eaLnBrk="0" fontAlgn="base" hangingPunct="0">
              <a:spcBef>
                <a:spcPct val="0"/>
              </a:spcBef>
              <a:spcAft>
                <a:spcPct val="0"/>
              </a:spcAft>
              <a:defRPr kumimoji="1" sz="4000">
                <a:solidFill>
                  <a:schemeClr val="tx1"/>
                </a:solidFill>
                <a:latin typeface="Arial" charset="0"/>
                <a:ea typeface="宋体" pitchFamily="2" charset="-122"/>
              </a:defRPr>
            </a:lvl7pPr>
            <a:lvl8pPr marL="3429000" indent="-228600" eaLnBrk="0" fontAlgn="base" hangingPunct="0">
              <a:spcBef>
                <a:spcPct val="0"/>
              </a:spcBef>
              <a:spcAft>
                <a:spcPct val="0"/>
              </a:spcAft>
              <a:defRPr kumimoji="1" sz="4000">
                <a:solidFill>
                  <a:schemeClr val="tx1"/>
                </a:solidFill>
                <a:latin typeface="Arial" charset="0"/>
                <a:ea typeface="宋体" pitchFamily="2" charset="-122"/>
              </a:defRPr>
            </a:lvl8pPr>
            <a:lvl9pPr marL="3886200" indent="-228600" eaLnBrk="0" fontAlgn="base" hangingPunct="0">
              <a:spcBef>
                <a:spcPct val="0"/>
              </a:spcBef>
              <a:spcAft>
                <a:spcPct val="0"/>
              </a:spcAft>
              <a:defRPr kumimoji="1" sz="4000">
                <a:solidFill>
                  <a:schemeClr val="tx1"/>
                </a:solidFill>
                <a:latin typeface="Arial" charset="0"/>
                <a:ea typeface="宋体" pitchFamily="2" charset="-122"/>
              </a:defRPr>
            </a:lvl9pPr>
          </a:lstStyle>
          <a:p>
            <a:pPr eaLnBrk="1" hangingPunct="1"/>
            <a:r>
              <a:rPr lang="zh-CN" altLang="zh-CN" sz="2800" b="1" dirty="0">
                <a:solidFill>
                  <a:srgbClr val="FF0000"/>
                </a:solidFill>
                <a:latin typeface="黑体" pitchFamily="49" charset="-122"/>
                <a:ea typeface="黑体" pitchFamily="49" charset="-122"/>
              </a:rPr>
              <a:t>注意</a:t>
            </a:r>
            <a:r>
              <a:rPr lang="zh-CN" altLang="zh-CN" sz="2800" dirty="0">
                <a:solidFill>
                  <a:srgbClr val="FF0000"/>
                </a:solidFill>
                <a:latin typeface="黑体" pitchFamily="49" charset="-122"/>
                <a:ea typeface="黑体" pitchFamily="49" charset="-122"/>
              </a:rPr>
              <a:t>：</a:t>
            </a:r>
            <a:r>
              <a:rPr lang="zh-CN" altLang="zh-CN" sz="2800" b="1" dirty="0">
                <a:solidFill>
                  <a:srgbClr val="FF0000"/>
                </a:solidFill>
                <a:latin typeface="黑体" pitchFamily="49" charset="-122"/>
                <a:ea typeface="黑体" pitchFamily="49" charset="-122"/>
              </a:rPr>
              <a:t>数组名</a:t>
            </a:r>
            <a:r>
              <a:rPr lang="en-US" altLang="zh-CN" sz="2800" b="1" dirty="0">
                <a:solidFill>
                  <a:srgbClr val="FF0000"/>
                </a:solidFill>
                <a:latin typeface="黑体" pitchFamily="49" charset="-122"/>
                <a:ea typeface="黑体" pitchFamily="49" charset="-122"/>
              </a:rPr>
              <a:t>a</a:t>
            </a:r>
            <a:r>
              <a:rPr lang="zh-CN" altLang="zh-CN" sz="2800" b="1" dirty="0">
                <a:solidFill>
                  <a:srgbClr val="FF0000"/>
                </a:solidFill>
                <a:latin typeface="黑体" pitchFamily="49" charset="-122"/>
                <a:ea typeface="黑体" pitchFamily="49" charset="-122"/>
              </a:rPr>
              <a:t>不代表整个数组，只代表数组首元素的地址。</a:t>
            </a:r>
            <a:r>
              <a:rPr lang="zh-CN" altLang="zh-CN" sz="2800" b="1" dirty="0">
                <a:solidFill>
                  <a:srgbClr val="0000CC"/>
                </a:solidFill>
                <a:latin typeface="黑体" pitchFamily="49" charset="-122"/>
                <a:ea typeface="黑体" pitchFamily="49" charset="-122"/>
              </a:rPr>
              <a:t>“</a:t>
            </a:r>
            <a:r>
              <a:rPr lang="en-US" altLang="zh-CN" sz="2800" b="1" dirty="0">
                <a:solidFill>
                  <a:srgbClr val="0000CC"/>
                </a:solidFill>
                <a:latin typeface="黑体" pitchFamily="49" charset="-122"/>
                <a:ea typeface="黑体" pitchFamily="49" charset="-122"/>
              </a:rPr>
              <a:t>p=a;</a:t>
            </a:r>
            <a:r>
              <a:rPr lang="zh-CN" altLang="zh-CN" sz="2800" b="1" dirty="0">
                <a:solidFill>
                  <a:srgbClr val="0000CC"/>
                </a:solidFill>
                <a:latin typeface="黑体" pitchFamily="49" charset="-122"/>
                <a:ea typeface="黑体" pitchFamily="49" charset="-122"/>
              </a:rPr>
              <a:t>”的作用是“把</a:t>
            </a:r>
            <a:r>
              <a:rPr lang="en-US" altLang="zh-CN" sz="2800" b="1" dirty="0">
                <a:solidFill>
                  <a:srgbClr val="0000CC"/>
                </a:solidFill>
                <a:latin typeface="黑体" pitchFamily="49" charset="-122"/>
                <a:ea typeface="黑体" pitchFamily="49" charset="-122"/>
              </a:rPr>
              <a:t>a</a:t>
            </a:r>
            <a:r>
              <a:rPr lang="zh-CN" altLang="zh-CN" sz="2800" b="1" dirty="0">
                <a:solidFill>
                  <a:srgbClr val="0000CC"/>
                </a:solidFill>
                <a:latin typeface="黑体" pitchFamily="49" charset="-122"/>
                <a:ea typeface="黑体" pitchFamily="49" charset="-122"/>
              </a:rPr>
              <a:t>数组的首元素的地址赋给指针变量</a:t>
            </a:r>
            <a:r>
              <a:rPr lang="en-US" altLang="zh-CN" sz="2800" b="1" dirty="0">
                <a:solidFill>
                  <a:srgbClr val="0000CC"/>
                </a:solidFill>
                <a:latin typeface="黑体" pitchFamily="49" charset="-122"/>
                <a:ea typeface="黑体" pitchFamily="49" charset="-122"/>
              </a:rPr>
              <a:t>p</a:t>
            </a:r>
            <a:r>
              <a:rPr lang="zh-CN" altLang="zh-CN" sz="2800" b="1" dirty="0">
                <a:solidFill>
                  <a:srgbClr val="0000CC"/>
                </a:solidFill>
                <a:latin typeface="黑体" pitchFamily="49" charset="-122"/>
                <a:ea typeface="黑体" pitchFamily="49" charset="-122"/>
              </a:rPr>
              <a:t>”，而不是“把数组</a:t>
            </a:r>
            <a:r>
              <a:rPr lang="en-US" altLang="zh-CN" sz="2800" b="1" dirty="0">
                <a:solidFill>
                  <a:srgbClr val="0000CC"/>
                </a:solidFill>
                <a:latin typeface="黑体" pitchFamily="49" charset="-122"/>
                <a:ea typeface="黑体" pitchFamily="49" charset="-122"/>
              </a:rPr>
              <a:t>a</a:t>
            </a:r>
            <a:r>
              <a:rPr lang="zh-CN" altLang="zh-CN" sz="2800" b="1" dirty="0">
                <a:solidFill>
                  <a:srgbClr val="0000CC"/>
                </a:solidFill>
                <a:latin typeface="黑体" pitchFamily="49" charset="-122"/>
                <a:ea typeface="黑体" pitchFamily="49" charset="-122"/>
              </a:rPr>
              <a:t>各元素的值赋给</a:t>
            </a:r>
            <a:r>
              <a:rPr lang="en-US" altLang="zh-CN" sz="2800" b="1" dirty="0">
                <a:solidFill>
                  <a:srgbClr val="0000CC"/>
                </a:solidFill>
                <a:latin typeface="黑体" pitchFamily="49" charset="-122"/>
                <a:ea typeface="黑体" pitchFamily="49" charset="-122"/>
              </a:rPr>
              <a:t>p</a:t>
            </a:r>
            <a:r>
              <a:rPr lang="zh-CN" altLang="zh-CN" sz="2800" b="1" dirty="0">
                <a:solidFill>
                  <a:srgbClr val="0000CC"/>
                </a:solidFill>
                <a:latin typeface="黑体" pitchFamily="49" charset="-122"/>
                <a:ea typeface="黑体" pitchFamily="49" charset="-122"/>
              </a:rPr>
              <a:t>”。</a:t>
            </a:r>
            <a:endParaRPr lang="zh-CN" altLang="en-US" sz="2800" dirty="0">
              <a:solidFill>
                <a:srgbClr val="0000CC"/>
              </a:solidFill>
              <a:latin typeface="黑体" pitchFamily="49" charset="-122"/>
              <a:ea typeface="黑体" pitchFamily="49" charset="-122"/>
            </a:endParaRPr>
          </a:p>
        </p:txBody>
      </p:sp>
    </p:spTree>
    <p:extLst>
      <p:ext uri="{BB962C8B-B14F-4D97-AF65-F5344CB8AC3E}">
        <p14:creationId xmlns:p14="http://schemas.microsoft.com/office/powerpoint/2010/main" val="2562888862"/>
      </p:ext>
    </p:extLst>
  </p:cSld>
  <p:clrMapOvr>
    <a:masterClrMapping/>
  </p:clrMapOvr>
  <p:transition spd="med">
    <p:blinds/>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6147">
                                            <p:txEl>
                                              <p:pRg st="1" end="1"/>
                                            </p:txEl>
                                          </p:spTgt>
                                        </p:tgtEl>
                                        <p:attrNameLst>
                                          <p:attrName>style.visibility</p:attrName>
                                        </p:attrNameLst>
                                      </p:cBhvr>
                                      <p:to>
                                        <p:strVal val="visible"/>
                                      </p:to>
                                    </p:set>
                                    <p:animEffect transition="in" filter="blinds(horizontal)">
                                      <p:cBhvr>
                                        <p:cTn id="7" dur="500"/>
                                        <p:tgtEl>
                                          <p:spTgt spid="6147">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243714"/>
                                        </p:tgtEl>
                                        <p:attrNameLst>
                                          <p:attrName>style.visibility</p:attrName>
                                        </p:attrNameLst>
                                      </p:cBhvr>
                                      <p:to>
                                        <p:strVal val="visible"/>
                                      </p:to>
                                    </p:set>
                                    <p:animEffect transition="in" filter="blinds(horizontal)">
                                      <p:cBhvr>
                                        <p:cTn id="12" dur="500"/>
                                        <p:tgtEl>
                                          <p:spTgt spid="24371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6147">
                                            <p:txEl>
                                              <p:pRg st="2" end="2"/>
                                            </p:txEl>
                                          </p:spTgt>
                                        </p:tgtEl>
                                        <p:attrNameLst>
                                          <p:attrName>style.visibility</p:attrName>
                                        </p:attrNameLst>
                                      </p:cBhvr>
                                      <p:to>
                                        <p:strVal val="visible"/>
                                      </p:to>
                                    </p:set>
                                    <p:animEffect transition="in" filter="blinds(horizontal)">
                                      <p:cBhvr>
                                        <p:cTn id="17" dur="500"/>
                                        <p:tgtEl>
                                          <p:spTgt spid="6147">
                                            <p:txEl>
                                              <p:pRg st="2" end="2"/>
                                            </p:txEl>
                                          </p:spTgt>
                                        </p:tgtEl>
                                      </p:cBhvr>
                                    </p:animEffect>
                                  </p:childTnLst>
                                </p:cTn>
                              </p:par>
                              <p:par>
                                <p:cTn id="18" presetID="3" presetClass="entr" presetSubtype="10" fill="hold" nodeType="withEffect">
                                  <p:stCondLst>
                                    <p:cond delay="0"/>
                                  </p:stCondLst>
                                  <p:childTnLst>
                                    <p:set>
                                      <p:cBhvr>
                                        <p:cTn id="19" dur="1" fill="hold">
                                          <p:stCondLst>
                                            <p:cond delay="0"/>
                                          </p:stCondLst>
                                        </p:cTn>
                                        <p:tgtEl>
                                          <p:spTgt spid="6147">
                                            <p:txEl>
                                              <p:pRg st="3" end="3"/>
                                            </p:txEl>
                                          </p:spTgt>
                                        </p:tgtEl>
                                        <p:attrNameLst>
                                          <p:attrName>style.visibility</p:attrName>
                                        </p:attrNameLst>
                                      </p:cBhvr>
                                      <p:to>
                                        <p:strVal val="visible"/>
                                      </p:to>
                                    </p:set>
                                    <p:animEffect transition="in" filter="blinds(horizontal)">
                                      <p:cBhvr>
                                        <p:cTn id="20" dur="500"/>
                                        <p:tgtEl>
                                          <p:spTgt spid="6147">
                                            <p:txEl>
                                              <p:pRg st="3" end="3"/>
                                            </p:txEl>
                                          </p:spTgt>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4" presetClass="entr" presetSubtype="16" fill="hold" nodeType="clickEffect">
                                  <p:stCondLst>
                                    <p:cond delay="0"/>
                                  </p:stCondLst>
                                  <p:childTnLst>
                                    <p:set>
                                      <p:cBhvr>
                                        <p:cTn id="24" dur="1" fill="hold">
                                          <p:stCondLst>
                                            <p:cond delay="0"/>
                                          </p:stCondLst>
                                        </p:cTn>
                                        <p:tgtEl>
                                          <p:spTgt spid="243715"/>
                                        </p:tgtEl>
                                        <p:attrNameLst>
                                          <p:attrName>style.visibility</p:attrName>
                                        </p:attrNameLst>
                                      </p:cBhvr>
                                      <p:to>
                                        <p:strVal val="visible"/>
                                      </p:to>
                                    </p:set>
                                    <p:animEffect transition="in" filter="box(in)">
                                      <p:cBhvr>
                                        <p:cTn id="25" dur="500"/>
                                        <p:tgtEl>
                                          <p:spTgt spid="243715"/>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3" presetClass="entr" presetSubtype="10" fill="hold" grpId="0" nodeType="clickEffect">
                                  <p:stCondLst>
                                    <p:cond delay="0"/>
                                  </p:stCondLst>
                                  <p:childTnLst>
                                    <p:set>
                                      <p:cBhvr>
                                        <p:cTn id="29" dur="1" fill="hold">
                                          <p:stCondLst>
                                            <p:cond delay="0"/>
                                          </p:stCondLst>
                                        </p:cTn>
                                        <p:tgtEl>
                                          <p:spTgt spid="8"/>
                                        </p:tgtEl>
                                        <p:attrNameLst>
                                          <p:attrName>style.visibility</p:attrName>
                                        </p:attrNameLst>
                                      </p:cBhvr>
                                      <p:to>
                                        <p:strVal val="visible"/>
                                      </p:to>
                                    </p:set>
                                    <p:animEffect transition="in" filter="blinds(horizontal)">
                                      <p:cBhvr>
                                        <p:cTn id="30" dur="500"/>
                                        <p:tgtEl>
                                          <p:spTgt spid="8"/>
                                        </p:tgtEl>
                                      </p:cBhvr>
                                    </p:animEffect>
                                  </p:childTnLst>
                                  <p:subTnLst>
                                    <p:set>
                                      <p:cBhvr override="childStyle">
                                        <p:cTn dur="1" fill="hold" display="0" masterRel="nextClick" afterEffect="1"/>
                                        <p:tgtEl>
                                          <p:spTgt spid="8"/>
                                        </p:tgtEl>
                                        <p:attrNameLst>
                                          <p:attrName>style.visibility</p:attrName>
                                        </p:attrNameLst>
                                      </p:cBhvr>
                                      <p:to>
                                        <p:strVal val="hidden"/>
                                      </p:to>
                                    </p:set>
                                  </p:subTnLst>
                                </p:cTn>
                              </p:par>
                              <p:par>
                                <p:cTn id="31" presetID="3" presetClass="entr" presetSubtype="10" fill="hold" grpId="0" nodeType="withEffect">
                                  <p:stCondLst>
                                    <p:cond delay="0"/>
                                  </p:stCondLst>
                                  <p:childTnLst>
                                    <p:set>
                                      <p:cBhvr>
                                        <p:cTn id="32" dur="1" fill="hold">
                                          <p:stCondLst>
                                            <p:cond delay="0"/>
                                          </p:stCondLst>
                                        </p:cTn>
                                        <p:tgtEl>
                                          <p:spTgt spid="7"/>
                                        </p:tgtEl>
                                        <p:attrNameLst>
                                          <p:attrName>style.visibility</p:attrName>
                                        </p:attrNameLst>
                                      </p:cBhvr>
                                      <p:to>
                                        <p:strVal val="visible"/>
                                      </p:to>
                                    </p:set>
                                    <p:animEffect transition="in" filter="blinds(horizontal)">
                                      <p:cBhvr>
                                        <p:cTn id="33" dur="500"/>
                                        <p:tgtEl>
                                          <p:spTgt spid="7"/>
                                        </p:tgtEl>
                                      </p:cBhvr>
                                    </p:animEffect>
                                  </p:childTnLst>
                                  <p:subTnLst>
                                    <p:set>
                                      <p:cBhvr override="childStyle">
                                        <p:cTn dur="1" fill="hold" display="0" masterRel="nextClick" afterEffect="1"/>
                                        <p:tgtEl>
                                          <p:spTgt spid="7"/>
                                        </p:tgtEl>
                                        <p:attrNameLst>
                                          <p:attrName>style.visibility</p:attrName>
                                        </p:attrNameLst>
                                      </p:cBhvr>
                                      <p:to>
                                        <p:strVal val="hidden"/>
                                      </p:to>
                                    </p:set>
                                  </p:subTnLst>
                                </p:cTn>
                              </p:par>
                            </p:childTnLst>
                          </p:cTn>
                        </p:par>
                      </p:childTnLst>
                    </p:cTn>
                  </p:par>
                  <p:par>
                    <p:cTn id="34" fill="hold" nodeType="clickPar">
                      <p:stCondLst>
                        <p:cond delay="indefinite"/>
                      </p:stCondLst>
                      <p:childTnLst>
                        <p:par>
                          <p:cTn id="35" fill="hold" nodeType="withGroup">
                            <p:stCondLst>
                              <p:cond delay="0"/>
                            </p:stCondLst>
                            <p:childTnLst>
                              <p:par>
                                <p:cTn id="36" presetID="3" presetClass="entr" presetSubtype="10" fill="hold" grpId="0" nodeType="clickEffect">
                                  <p:stCondLst>
                                    <p:cond delay="0"/>
                                  </p:stCondLst>
                                  <p:childTnLst>
                                    <p:set>
                                      <p:cBhvr>
                                        <p:cTn id="37" dur="1" fill="hold">
                                          <p:stCondLst>
                                            <p:cond delay="0"/>
                                          </p:stCondLst>
                                        </p:cTn>
                                        <p:tgtEl>
                                          <p:spTgt spid="11"/>
                                        </p:tgtEl>
                                        <p:attrNameLst>
                                          <p:attrName>style.visibility</p:attrName>
                                        </p:attrNameLst>
                                      </p:cBhvr>
                                      <p:to>
                                        <p:strVal val="visible"/>
                                      </p:to>
                                    </p:set>
                                    <p:animEffect transition="in" filter="blinds(horizontal)">
                                      <p:cBhvr>
                                        <p:cTn id="38" dur="500"/>
                                        <p:tgtEl>
                                          <p:spTgt spid="11"/>
                                        </p:tgtEl>
                                      </p:cBhvr>
                                    </p:animEffect>
                                  </p:childTnLst>
                                  <p:subTnLst>
                                    <p:set>
                                      <p:cBhvr override="childStyle">
                                        <p:cTn dur="1" fill="hold" display="0" masterRel="nextClick" afterEffect="1"/>
                                        <p:tgtEl>
                                          <p:spTgt spid="11"/>
                                        </p:tgtEl>
                                        <p:attrNameLst>
                                          <p:attrName>style.visibility</p:attrName>
                                        </p:attrNameLst>
                                      </p:cBhvr>
                                      <p:to>
                                        <p:strVal val="hidden"/>
                                      </p:to>
                                    </p:set>
                                  </p:subTnLst>
                                </p:cTn>
                              </p:par>
                              <p:par>
                                <p:cTn id="39" presetID="3" presetClass="entr" presetSubtype="10" fill="hold" grpId="0" nodeType="withEffect">
                                  <p:stCondLst>
                                    <p:cond delay="0"/>
                                  </p:stCondLst>
                                  <p:childTnLst>
                                    <p:set>
                                      <p:cBhvr>
                                        <p:cTn id="40" dur="1" fill="hold">
                                          <p:stCondLst>
                                            <p:cond delay="0"/>
                                          </p:stCondLst>
                                        </p:cTn>
                                        <p:tgtEl>
                                          <p:spTgt spid="10"/>
                                        </p:tgtEl>
                                        <p:attrNameLst>
                                          <p:attrName>style.visibility</p:attrName>
                                        </p:attrNameLst>
                                      </p:cBhvr>
                                      <p:to>
                                        <p:strVal val="visible"/>
                                      </p:to>
                                    </p:set>
                                    <p:animEffect transition="in" filter="blinds(horizontal)">
                                      <p:cBhvr>
                                        <p:cTn id="41" dur="500"/>
                                        <p:tgtEl>
                                          <p:spTgt spid="10"/>
                                        </p:tgtEl>
                                      </p:cBhvr>
                                    </p:animEffect>
                                  </p:childTnLst>
                                  <p:subTnLst>
                                    <p:set>
                                      <p:cBhvr override="childStyle">
                                        <p:cTn dur="1" fill="hold" display="0" masterRel="nextClick" afterEffect="1"/>
                                        <p:tgtEl>
                                          <p:spTgt spid="10"/>
                                        </p:tgtEl>
                                        <p:attrNameLst>
                                          <p:attrName>style.visibility</p:attrName>
                                        </p:attrNameLst>
                                      </p:cBhvr>
                                      <p:to>
                                        <p:strVal val="hidden"/>
                                      </p:to>
                                    </p:set>
                                  </p:subTnLst>
                                </p:cTn>
                              </p:par>
                            </p:childTnLst>
                          </p:cTn>
                        </p:par>
                      </p:childTnLst>
                    </p:cTn>
                  </p:par>
                  <p:par>
                    <p:cTn id="42" fill="hold" nodeType="clickPar">
                      <p:stCondLst>
                        <p:cond delay="indefinite"/>
                      </p:stCondLst>
                      <p:childTnLst>
                        <p:par>
                          <p:cTn id="43" fill="hold" nodeType="withGroup">
                            <p:stCondLst>
                              <p:cond delay="0"/>
                            </p:stCondLst>
                            <p:childTnLst>
                              <p:par>
                                <p:cTn id="44" presetID="3" presetClass="entr" presetSubtype="10" fill="hold" grpId="0" nodeType="clickEffect">
                                  <p:stCondLst>
                                    <p:cond delay="0"/>
                                  </p:stCondLst>
                                  <p:childTnLst>
                                    <p:set>
                                      <p:cBhvr>
                                        <p:cTn id="45" dur="1" fill="hold">
                                          <p:stCondLst>
                                            <p:cond delay="0"/>
                                          </p:stCondLst>
                                        </p:cTn>
                                        <p:tgtEl>
                                          <p:spTgt spid="13"/>
                                        </p:tgtEl>
                                        <p:attrNameLst>
                                          <p:attrName>style.visibility</p:attrName>
                                        </p:attrNameLst>
                                      </p:cBhvr>
                                      <p:to>
                                        <p:strVal val="visible"/>
                                      </p:to>
                                    </p:set>
                                    <p:animEffect transition="in" filter="blinds(horizontal)">
                                      <p:cBhvr>
                                        <p:cTn id="46"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10" grpId="0" animBg="1"/>
      <p:bldP spid="11" grpId="0" animBg="1"/>
      <p:bldP spid="13"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Text Box 5"/>
          <p:cNvSpPr txBox="1">
            <a:spLocks noChangeArrowheads="1"/>
          </p:cNvSpPr>
          <p:nvPr/>
        </p:nvSpPr>
        <p:spPr bwMode="auto">
          <a:xfrm>
            <a:off x="452438" y="358775"/>
            <a:ext cx="395446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itchFamily="18" charset="0"/>
                <a:ea typeface="宋体" pitchFamily="2" charset="-122"/>
              </a:defRPr>
            </a:lvl1pPr>
            <a:lvl2pPr marL="742950" indent="-285750">
              <a:defRPr kumimoji="1" sz="2400">
                <a:solidFill>
                  <a:schemeClr val="tx1"/>
                </a:solidFill>
                <a:latin typeface="Times New Roman" pitchFamily="18" charset="0"/>
                <a:ea typeface="宋体" pitchFamily="2" charset="-122"/>
              </a:defRPr>
            </a:lvl2pPr>
            <a:lvl3pPr marL="1143000" indent="-228600">
              <a:defRPr kumimoji="1" sz="2400">
                <a:solidFill>
                  <a:schemeClr val="tx1"/>
                </a:solidFill>
                <a:latin typeface="Times New Roman" pitchFamily="18" charset="0"/>
                <a:ea typeface="宋体" pitchFamily="2" charset="-122"/>
              </a:defRPr>
            </a:lvl3pPr>
            <a:lvl4pPr marL="1600200" indent="-228600">
              <a:defRPr kumimoji="1" sz="2400">
                <a:solidFill>
                  <a:schemeClr val="tx1"/>
                </a:solidFill>
                <a:latin typeface="Times New Roman" pitchFamily="18" charset="0"/>
                <a:ea typeface="宋体" pitchFamily="2" charset="-122"/>
              </a:defRPr>
            </a:lvl4pPr>
            <a:lvl5pPr marL="2057400" indent="-22860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zh-CN" altLang="en-US" sz="2800">
                <a:latin typeface="黑体" pitchFamily="2" charset="-122"/>
                <a:ea typeface="黑体" pitchFamily="2" charset="-122"/>
              </a:rPr>
              <a:t>例</a:t>
            </a:r>
            <a:r>
              <a:rPr lang="en-US" altLang="zh-CN" sz="2800">
                <a:latin typeface="黑体" pitchFamily="2" charset="-122"/>
                <a:ea typeface="黑体" pitchFamily="2" charset="-122"/>
              </a:rPr>
              <a:t>:</a:t>
            </a:r>
            <a:r>
              <a:rPr lang="zh-CN" altLang="en-US" sz="2800">
                <a:latin typeface="黑体" pitchFamily="2" charset="-122"/>
                <a:ea typeface="黑体" pitchFamily="2" charset="-122"/>
              </a:rPr>
              <a:t>读程序，写出结果。</a:t>
            </a:r>
          </a:p>
        </p:txBody>
      </p:sp>
      <p:sp>
        <p:nvSpPr>
          <p:cNvPr id="551942" name="Text Box 6"/>
          <p:cNvSpPr txBox="1">
            <a:spLocks noChangeArrowheads="1"/>
          </p:cNvSpPr>
          <p:nvPr/>
        </p:nvSpPr>
        <p:spPr bwMode="auto">
          <a:xfrm>
            <a:off x="260350" y="995363"/>
            <a:ext cx="3243263" cy="4524375"/>
          </a:xfrm>
          <a:prstGeom prst="rect">
            <a:avLst/>
          </a:prstGeom>
          <a:solidFill>
            <a:srgbClr val="CCFFFF"/>
          </a:solidFill>
          <a:ln w="9525">
            <a:solidFill>
              <a:schemeClr val="accent1"/>
            </a:solidFill>
            <a:miter lim="800000"/>
            <a:headEnd/>
            <a:tailEnd/>
          </a:ln>
        </p:spPr>
        <p:txBody>
          <a:bodyPr>
            <a:spAutoFit/>
          </a:bodyPr>
          <a:lstStyle>
            <a:lvl1pPr>
              <a:defRPr kumimoji="1" sz="2400">
                <a:solidFill>
                  <a:schemeClr val="tx1"/>
                </a:solidFill>
                <a:latin typeface="Times New Roman" pitchFamily="18" charset="0"/>
                <a:ea typeface="宋体" pitchFamily="2" charset="-122"/>
              </a:defRPr>
            </a:lvl1pPr>
            <a:lvl2pPr marL="742950" indent="-285750">
              <a:defRPr kumimoji="1" sz="2400">
                <a:solidFill>
                  <a:schemeClr val="tx1"/>
                </a:solidFill>
                <a:latin typeface="Times New Roman" pitchFamily="18" charset="0"/>
                <a:ea typeface="宋体" pitchFamily="2" charset="-122"/>
              </a:defRPr>
            </a:lvl2pPr>
            <a:lvl3pPr marL="1143000" indent="-228600">
              <a:defRPr kumimoji="1" sz="2400">
                <a:solidFill>
                  <a:schemeClr val="tx1"/>
                </a:solidFill>
                <a:latin typeface="Times New Roman" pitchFamily="18" charset="0"/>
                <a:ea typeface="宋体" pitchFamily="2" charset="-122"/>
              </a:defRPr>
            </a:lvl3pPr>
            <a:lvl4pPr marL="1600200" indent="-228600">
              <a:defRPr kumimoji="1" sz="2400">
                <a:solidFill>
                  <a:schemeClr val="tx1"/>
                </a:solidFill>
                <a:latin typeface="Times New Roman" pitchFamily="18" charset="0"/>
                <a:ea typeface="宋体" pitchFamily="2" charset="-122"/>
              </a:defRPr>
            </a:lvl4pPr>
            <a:lvl5pPr marL="2057400" indent="-22860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a:t># include &lt;stdio.h&gt;</a:t>
            </a:r>
          </a:p>
          <a:p>
            <a:r>
              <a:rPr lang="en-US" altLang="zh-CN"/>
              <a:t>int main()</a:t>
            </a:r>
          </a:p>
          <a:p>
            <a:r>
              <a:rPr lang="en-US" altLang="zh-CN"/>
              <a:t>{ int a=3,b=5;</a:t>
            </a:r>
          </a:p>
          <a:p>
            <a:r>
              <a:rPr lang="en-US" altLang="zh-CN"/>
              <a:t>   int *p=&amp;a;</a:t>
            </a:r>
          </a:p>
          <a:p>
            <a:r>
              <a:rPr lang="en-US" altLang="zh-CN"/>
              <a:t>   printf("%d\n",*p);</a:t>
            </a:r>
          </a:p>
          <a:p>
            <a:r>
              <a:rPr lang="en-US" altLang="zh-CN"/>
              <a:t>   *p=4;</a:t>
            </a:r>
          </a:p>
          <a:p>
            <a:r>
              <a:rPr lang="en-US" altLang="zh-CN"/>
              <a:t>    p=&amp;b;</a:t>
            </a:r>
          </a:p>
          <a:p>
            <a:r>
              <a:rPr lang="en-US" altLang="zh-CN"/>
              <a:t>   printf("%d\n",*p);</a:t>
            </a:r>
          </a:p>
          <a:p>
            <a:r>
              <a:rPr lang="en-US" altLang="zh-CN"/>
              <a:t>   *p=6;         printf("%d,%d",a,b);</a:t>
            </a:r>
          </a:p>
          <a:p>
            <a:r>
              <a:rPr lang="en-US" altLang="zh-CN"/>
              <a:t>return 0;</a:t>
            </a:r>
          </a:p>
          <a:p>
            <a:r>
              <a:rPr lang="en-US" altLang="zh-CN"/>
              <a:t>}</a:t>
            </a:r>
          </a:p>
        </p:txBody>
      </p:sp>
      <p:sp>
        <p:nvSpPr>
          <p:cNvPr id="551943" name="Text Box 7"/>
          <p:cNvSpPr txBox="1">
            <a:spLocks noChangeArrowheads="1"/>
          </p:cNvSpPr>
          <p:nvPr/>
        </p:nvSpPr>
        <p:spPr bwMode="auto">
          <a:xfrm>
            <a:off x="1285875" y="4675188"/>
            <a:ext cx="2036763" cy="825500"/>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itchFamily="18" charset="0"/>
                <a:ea typeface="宋体" pitchFamily="2" charset="-122"/>
              </a:defRPr>
            </a:lvl1pPr>
            <a:lvl2pPr marL="742950" indent="-285750">
              <a:defRPr kumimoji="1" sz="2400">
                <a:solidFill>
                  <a:schemeClr val="tx1"/>
                </a:solidFill>
                <a:latin typeface="Times New Roman" pitchFamily="18" charset="0"/>
                <a:ea typeface="宋体" pitchFamily="2" charset="-122"/>
              </a:defRPr>
            </a:lvl2pPr>
            <a:lvl3pPr marL="1143000" indent="-228600">
              <a:defRPr kumimoji="1" sz="2400">
                <a:solidFill>
                  <a:schemeClr val="tx1"/>
                </a:solidFill>
                <a:latin typeface="Times New Roman" pitchFamily="18" charset="0"/>
                <a:ea typeface="宋体" pitchFamily="2" charset="-122"/>
              </a:defRPr>
            </a:lvl3pPr>
            <a:lvl4pPr marL="1600200" indent="-228600">
              <a:defRPr kumimoji="1" sz="2400">
                <a:solidFill>
                  <a:schemeClr val="tx1"/>
                </a:solidFill>
                <a:latin typeface="Times New Roman" pitchFamily="18" charset="0"/>
                <a:ea typeface="宋体" pitchFamily="2" charset="-122"/>
              </a:defRPr>
            </a:lvl4pPr>
            <a:lvl5pPr marL="2057400" indent="-22860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1600">
                <a:solidFill>
                  <a:schemeClr val="bg1"/>
                </a:solidFill>
              </a:rPr>
              <a:t>3</a:t>
            </a:r>
          </a:p>
          <a:p>
            <a:r>
              <a:rPr lang="en-US" altLang="zh-CN" sz="1600">
                <a:solidFill>
                  <a:schemeClr val="bg1"/>
                </a:solidFill>
              </a:rPr>
              <a:t>5</a:t>
            </a:r>
          </a:p>
          <a:p>
            <a:r>
              <a:rPr lang="en-US" altLang="zh-CN" sz="1600">
                <a:solidFill>
                  <a:schemeClr val="bg1"/>
                </a:solidFill>
              </a:rPr>
              <a:t>4,6</a:t>
            </a:r>
          </a:p>
        </p:txBody>
      </p:sp>
      <p:sp>
        <p:nvSpPr>
          <p:cNvPr id="551944" name="Text Box 8"/>
          <p:cNvSpPr txBox="1">
            <a:spLocks noChangeArrowheads="1"/>
          </p:cNvSpPr>
          <p:nvPr/>
        </p:nvSpPr>
        <p:spPr bwMode="auto">
          <a:xfrm>
            <a:off x="3652838" y="1036638"/>
            <a:ext cx="2376487" cy="4894262"/>
          </a:xfrm>
          <a:prstGeom prst="rect">
            <a:avLst/>
          </a:prstGeom>
          <a:solidFill>
            <a:srgbClr val="CCFFFF"/>
          </a:solidFill>
          <a:ln w="9525">
            <a:solidFill>
              <a:schemeClr val="accent1"/>
            </a:solidFill>
            <a:miter lim="800000"/>
            <a:headEnd/>
            <a:tailEnd/>
          </a:ln>
        </p:spPr>
        <p:txBody>
          <a:bodyPr>
            <a:spAutoFit/>
          </a:bodyPr>
          <a:lstStyle>
            <a:lvl1pPr>
              <a:defRPr kumimoji="1" sz="2400">
                <a:solidFill>
                  <a:schemeClr val="tx1"/>
                </a:solidFill>
                <a:latin typeface="Times New Roman" pitchFamily="18" charset="0"/>
                <a:ea typeface="宋体" pitchFamily="2" charset="-122"/>
              </a:defRPr>
            </a:lvl1pPr>
            <a:lvl2pPr marL="742950" indent="-285750">
              <a:defRPr kumimoji="1" sz="2400">
                <a:solidFill>
                  <a:schemeClr val="tx1"/>
                </a:solidFill>
                <a:latin typeface="Times New Roman" pitchFamily="18" charset="0"/>
                <a:ea typeface="宋体" pitchFamily="2" charset="-122"/>
              </a:defRPr>
            </a:lvl2pPr>
            <a:lvl3pPr marL="1143000" indent="-228600">
              <a:defRPr kumimoji="1" sz="2400">
                <a:solidFill>
                  <a:schemeClr val="tx1"/>
                </a:solidFill>
                <a:latin typeface="Times New Roman" pitchFamily="18" charset="0"/>
                <a:ea typeface="宋体" pitchFamily="2" charset="-122"/>
              </a:defRPr>
            </a:lvl3pPr>
            <a:lvl4pPr marL="1600200" indent="-228600">
              <a:defRPr kumimoji="1" sz="2400">
                <a:solidFill>
                  <a:schemeClr val="tx1"/>
                </a:solidFill>
                <a:latin typeface="Times New Roman" pitchFamily="18" charset="0"/>
                <a:ea typeface="宋体" pitchFamily="2" charset="-122"/>
              </a:defRPr>
            </a:lvl4pPr>
            <a:lvl5pPr marL="2057400" indent="-22860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a:t># include &lt;stdio.h&gt;</a:t>
            </a:r>
          </a:p>
          <a:p>
            <a:r>
              <a:rPr lang="en-US" altLang="zh-CN"/>
              <a:t>int main()</a:t>
            </a:r>
          </a:p>
          <a:p>
            <a:r>
              <a:rPr lang="en-US" altLang="zh-CN"/>
              <a:t>{ int i,a[5];</a:t>
            </a:r>
          </a:p>
          <a:p>
            <a:r>
              <a:rPr lang="en-US" altLang="zh-CN"/>
              <a:t>   int *p;</a:t>
            </a:r>
          </a:p>
          <a:p>
            <a:r>
              <a:rPr lang="en-US" altLang="zh-CN"/>
              <a:t>  for(i=0;i&lt;5;i++)</a:t>
            </a:r>
          </a:p>
          <a:p>
            <a:r>
              <a:rPr lang="en-US" altLang="zh-CN"/>
              <a:t>{ p=&amp;a[i];</a:t>
            </a:r>
          </a:p>
          <a:p>
            <a:r>
              <a:rPr lang="en-US" altLang="zh-CN"/>
              <a:t>      a[i]=i;</a:t>
            </a:r>
          </a:p>
          <a:p>
            <a:r>
              <a:rPr lang="en-US" altLang="zh-CN"/>
              <a:t>printf("%3d",*p);</a:t>
            </a:r>
          </a:p>
          <a:p>
            <a:r>
              <a:rPr lang="en-US" altLang="zh-CN"/>
              <a:t>    }</a:t>
            </a:r>
          </a:p>
          <a:p>
            <a:r>
              <a:rPr lang="en-US" altLang="zh-CN"/>
              <a:t>    printf("\n");	</a:t>
            </a:r>
          </a:p>
          <a:p>
            <a:r>
              <a:rPr lang="en-US" altLang="zh-CN"/>
              <a:t> return 0;</a:t>
            </a:r>
          </a:p>
          <a:p>
            <a:r>
              <a:rPr lang="en-US" altLang="zh-CN"/>
              <a:t>}</a:t>
            </a:r>
          </a:p>
        </p:txBody>
      </p:sp>
      <p:sp>
        <p:nvSpPr>
          <p:cNvPr id="551945" name="Text Box 9"/>
          <p:cNvSpPr txBox="1">
            <a:spLocks noChangeArrowheads="1"/>
          </p:cNvSpPr>
          <p:nvPr/>
        </p:nvSpPr>
        <p:spPr bwMode="auto">
          <a:xfrm>
            <a:off x="3625850" y="5500688"/>
            <a:ext cx="2376488" cy="338137"/>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itchFamily="18" charset="0"/>
                <a:ea typeface="宋体" pitchFamily="2" charset="-122"/>
              </a:defRPr>
            </a:lvl1pPr>
            <a:lvl2pPr marL="742950" indent="-285750">
              <a:defRPr kumimoji="1" sz="2400">
                <a:solidFill>
                  <a:schemeClr val="tx1"/>
                </a:solidFill>
                <a:latin typeface="Times New Roman" pitchFamily="18" charset="0"/>
                <a:ea typeface="宋体" pitchFamily="2" charset="-122"/>
              </a:defRPr>
            </a:lvl2pPr>
            <a:lvl3pPr marL="1143000" indent="-228600">
              <a:defRPr kumimoji="1" sz="2400">
                <a:solidFill>
                  <a:schemeClr val="tx1"/>
                </a:solidFill>
                <a:latin typeface="Times New Roman" pitchFamily="18" charset="0"/>
                <a:ea typeface="宋体" pitchFamily="2" charset="-122"/>
              </a:defRPr>
            </a:lvl3pPr>
            <a:lvl4pPr marL="1600200" indent="-228600">
              <a:defRPr kumimoji="1" sz="2400">
                <a:solidFill>
                  <a:schemeClr val="tx1"/>
                </a:solidFill>
                <a:latin typeface="Times New Roman" pitchFamily="18" charset="0"/>
                <a:ea typeface="宋体" pitchFamily="2" charset="-122"/>
              </a:defRPr>
            </a:lvl4pPr>
            <a:lvl5pPr marL="2057400" indent="-22860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1600">
                <a:solidFill>
                  <a:schemeClr val="bg1"/>
                </a:solidFill>
              </a:rPr>
              <a:t>  0  1  2  3  4</a:t>
            </a:r>
          </a:p>
        </p:txBody>
      </p:sp>
      <p:sp>
        <p:nvSpPr>
          <p:cNvPr id="551946" name="Text Box 10"/>
          <p:cNvSpPr txBox="1">
            <a:spLocks noChangeArrowheads="1"/>
          </p:cNvSpPr>
          <p:nvPr/>
        </p:nvSpPr>
        <p:spPr bwMode="auto">
          <a:xfrm>
            <a:off x="6002338" y="1008063"/>
            <a:ext cx="2916237" cy="4154487"/>
          </a:xfrm>
          <a:prstGeom prst="rect">
            <a:avLst/>
          </a:prstGeom>
          <a:solidFill>
            <a:srgbClr val="CCFFFF"/>
          </a:solidFill>
          <a:ln w="9525">
            <a:solidFill>
              <a:schemeClr val="accent1"/>
            </a:solidFill>
            <a:miter lim="800000"/>
            <a:headEnd/>
            <a:tailEnd/>
          </a:ln>
        </p:spPr>
        <p:txBody>
          <a:bodyPr>
            <a:spAutoFit/>
          </a:bodyPr>
          <a:lstStyle>
            <a:lvl1pPr>
              <a:defRPr kumimoji="1" sz="2400">
                <a:solidFill>
                  <a:schemeClr val="tx1"/>
                </a:solidFill>
                <a:latin typeface="Times New Roman" pitchFamily="18" charset="0"/>
                <a:ea typeface="宋体" pitchFamily="2" charset="-122"/>
              </a:defRPr>
            </a:lvl1pPr>
            <a:lvl2pPr marL="742950" indent="-285750">
              <a:defRPr kumimoji="1" sz="2400">
                <a:solidFill>
                  <a:schemeClr val="tx1"/>
                </a:solidFill>
                <a:latin typeface="Times New Roman" pitchFamily="18" charset="0"/>
                <a:ea typeface="宋体" pitchFamily="2" charset="-122"/>
              </a:defRPr>
            </a:lvl2pPr>
            <a:lvl3pPr marL="1143000" indent="-228600">
              <a:defRPr kumimoji="1" sz="2400">
                <a:solidFill>
                  <a:schemeClr val="tx1"/>
                </a:solidFill>
                <a:latin typeface="Times New Roman" pitchFamily="18" charset="0"/>
                <a:ea typeface="宋体" pitchFamily="2" charset="-122"/>
              </a:defRPr>
            </a:lvl3pPr>
            <a:lvl4pPr marL="1600200" indent="-228600">
              <a:defRPr kumimoji="1" sz="2400">
                <a:solidFill>
                  <a:schemeClr val="tx1"/>
                </a:solidFill>
                <a:latin typeface="Times New Roman" pitchFamily="18" charset="0"/>
                <a:ea typeface="宋体" pitchFamily="2" charset="-122"/>
              </a:defRPr>
            </a:lvl4pPr>
            <a:lvl5pPr marL="2057400" indent="-22860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a:t># include &lt;stdio.h&gt;</a:t>
            </a:r>
          </a:p>
          <a:p>
            <a:r>
              <a:rPr lang="en-US" altLang="zh-CN"/>
              <a:t>int main()</a:t>
            </a:r>
          </a:p>
          <a:p>
            <a:r>
              <a:rPr lang="en-US" altLang="zh-CN"/>
              <a:t>{ int i,a[5];</a:t>
            </a:r>
          </a:p>
          <a:p>
            <a:r>
              <a:rPr lang="en-US" altLang="zh-CN"/>
              <a:t>   int *p</a:t>
            </a:r>
            <a:r>
              <a:rPr lang="en-US" altLang="zh-CN">
                <a:solidFill>
                  <a:schemeClr val="hlink"/>
                </a:solidFill>
              </a:rPr>
              <a:t>=a</a:t>
            </a:r>
            <a:r>
              <a:rPr lang="en-US" altLang="zh-CN"/>
              <a:t>;</a:t>
            </a:r>
          </a:p>
          <a:p>
            <a:r>
              <a:rPr lang="en-US" altLang="zh-CN"/>
              <a:t>  for(i=0;i&lt;5;i++;</a:t>
            </a:r>
            <a:r>
              <a:rPr lang="en-US" altLang="zh-CN">
                <a:solidFill>
                  <a:schemeClr val="hlink"/>
                </a:solidFill>
              </a:rPr>
              <a:t>p++</a:t>
            </a:r>
            <a:r>
              <a:rPr lang="en-US" altLang="zh-CN"/>
              <a:t>)</a:t>
            </a:r>
          </a:p>
          <a:p>
            <a:r>
              <a:rPr lang="en-US" altLang="zh-CN"/>
              <a:t>   { </a:t>
            </a:r>
            <a:r>
              <a:rPr lang="en-US" altLang="zh-CN">
                <a:solidFill>
                  <a:schemeClr val="hlink"/>
                </a:solidFill>
              </a:rPr>
              <a:t>*p</a:t>
            </a:r>
            <a:r>
              <a:rPr lang="en-US" altLang="zh-CN"/>
              <a:t>=i;</a:t>
            </a:r>
          </a:p>
          <a:p>
            <a:r>
              <a:rPr lang="en-US" altLang="zh-CN"/>
              <a:t>      printf("%3d",*p);</a:t>
            </a:r>
          </a:p>
          <a:p>
            <a:r>
              <a:rPr lang="en-US" altLang="zh-CN"/>
              <a:t>    }</a:t>
            </a:r>
          </a:p>
          <a:p>
            <a:r>
              <a:rPr lang="en-US" altLang="zh-CN"/>
              <a:t>    printf("\n");	</a:t>
            </a:r>
          </a:p>
          <a:p>
            <a:r>
              <a:rPr lang="en-US" altLang="zh-CN"/>
              <a:t>   return 0;</a:t>
            </a:r>
          </a:p>
          <a:p>
            <a:r>
              <a:rPr lang="en-US" altLang="zh-CN"/>
              <a:t>}</a:t>
            </a:r>
          </a:p>
        </p:txBody>
      </p:sp>
      <p:sp>
        <p:nvSpPr>
          <p:cNvPr id="551948" name="Text Box 12"/>
          <p:cNvSpPr txBox="1">
            <a:spLocks noChangeArrowheads="1"/>
          </p:cNvSpPr>
          <p:nvPr/>
        </p:nvSpPr>
        <p:spPr bwMode="auto">
          <a:xfrm>
            <a:off x="6289675" y="4714875"/>
            <a:ext cx="2376488" cy="338138"/>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itchFamily="18" charset="0"/>
                <a:ea typeface="宋体" pitchFamily="2" charset="-122"/>
              </a:defRPr>
            </a:lvl1pPr>
            <a:lvl2pPr marL="742950" indent="-285750">
              <a:defRPr kumimoji="1" sz="2400">
                <a:solidFill>
                  <a:schemeClr val="tx1"/>
                </a:solidFill>
                <a:latin typeface="Times New Roman" pitchFamily="18" charset="0"/>
                <a:ea typeface="宋体" pitchFamily="2" charset="-122"/>
              </a:defRPr>
            </a:lvl2pPr>
            <a:lvl3pPr marL="1143000" indent="-228600">
              <a:defRPr kumimoji="1" sz="2400">
                <a:solidFill>
                  <a:schemeClr val="tx1"/>
                </a:solidFill>
                <a:latin typeface="Times New Roman" pitchFamily="18" charset="0"/>
                <a:ea typeface="宋体" pitchFamily="2" charset="-122"/>
              </a:defRPr>
            </a:lvl3pPr>
            <a:lvl4pPr marL="1600200" indent="-228600">
              <a:defRPr kumimoji="1" sz="2400">
                <a:solidFill>
                  <a:schemeClr val="tx1"/>
                </a:solidFill>
                <a:latin typeface="Times New Roman" pitchFamily="18" charset="0"/>
                <a:ea typeface="宋体" pitchFamily="2" charset="-122"/>
              </a:defRPr>
            </a:lvl4pPr>
            <a:lvl5pPr marL="2057400" indent="-22860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sz="1600">
                <a:solidFill>
                  <a:schemeClr val="bg1"/>
                </a:solidFill>
              </a:rPr>
              <a:t>  0  1  2  3  4</a:t>
            </a:r>
          </a:p>
        </p:txBody>
      </p:sp>
      <p:sp>
        <p:nvSpPr>
          <p:cNvPr id="551949" name="Text Box 13"/>
          <p:cNvSpPr txBox="1">
            <a:spLocks noChangeArrowheads="1"/>
          </p:cNvSpPr>
          <p:nvPr/>
        </p:nvSpPr>
        <p:spPr bwMode="auto">
          <a:xfrm>
            <a:off x="203200" y="5326063"/>
            <a:ext cx="8631238" cy="153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itchFamily="18" charset="0"/>
                <a:ea typeface="宋体" pitchFamily="2" charset="-122"/>
              </a:defRPr>
            </a:lvl1pPr>
            <a:lvl2pPr marL="742950" indent="-285750">
              <a:defRPr kumimoji="1" sz="2400">
                <a:solidFill>
                  <a:schemeClr val="tx1"/>
                </a:solidFill>
                <a:latin typeface="Times New Roman" pitchFamily="18" charset="0"/>
                <a:ea typeface="宋体" pitchFamily="2" charset="-122"/>
              </a:defRPr>
            </a:lvl2pPr>
            <a:lvl3pPr marL="1143000" indent="-228600">
              <a:defRPr kumimoji="1" sz="2400">
                <a:solidFill>
                  <a:schemeClr val="tx1"/>
                </a:solidFill>
                <a:latin typeface="Times New Roman" pitchFamily="18" charset="0"/>
                <a:ea typeface="宋体" pitchFamily="2" charset="-122"/>
              </a:defRPr>
            </a:lvl3pPr>
            <a:lvl4pPr marL="1600200" indent="-228600">
              <a:defRPr kumimoji="1" sz="2400">
                <a:solidFill>
                  <a:schemeClr val="tx1"/>
                </a:solidFill>
                <a:latin typeface="Times New Roman" pitchFamily="18" charset="0"/>
                <a:ea typeface="宋体" pitchFamily="2" charset="-122"/>
              </a:defRPr>
            </a:lvl4pPr>
            <a:lvl5pPr marL="2057400" indent="-22860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nSpc>
                <a:spcPct val="130000"/>
              </a:lnSpc>
            </a:pPr>
            <a:r>
              <a:rPr lang="zh-CN" altLang="en-US" b="1" u="sng">
                <a:solidFill>
                  <a:srgbClr val="FF6600"/>
                </a:solidFill>
                <a:latin typeface="黑体" pitchFamily="2" charset="-122"/>
                <a:ea typeface="黑体" pitchFamily="2" charset="-122"/>
              </a:rPr>
              <a:t>一维数组在内存中的存放形式：</a:t>
            </a:r>
          </a:p>
          <a:p>
            <a:pPr>
              <a:lnSpc>
                <a:spcPct val="130000"/>
              </a:lnSpc>
            </a:pPr>
            <a:r>
              <a:rPr lang="zh-CN" altLang="en-US">
                <a:solidFill>
                  <a:srgbClr val="0000FF"/>
                </a:solidFill>
                <a:latin typeface="黑体" pitchFamily="2" charset="-122"/>
                <a:ea typeface="黑体" pitchFamily="2" charset="-122"/>
              </a:rPr>
              <a:t>首地址：</a:t>
            </a:r>
            <a:r>
              <a:rPr lang="en-US" altLang="zh-CN">
                <a:latin typeface="黑体" pitchFamily="2" charset="-122"/>
                <a:ea typeface="黑体" pitchFamily="2" charset="-122"/>
              </a:rPr>
              <a:t>p=a(</a:t>
            </a:r>
            <a:r>
              <a:rPr lang="zh-CN" altLang="en-US">
                <a:latin typeface="黑体" pitchFamily="2" charset="-122"/>
                <a:ea typeface="黑体" pitchFamily="2" charset="-122"/>
              </a:rPr>
              <a:t>或</a:t>
            </a:r>
            <a:r>
              <a:rPr lang="en-US" altLang="zh-CN">
                <a:latin typeface="黑体" pitchFamily="2" charset="-122"/>
                <a:ea typeface="黑体" pitchFamily="2" charset="-122"/>
              </a:rPr>
              <a:t>&amp;a[0])</a:t>
            </a:r>
            <a:r>
              <a:rPr lang="zh-CN" altLang="en-US">
                <a:latin typeface="黑体" pitchFamily="2" charset="-122"/>
                <a:ea typeface="黑体" pitchFamily="2" charset="-122"/>
              </a:rPr>
              <a:t>；</a:t>
            </a:r>
            <a:r>
              <a:rPr lang="zh-CN" altLang="en-US">
                <a:solidFill>
                  <a:srgbClr val="0000FF"/>
                </a:solidFill>
                <a:latin typeface="黑体" pitchFamily="2" charset="-122"/>
                <a:ea typeface="黑体" pitchFamily="2" charset="-122"/>
              </a:rPr>
              <a:t>某元素的地址：</a:t>
            </a:r>
            <a:r>
              <a:rPr lang="en-US" altLang="zh-CN">
                <a:latin typeface="黑体" pitchFamily="2" charset="-122"/>
                <a:ea typeface="黑体" pitchFamily="2" charset="-122"/>
              </a:rPr>
              <a:t>p=&amp;a[i]</a:t>
            </a:r>
            <a:r>
              <a:rPr lang="zh-CN" altLang="en-US">
                <a:latin typeface="黑体" pitchFamily="2" charset="-122"/>
                <a:ea typeface="黑体" pitchFamily="2" charset="-122"/>
              </a:rPr>
              <a:t>；</a:t>
            </a:r>
            <a:endParaRPr lang="en-US" altLang="zh-CN">
              <a:latin typeface="黑体" pitchFamily="2" charset="-122"/>
              <a:ea typeface="黑体" pitchFamily="2" charset="-122"/>
            </a:endParaRPr>
          </a:p>
          <a:p>
            <a:pPr>
              <a:lnSpc>
                <a:spcPct val="130000"/>
              </a:lnSpc>
            </a:pPr>
            <a:r>
              <a:rPr lang="zh-CN" altLang="en-US">
                <a:solidFill>
                  <a:srgbClr val="0000FF"/>
                </a:solidFill>
                <a:latin typeface="黑体" pitchFamily="2" charset="-122"/>
                <a:ea typeface="黑体" pitchFamily="2" charset="-122"/>
              </a:rPr>
              <a:t>下一个元素的地址：</a:t>
            </a:r>
            <a:r>
              <a:rPr lang="en-US" altLang="zh-CN">
                <a:latin typeface="黑体" pitchFamily="2" charset="-122"/>
                <a:ea typeface="黑体" pitchFamily="2" charset="-122"/>
              </a:rPr>
              <a:t>&amp;a[i+1]</a:t>
            </a:r>
            <a:r>
              <a:rPr lang="zh-CN" altLang="en-US">
                <a:latin typeface="黑体" pitchFamily="2" charset="-122"/>
                <a:ea typeface="黑体" pitchFamily="2" charset="-122"/>
              </a:rPr>
              <a:t>或</a:t>
            </a:r>
            <a:r>
              <a:rPr lang="en-US" altLang="zh-CN">
                <a:latin typeface="黑体" pitchFamily="2" charset="-122"/>
                <a:ea typeface="黑体" pitchFamily="2" charset="-122"/>
              </a:rPr>
              <a:t>p+1</a:t>
            </a:r>
          </a:p>
        </p:txBody>
      </p:sp>
    </p:spTree>
    <p:extLst>
      <p:ext uri="{BB962C8B-B14F-4D97-AF65-F5344CB8AC3E}">
        <p14:creationId xmlns:p14="http://schemas.microsoft.com/office/powerpoint/2010/main" val="132987542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51942"/>
                                        </p:tgtEl>
                                        <p:attrNameLst>
                                          <p:attrName>style.visibility</p:attrName>
                                        </p:attrNameLst>
                                      </p:cBhvr>
                                      <p:to>
                                        <p:strVal val="visible"/>
                                      </p:to>
                                    </p:set>
                                    <p:animEffect transition="in" filter="fade">
                                      <p:cBhvr>
                                        <p:cTn id="7" dur="500"/>
                                        <p:tgtEl>
                                          <p:spTgt spid="55194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8" fill="hold" grpId="0" nodeType="clickEffect">
                                  <p:stCondLst>
                                    <p:cond delay="0"/>
                                  </p:stCondLst>
                                  <p:childTnLst>
                                    <p:set>
                                      <p:cBhvr>
                                        <p:cTn id="11" dur="1" fill="hold">
                                          <p:stCondLst>
                                            <p:cond delay="0"/>
                                          </p:stCondLst>
                                        </p:cTn>
                                        <p:tgtEl>
                                          <p:spTgt spid="551943"/>
                                        </p:tgtEl>
                                        <p:attrNameLst>
                                          <p:attrName>style.visibility</p:attrName>
                                        </p:attrNameLst>
                                      </p:cBhvr>
                                      <p:to>
                                        <p:strVal val="visible"/>
                                      </p:to>
                                    </p:set>
                                    <p:animEffect transition="in" filter="slide(fromLeft)">
                                      <p:cBhvr>
                                        <p:cTn id="12" dur="500"/>
                                        <p:tgtEl>
                                          <p:spTgt spid="55194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xit" presetSubtype="16" fill="hold" nodeType="clickEffect">
                                  <p:stCondLst>
                                    <p:cond delay="0"/>
                                  </p:stCondLst>
                                  <p:childTnLst>
                                    <p:animEffect transition="out" filter="box(in)">
                                      <p:cBhvr>
                                        <p:cTn id="16" dur="500"/>
                                        <p:tgtEl>
                                          <p:spTgt spid="551942"/>
                                        </p:tgtEl>
                                      </p:cBhvr>
                                    </p:animEffect>
                                    <p:set>
                                      <p:cBhvr>
                                        <p:cTn id="17" dur="1" fill="hold">
                                          <p:stCondLst>
                                            <p:cond delay="499"/>
                                          </p:stCondLst>
                                        </p:cTn>
                                        <p:tgtEl>
                                          <p:spTgt spid="551942"/>
                                        </p:tgtEl>
                                        <p:attrNameLst>
                                          <p:attrName>style.visibility</p:attrName>
                                        </p:attrNameLst>
                                      </p:cBhvr>
                                      <p:to>
                                        <p:strVal val="hidden"/>
                                      </p:to>
                                    </p:set>
                                  </p:childTnLst>
                                </p:cTn>
                              </p:par>
                              <p:par>
                                <p:cTn id="18" presetID="4" presetClass="exit" presetSubtype="16" fill="hold" nodeType="withEffect">
                                  <p:stCondLst>
                                    <p:cond delay="0"/>
                                  </p:stCondLst>
                                  <p:childTnLst>
                                    <p:animEffect transition="out" filter="box(in)">
                                      <p:cBhvr>
                                        <p:cTn id="19" dur="500"/>
                                        <p:tgtEl>
                                          <p:spTgt spid="551943"/>
                                        </p:tgtEl>
                                      </p:cBhvr>
                                    </p:animEffect>
                                    <p:set>
                                      <p:cBhvr>
                                        <p:cTn id="20" dur="1" fill="hold">
                                          <p:stCondLst>
                                            <p:cond delay="499"/>
                                          </p:stCondLst>
                                        </p:cTn>
                                        <p:tgtEl>
                                          <p:spTgt spid="551943"/>
                                        </p:tgtEl>
                                        <p:attrNameLst>
                                          <p:attrName>style.visibility</p:attrName>
                                        </p:attrNameLst>
                                      </p:cBhvr>
                                      <p:to>
                                        <p:strVal val="hidden"/>
                                      </p:to>
                                    </p:set>
                                  </p:childTnLst>
                                </p:cTn>
                              </p:par>
                            </p:childTnLst>
                          </p:cTn>
                        </p:par>
                        <p:par>
                          <p:cTn id="21" fill="hold" nodeType="afterGroup">
                            <p:stCondLst>
                              <p:cond delay="500"/>
                            </p:stCondLst>
                            <p:childTnLst>
                              <p:par>
                                <p:cTn id="22" presetID="10" presetClass="entr" presetSubtype="0" fill="hold" grpId="0" nodeType="afterEffect">
                                  <p:stCondLst>
                                    <p:cond delay="0"/>
                                  </p:stCondLst>
                                  <p:childTnLst>
                                    <p:set>
                                      <p:cBhvr>
                                        <p:cTn id="23" dur="1" fill="hold">
                                          <p:stCondLst>
                                            <p:cond delay="0"/>
                                          </p:stCondLst>
                                        </p:cTn>
                                        <p:tgtEl>
                                          <p:spTgt spid="551944"/>
                                        </p:tgtEl>
                                        <p:attrNameLst>
                                          <p:attrName>style.visibility</p:attrName>
                                        </p:attrNameLst>
                                      </p:cBhvr>
                                      <p:to>
                                        <p:strVal val="visible"/>
                                      </p:to>
                                    </p:set>
                                    <p:animEffect transition="in" filter="fade">
                                      <p:cBhvr>
                                        <p:cTn id="24" dur="500"/>
                                        <p:tgtEl>
                                          <p:spTgt spid="551944"/>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12" presetClass="entr" presetSubtype="8" fill="hold" grpId="0" nodeType="clickEffect">
                                  <p:stCondLst>
                                    <p:cond delay="0"/>
                                  </p:stCondLst>
                                  <p:childTnLst>
                                    <p:set>
                                      <p:cBhvr>
                                        <p:cTn id="28" dur="1" fill="hold">
                                          <p:stCondLst>
                                            <p:cond delay="0"/>
                                          </p:stCondLst>
                                        </p:cTn>
                                        <p:tgtEl>
                                          <p:spTgt spid="551945"/>
                                        </p:tgtEl>
                                        <p:attrNameLst>
                                          <p:attrName>style.visibility</p:attrName>
                                        </p:attrNameLst>
                                      </p:cBhvr>
                                      <p:to>
                                        <p:strVal val="visible"/>
                                      </p:to>
                                    </p:set>
                                    <p:animEffect transition="in" filter="slide(fromLeft)">
                                      <p:cBhvr>
                                        <p:cTn id="29" dur="500"/>
                                        <p:tgtEl>
                                          <p:spTgt spid="551945"/>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4" presetClass="exit" presetSubtype="16" fill="hold" grpId="1" nodeType="clickEffect">
                                  <p:stCondLst>
                                    <p:cond delay="0"/>
                                  </p:stCondLst>
                                  <p:childTnLst>
                                    <p:animEffect transition="out" filter="box(in)">
                                      <p:cBhvr>
                                        <p:cTn id="33" dur="500"/>
                                        <p:tgtEl>
                                          <p:spTgt spid="551944"/>
                                        </p:tgtEl>
                                      </p:cBhvr>
                                    </p:animEffect>
                                    <p:set>
                                      <p:cBhvr>
                                        <p:cTn id="34" dur="1" fill="hold">
                                          <p:stCondLst>
                                            <p:cond delay="499"/>
                                          </p:stCondLst>
                                        </p:cTn>
                                        <p:tgtEl>
                                          <p:spTgt spid="551944"/>
                                        </p:tgtEl>
                                        <p:attrNameLst>
                                          <p:attrName>style.visibility</p:attrName>
                                        </p:attrNameLst>
                                      </p:cBhvr>
                                      <p:to>
                                        <p:strVal val="hidden"/>
                                      </p:to>
                                    </p:set>
                                  </p:childTnLst>
                                </p:cTn>
                              </p:par>
                              <p:par>
                                <p:cTn id="35" presetID="4" presetClass="exit" presetSubtype="16" fill="hold" grpId="1" nodeType="withEffect">
                                  <p:stCondLst>
                                    <p:cond delay="0"/>
                                  </p:stCondLst>
                                  <p:childTnLst>
                                    <p:animEffect transition="out" filter="box(in)">
                                      <p:cBhvr>
                                        <p:cTn id="36" dur="500"/>
                                        <p:tgtEl>
                                          <p:spTgt spid="551945"/>
                                        </p:tgtEl>
                                      </p:cBhvr>
                                    </p:animEffect>
                                    <p:set>
                                      <p:cBhvr>
                                        <p:cTn id="37" dur="1" fill="hold">
                                          <p:stCondLst>
                                            <p:cond delay="499"/>
                                          </p:stCondLst>
                                        </p:cTn>
                                        <p:tgtEl>
                                          <p:spTgt spid="551945"/>
                                        </p:tgtEl>
                                        <p:attrNameLst>
                                          <p:attrName>style.visibility</p:attrName>
                                        </p:attrNameLst>
                                      </p:cBhvr>
                                      <p:to>
                                        <p:strVal val="hidden"/>
                                      </p:to>
                                    </p:set>
                                  </p:childTnLst>
                                </p:cTn>
                              </p:par>
                            </p:childTnLst>
                          </p:cTn>
                        </p:par>
                        <p:par>
                          <p:cTn id="38" fill="hold" nodeType="afterGroup">
                            <p:stCondLst>
                              <p:cond delay="500"/>
                            </p:stCondLst>
                            <p:childTnLst>
                              <p:par>
                                <p:cTn id="39" presetID="10" presetClass="entr" presetSubtype="0" fill="hold" grpId="0" nodeType="afterEffect">
                                  <p:stCondLst>
                                    <p:cond delay="0"/>
                                  </p:stCondLst>
                                  <p:childTnLst>
                                    <p:set>
                                      <p:cBhvr>
                                        <p:cTn id="40" dur="1" fill="hold">
                                          <p:stCondLst>
                                            <p:cond delay="0"/>
                                          </p:stCondLst>
                                        </p:cTn>
                                        <p:tgtEl>
                                          <p:spTgt spid="551946"/>
                                        </p:tgtEl>
                                        <p:attrNameLst>
                                          <p:attrName>style.visibility</p:attrName>
                                        </p:attrNameLst>
                                      </p:cBhvr>
                                      <p:to>
                                        <p:strVal val="visible"/>
                                      </p:to>
                                    </p:set>
                                    <p:animEffect transition="in" filter="fade">
                                      <p:cBhvr>
                                        <p:cTn id="41" dur="500"/>
                                        <p:tgtEl>
                                          <p:spTgt spid="551946"/>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45" presetClass="entr" presetSubtype="0" fill="hold" grpId="0" nodeType="clickEffect">
                                  <p:stCondLst>
                                    <p:cond delay="0"/>
                                  </p:stCondLst>
                                  <p:childTnLst>
                                    <p:set>
                                      <p:cBhvr>
                                        <p:cTn id="45" dur="1" fill="hold">
                                          <p:stCondLst>
                                            <p:cond delay="0"/>
                                          </p:stCondLst>
                                        </p:cTn>
                                        <p:tgtEl>
                                          <p:spTgt spid="551948"/>
                                        </p:tgtEl>
                                        <p:attrNameLst>
                                          <p:attrName>style.visibility</p:attrName>
                                        </p:attrNameLst>
                                      </p:cBhvr>
                                      <p:to>
                                        <p:strVal val="visible"/>
                                      </p:to>
                                    </p:set>
                                    <p:animEffect transition="in" filter="fade">
                                      <p:cBhvr>
                                        <p:cTn id="46" dur="2000"/>
                                        <p:tgtEl>
                                          <p:spTgt spid="551948"/>
                                        </p:tgtEl>
                                      </p:cBhvr>
                                    </p:animEffect>
                                    <p:anim calcmode="lin" valueType="num">
                                      <p:cBhvr>
                                        <p:cTn id="47" dur="2000" fill="hold"/>
                                        <p:tgtEl>
                                          <p:spTgt spid="551948"/>
                                        </p:tgtEl>
                                        <p:attrNameLst>
                                          <p:attrName>ppt_w</p:attrName>
                                        </p:attrNameLst>
                                      </p:cBhvr>
                                      <p:tavLst>
                                        <p:tav tm="0" fmla="#ppt_w*sin(2.5*pi*$)">
                                          <p:val>
                                            <p:fltVal val="0"/>
                                          </p:val>
                                        </p:tav>
                                        <p:tav tm="100000">
                                          <p:val>
                                            <p:fltVal val="1"/>
                                          </p:val>
                                        </p:tav>
                                      </p:tavLst>
                                    </p:anim>
                                    <p:anim calcmode="lin" valueType="num">
                                      <p:cBhvr>
                                        <p:cTn id="48" dur="2000" fill="hold"/>
                                        <p:tgtEl>
                                          <p:spTgt spid="551948"/>
                                        </p:tgtEl>
                                        <p:attrNameLst>
                                          <p:attrName>ppt_h</p:attrName>
                                        </p:attrNameLst>
                                      </p:cBhvr>
                                      <p:tavLst>
                                        <p:tav tm="0">
                                          <p:val>
                                            <p:strVal val="#ppt_h"/>
                                          </p:val>
                                        </p:tav>
                                        <p:tav tm="100000">
                                          <p:val>
                                            <p:strVal val="#ppt_h"/>
                                          </p:val>
                                        </p:tav>
                                      </p:tavLst>
                                    </p:anim>
                                  </p:childTnLst>
                                </p:cTn>
                              </p:par>
                              <p:par>
                                <p:cTn id="49" presetID="4" presetClass="exit" presetSubtype="16" fill="hold" grpId="1" nodeType="withEffect">
                                  <p:stCondLst>
                                    <p:cond delay="0"/>
                                  </p:stCondLst>
                                  <p:childTnLst>
                                    <p:animEffect transition="out" filter="box(in)">
                                      <p:cBhvr>
                                        <p:cTn id="50" dur="500"/>
                                        <p:tgtEl>
                                          <p:spTgt spid="551946"/>
                                        </p:tgtEl>
                                      </p:cBhvr>
                                    </p:animEffect>
                                    <p:set>
                                      <p:cBhvr>
                                        <p:cTn id="51" dur="1" fill="hold">
                                          <p:stCondLst>
                                            <p:cond delay="499"/>
                                          </p:stCondLst>
                                        </p:cTn>
                                        <p:tgtEl>
                                          <p:spTgt spid="551946"/>
                                        </p:tgtEl>
                                        <p:attrNameLst>
                                          <p:attrName>style.visibility</p:attrName>
                                        </p:attrNameLst>
                                      </p:cBhvr>
                                      <p:to>
                                        <p:strVal val="hidden"/>
                                      </p:to>
                                    </p:set>
                                  </p:childTnLst>
                                </p:cTn>
                              </p:par>
                            </p:childTnLst>
                          </p:cTn>
                        </p:par>
                        <p:par>
                          <p:cTn id="52" fill="hold" nodeType="afterGroup">
                            <p:stCondLst>
                              <p:cond delay="2000"/>
                            </p:stCondLst>
                            <p:childTnLst>
                              <p:par>
                                <p:cTn id="53" presetID="10" presetClass="entr" presetSubtype="0" fill="hold" grpId="0" nodeType="afterEffect">
                                  <p:stCondLst>
                                    <p:cond delay="0"/>
                                  </p:stCondLst>
                                  <p:childTnLst>
                                    <p:set>
                                      <p:cBhvr>
                                        <p:cTn id="54" dur="1" fill="hold">
                                          <p:stCondLst>
                                            <p:cond delay="0"/>
                                          </p:stCondLst>
                                        </p:cTn>
                                        <p:tgtEl>
                                          <p:spTgt spid="551949"/>
                                        </p:tgtEl>
                                        <p:attrNameLst>
                                          <p:attrName>style.visibility</p:attrName>
                                        </p:attrNameLst>
                                      </p:cBhvr>
                                      <p:to>
                                        <p:strVal val="visible"/>
                                      </p:to>
                                    </p:set>
                                    <p:animEffect transition="in" filter="fade">
                                      <p:cBhvr>
                                        <p:cTn id="55" dur="500"/>
                                        <p:tgtEl>
                                          <p:spTgt spid="5519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1942" grpId="0" animBg="1"/>
      <p:bldP spid="551943" grpId="0" animBg="1"/>
      <p:bldP spid="551944" grpId="0" animBg="1"/>
      <p:bldP spid="551944" grpId="1" animBg="1"/>
      <p:bldP spid="551945" grpId="0" animBg="1"/>
      <p:bldP spid="551945" grpId="1" animBg="1"/>
      <p:bldP spid="551946" grpId="0" animBg="1"/>
      <p:bldP spid="551946" grpId="1" animBg="1"/>
      <p:bldP spid="551948" grpId="0" animBg="1"/>
      <p:bldP spid="551949" grpId="0"/>
    </p:bldLst>
  </p:timing>
</p:sld>
</file>

<file path=ppt/slides/slide4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42" name="Rectangle 2"/>
          <p:cNvSpPr>
            <a:spLocks noGrp="1" noChangeArrowheads="1"/>
          </p:cNvSpPr>
          <p:nvPr>
            <p:ph type="title"/>
          </p:nvPr>
        </p:nvSpPr>
        <p:spPr>
          <a:xfrm>
            <a:off x="327025" y="476672"/>
            <a:ext cx="8572500" cy="706437"/>
          </a:xfrm>
          <a:effectLst/>
        </p:spPr>
        <p:txBody>
          <a:bodyPr anchor="ctr"/>
          <a:lstStyle/>
          <a:p>
            <a:pPr eaLnBrk="1" hangingPunct="1"/>
            <a:r>
              <a:rPr lang="en-US" altLang="zh-CN" sz="4000" b="1" dirty="0">
                <a:solidFill>
                  <a:schemeClr val="accent2"/>
                </a:solidFill>
                <a:latin typeface="黑体" panose="02010609060101010101" pitchFamily="49" charset="-122"/>
                <a:ea typeface="黑体" panose="02010609060101010101" pitchFamily="49" charset="-122"/>
              </a:rPr>
              <a:t>8.3.2 </a:t>
            </a:r>
            <a:r>
              <a:rPr lang="zh-CN" altLang="zh-CN" sz="4000" b="1" dirty="0">
                <a:solidFill>
                  <a:schemeClr val="accent2"/>
                </a:solidFill>
                <a:latin typeface="黑体" panose="02010609060101010101" pitchFamily="49" charset="-122"/>
                <a:ea typeface="黑体" panose="02010609060101010101" pitchFamily="49" charset="-122"/>
              </a:rPr>
              <a:t>在引用数组元素时指针的运算</a:t>
            </a:r>
            <a:endParaRPr lang="zh-CN" altLang="en-US" sz="4000" b="1" dirty="0">
              <a:solidFill>
                <a:schemeClr val="accent2"/>
              </a:solidFill>
              <a:latin typeface="黑体" panose="02010609060101010101" pitchFamily="49" charset="-122"/>
              <a:ea typeface="黑体" panose="02010609060101010101" pitchFamily="49" charset="-122"/>
            </a:endParaRPr>
          </a:p>
        </p:txBody>
      </p:sp>
      <p:sp>
        <p:nvSpPr>
          <p:cNvPr id="46083" name="Rectangle 3"/>
          <p:cNvSpPr>
            <a:spLocks noGrp="1" noChangeArrowheads="1"/>
          </p:cNvSpPr>
          <p:nvPr>
            <p:ph type="body" idx="1"/>
          </p:nvPr>
        </p:nvSpPr>
        <p:spPr>
          <a:xfrm>
            <a:off x="609947" y="1124744"/>
            <a:ext cx="8072438" cy="4357688"/>
          </a:xfrm>
        </p:spPr>
        <p:txBody>
          <a:bodyPr/>
          <a:lstStyle/>
          <a:p>
            <a:pPr marL="457200" indent="-457200">
              <a:lnSpc>
                <a:spcPct val="150000"/>
              </a:lnSpc>
              <a:spcBef>
                <a:spcPts val="0"/>
              </a:spcBef>
              <a:buFont typeface="Wingdings" pitchFamily="2" charset="2"/>
              <a:buChar char="Ø"/>
            </a:pPr>
            <a:r>
              <a:rPr lang="zh-CN" altLang="zh-CN" sz="2800" dirty="0" smtClean="0">
                <a:latin typeface="黑体" pitchFamily="49" charset="-122"/>
                <a:ea typeface="黑体" pitchFamily="49" charset="-122"/>
              </a:rPr>
              <a:t>在指针指向数组元素时，</a:t>
            </a:r>
            <a:r>
              <a:rPr lang="zh-CN" altLang="en-US" sz="2800" dirty="0" smtClean="0">
                <a:latin typeface="黑体" pitchFamily="49" charset="-122"/>
                <a:ea typeface="黑体" pitchFamily="49" charset="-122"/>
              </a:rPr>
              <a:t>允许</a:t>
            </a:r>
            <a:r>
              <a:rPr lang="zh-CN" altLang="zh-CN" sz="2800" dirty="0" smtClean="0">
                <a:latin typeface="黑体" pitchFamily="49" charset="-122"/>
                <a:ea typeface="黑体" pitchFamily="49" charset="-122"/>
              </a:rPr>
              <a:t>以下运算：</a:t>
            </a:r>
          </a:p>
          <a:p>
            <a:pPr marL="914400" lvl="1" indent="-457200">
              <a:lnSpc>
                <a:spcPct val="150000"/>
              </a:lnSpc>
              <a:spcBef>
                <a:spcPts val="0"/>
              </a:spcBef>
              <a:buFont typeface="Wingdings" pitchFamily="2" charset="2"/>
              <a:buChar char="u"/>
            </a:pPr>
            <a:r>
              <a:rPr lang="zh-CN" altLang="zh-CN" sz="2800" dirty="0" smtClean="0">
                <a:latin typeface="黑体" pitchFamily="49" charset="-122"/>
                <a:ea typeface="黑体" pitchFamily="49" charset="-122"/>
              </a:rPr>
              <a:t>加一个整数</a:t>
            </a:r>
            <a:r>
              <a:rPr lang="en-US" altLang="zh-CN" sz="2800" dirty="0" smtClean="0">
                <a:latin typeface="黑体" pitchFamily="49" charset="-122"/>
                <a:ea typeface="黑体" pitchFamily="49" charset="-122"/>
              </a:rPr>
              <a:t>(</a:t>
            </a:r>
            <a:r>
              <a:rPr lang="zh-CN" altLang="zh-CN" sz="2800" dirty="0" smtClean="0">
                <a:latin typeface="黑体" pitchFamily="49" charset="-122"/>
                <a:ea typeface="黑体" pitchFamily="49" charset="-122"/>
              </a:rPr>
              <a:t>用</a:t>
            </a:r>
            <a:r>
              <a:rPr lang="en-US" altLang="zh-CN" sz="2800" dirty="0" smtClean="0">
                <a:latin typeface="黑体" pitchFamily="49" charset="-122"/>
                <a:ea typeface="黑体" pitchFamily="49" charset="-122"/>
              </a:rPr>
              <a:t>+</a:t>
            </a:r>
            <a:r>
              <a:rPr lang="zh-CN" altLang="zh-CN" sz="2800" dirty="0" smtClean="0">
                <a:latin typeface="黑体" pitchFamily="49" charset="-122"/>
                <a:ea typeface="黑体" pitchFamily="49" charset="-122"/>
              </a:rPr>
              <a:t>或</a:t>
            </a:r>
            <a:r>
              <a:rPr lang="en-US" altLang="zh-CN" sz="2800" dirty="0" smtClean="0">
                <a:latin typeface="黑体" pitchFamily="49" charset="-122"/>
                <a:ea typeface="黑体" pitchFamily="49" charset="-122"/>
              </a:rPr>
              <a:t>+=)</a:t>
            </a:r>
            <a:r>
              <a:rPr lang="zh-CN" altLang="zh-CN" sz="2800" dirty="0" smtClean="0">
                <a:latin typeface="黑体" pitchFamily="49" charset="-122"/>
                <a:ea typeface="黑体" pitchFamily="49" charset="-122"/>
              </a:rPr>
              <a:t>，如</a:t>
            </a:r>
            <a:r>
              <a:rPr lang="en-US" altLang="zh-CN" sz="2800" dirty="0" smtClean="0">
                <a:latin typeface="黑体" pitchFamily="49" charset="-122"/>
                <a:ea typeface="黑体" pitchFamily="49" charset="-122"/>
              </a:rPr>
              <a:t>p+1</a:t>
            </a:r>
            <a:endParaRPr lang="zh-CN" altLang="zh-CN" sz="2800" dirty="0" smtClean="0">
              <a:latin typeface="黑体" pitchFamily="49" charset="-122"/>
              <a:ea typeface="黑体" pitchFamily="49" charset="-122"/>
            </a:endParaRPr>
          </a:p>
          <a:p>
            <a:pPr marL="914400" lvl="1" indent="-457200">
              <a:lnSpc>
                <a:spcPct val="150000"/>
              </a:lnSpc>
              <a:spcBef>
                <a:spcPts val="0"/>
              </a:spcBef>
              <a:buFont typeface="Wingdings" pitchFamily="2" charset="2"/>
              <a:buChar char="u"/>
            </a:pPr>
            <a:r>
              <a:rPr lang="zh-CN" altLang="zh-CN" sz="2800" dirty="0" smtClean="0">
                <a:latin typeface="黑体" pitchFamily="49" charset="-122"/>
                <a:ea typeface="黑体" pitchFamily="49" charset="-122"/>
              </a:rPr>
              <a:t>减一个整数</a:t>
            </a:r>
            <a:r>
              <a:rPr lang="en-US" altLang="zh-CN" sz="2800" dirty="0" smtClean="0">
                <a:latin typeface="黑体" pitchFamily="49" charset="-122"/>
                <a:ea typeface="黑体" pitchFamily="49" charset="-122"/>
              </a:rPr>
              <a:t>(</a:t>
            </a:r>
            <a:r>
              <a:rPr lang="zh-CN" altLang="zh-CN" sz="2800" dirty="0" smtClean="0">
                <a:latin typeface="黑体" pitchFamily="49" charset="-122"/>
                <a:ea typeface="黑体" pitchFamily="49" charset="-122"/>
              </a:rPr>
              <a:t>用</a:t>
            </a:r>
            <a:r>
              <a:rPr lang="en-US" altLang="zh-CN" sz="2800" dirty="0" smtClean="0">
                <a:latin typeface="黑体" pitchFamily="49" charset="-122"/>
                <a:ea typeface="黑体" pitchFamily="49" charset="-122"/>
              </a:rPr>
              <a:t>-</a:t>
            </a:r>
            <a:r>
              <a:rPr lang="zh-CN" altLang="zh-CN" sz="2800" dirty="0" smtClean="0">
                <a:latin typeface="黑体" pitchFamily="49" charset="-122"/>
                <a:ea typeface="黑体" pitchFamily="49" charset="-122"/>
              </a:rPr>
              <a:t>或</a:t>
            </a:r>
            <a:r>
              <a:rPr lang="en-US" altLang="zh-CN" sz="2800" dirty="0" smtClean="0">
                <a:latin typeface="黑体" pitchFamily="49" charset="-122"/>
                <a:ea typeface="黑体" pitchFamily="49" charset="-122"/>
              </a:rPr>
              <a:t>-=)</a:t>
            </a:r>
            <a:r>
              <a:rPr lang="zh-CN" altLang="zh-CN" sz="2800" dirty="0" smtClean="0">
                <a:latin typeface="黑体" pitchFamily="49" charset="-122"/>
                <a:ea typeface="黑体" pitchFamily="49" charset="-122"/>
              </a:rPr>
              <a:t>，如</a:t>
            </a:r>
            <a:r>
              <a:rPr lang="en-US" altLang="zh-CN" sz="2800" dirty="0" smtClean="0">
                <a:latin typeface="黑体" pitchFamily="49" charset="-122"/>
                <a:ea typeface="黑体" pitchFamily="49" charset="-122"/>
              </a:rPr>
              <a:t>p-1</a:t>
            </a:r>
            <a:endParaRPr lang="zh-CN" altLang="zh-CN" sz="2800" dirty="0" smtClean="0">
              <a:latin typeface="黑体" pitchFamily="49" charset="-122"/>
              <a:ea typeface="黑体" pitchFamily="49" charset="-122"/>
            </a:endParaRPr>
          </a:p>
          <a:p>
            <a:pPr marL="914400" lvl="1" indent="-457200">
              <a:lnSpc>
                <a:spcPct val="150000"/>
              </a:lnSpc>
              <a:spcBef>
                <a:spcPts val="0"/>
              </a:spcBef>
              <a:buFont typeface="Wingdings" pitchFamily="2" charset="2"/>
              <a:buChar char="u"/>
            </a:pPr>
            <a:r>
              <a:rPr lang="zh-CN" altLang="zh-CN" sz="2800" dirty="0" smtClean="0">
                <a:latin typeface="黑体" pitchFamily="49" charset="-122"/>
                <a:ea typeface="黑体" pitchFamily="49" charset="-122"/>
              </a:rPr>
              <a:t>自加运算，如</a:t>
            </a:r>
            <a:r>
              <a:rPr lang="en-US" altLang="zh-CN" sz="2800" dirty="0" smtClean="0">
                <a:latin typeface="黑体" pitchFamily="49" charset="-122"/>
                <a:ea typeface="黑体" pitchFamily="49" charset="-122"/>
              </a:rPr>
              <a:t>p++</a:t>
            </a:r>
            <a:r>
              <a:rPr lang="zh-CN" altLang="zh-CN" sz="2800" dirty="0" smtClean="0">
                <a:latin typeface="黑体" pitchFamily="49" charset="-122"/>
                <a:ea typeface="黑体" pitchFamily="49" charset="-122"/>
              </a:rPr>
              <a:t>，</a:t>
            </a:r>
            <a:r>
              <a:rPr lang="en-US" altLang="zh-CN" sz="2800" dirty="0" smtClean="0">
                <a:latin typeface="黑体" pitchFamily="49" charset="-122"/>
                <a:ea typeface="黑体" pitchFamily="49" charset="-122"/>
              </a:rPr>
              <a:t>++p</a:t>
            </a:r>
            <a:endParaRPr lang="zh-CN" altLang="zh-CN" sz="2800" dirty="0" smtClean="0">
              <a:latin typeface="黑体" pitchFamily="49" charset="-122"/>
              <a:ea typeface="黑体" pitchFamily="49" charset="-122"/>
            </a:endParaRPr>
          </a:p>
          <a:p>
            <a:pPr marL="914400" lvl="1" indent="-457200">
              <a:lnSpc>
                <a:spcPct val="150000"/>
              </a:lnSpc>
              <a:spcBef>
                <a:spcPts val="0"/>
              </a:spcBef>
              <a:buFont typeface="Wingdings" pitchFamily="2" charset="2"/>
              <a:buChar char="u"/>
            </a:pPr>
            <a:r>
              <a:rPr lang="zh-CN" altLang="zh-CN" sz="2800" dirty="0" smtClean="0">
                <a:latin typeface="黑体" pitchFamily="49" charset="-122"/>
                <a:ea typeface="黑体" pitchFamily="49" charset="-122"/>
              </a:rPr>
              <a:t>自减运算，如</a:t>
            </a:r>
            <a:r>
              <a:rPr lang="en-US" altLang="zh-CN" sz="2800" dirty="0" smtClean="0">
                <a:latin typeface="黑体" pitchFamily="49" charset="-122"/>
                <a:ea typeface="黑体" pitchFamily="49" charset="-122"/>
              </a:rPr>
              <a:t>p--</a:t>
            </a:r>
            <a:r>
              <a:rPr lang="zh-CN" altLang="zh-CN" sz="2800" dirty="0" smtClean="0">
                <a:latin typeface="黑体" pitchFamily="49" charset="-122"/>
                <a:ea typeface="黑体" pitchFamily="49" charset="-122"/>
              </a:rPr>
              <a:t>，</a:t>
            </a:r>
            <a:r>
              <a:rPr lang="en-US" altLang="zh-CN" sz="2800" dirty="0" smtClean="0">
                <a:latin typeface="黑体" pitchFamily="49" charset="-122"/>
                <a:ea typeface="黑体" pitchFamily="49" charset="-122"/>
              </a:rPr>
              <a:t>--p</a:t>
            </a:r>
            <a:endParaRPr lang="zh-CN" altLang="zh-CN" sz="2800" dirty="0" smtClean="0">
              <a:latin typeface="黑体" pitchFamily="49" charset="-122"/>
              <a:ea typeface="黑体" pitchFamily="49" charset="-122"/>
            </a:endParaRPr>
          </a:p>
          <a:p>
            <a:pPr marL="914400" lvl="1" indent="-457200">
              <a:lnSpc>
                <a:spcPct val="150000"/>
              </a:lnSpc>
              <a:spcBef>
                <a:spcPts val="0"/>
              </a:spcBef>
              <a:buFont typeface="Wingdings" pitchFamily="2" charset="2"/>
              <a:buChar char="u"/>
            </a:pPr>
            <a:r>
              <a:rPr lang="zh-CN" altLang="zh-CN" sz="2800" dirty="0" smtClean="0">
                <a:latin typeface="黑体" pitchFamily="49" charset="-122"/>
                <a:ea typeface="黑体" pitchFamily="49" charset="-122"/>
              </a:rPr>
              <a:t>两个</a:t>
            </a:r>
            <a:r>
              <a:rPr lang="zh-CN" altLang="zh-CN" sz="2800" dirty="0" smtClean="0">
                <a:solidFill>
                  <a:srgbClr val="0000FF"/>
                </a:solidFill>
                <a:latin typeface="黑体" pitchFamily="49" charset="-122"/>
                <a:ea typeface="黑体" pitchFamily="49" charset="-122"/>
              </a:rPr>
              <a:t>指针相减</a:t>
            </a:r>
            <a:r>
              <a:rPr lang="zh-CN" altLang="zh-CN" sz="2800" dirty="0" smtClean="0">
                <a:latin typeface="黑体" pitchFamily="49" charset="-122"/>
                <a:ea typeface="黑体" pitchFamily="49" charset="-122"/>
              </a:rPr>
              <a:t>，如</a:t>
            </a:r>
            <a:r>
              <a:rPr lang="en-US" altLang="zh-CN" sz="2800" dirty="0" smtClean="0">
                <a:latin typeface="黑体" pitchFamily="49" charset="-122"/>
                <a:ea typeface="黑体" pitchFamily="49" charset="-122"/>
              </a:rPr>
              <a:t>p1-p2 (</a:t>
            </a:r>
            <a:r>
              <a:rPr lang="zh-CN" altLang="zh-CN" sz="2800" dirty="0" smtClean="0">
                <a:latin typeface="黑体" pitchFamily="49" charset="-122"/>
                <a:ea typeface="黑体" pitchFamily="49" charset="-122"/>
              </a:rPr>
              <a:t>只有</a:t>
            </a:r>
            <a:r>
              <a:rPr lang="en-US" altLang="zh-CN" sz="2800" dirty="0" smtClean="0">
                <a:latin typeface="黑体" pitchFamily="49" charset="-122"/>
                <a:ea typeface="黑体" pitchFamily="49" charset="-122"/>
              </a:rPr>
              <a:t>p1</a:t>
            </a:r>
            <a:r>
              <a:rPr lang="zh-CN" altLang="zh-CN" sz="2800" dirty="0" smtClean="0">
                <a:latin typeface="黑体" pitchFamily="49" charset="-122"/>
                <a:ea typeface="黑体" pitchFamily="49" charset="-122"/>
              </a:rPr>
              <a:t>和</a:t>
            </a:r>
            <a:r>
              <a:rPr lang="en-US" altLang="zh-CN" sz="2800" dirty="0" smtClean="0">
                <a:latin typeface="黑体" pitchFamily="49" charset="-122"/>
                <a:ea typeface="黑体" pitchFamily="49" charset="-122"/>
              </a:rPr>
              <a:t>p2</a:t>
            </a:r>
            <a:r>
              <a:rPr lang="zh-CN" altLang="zh-CN" sz="2800" dirty="0" smtClean="0">
                <a:latin typeface="黑体" pitchFamily="49" charset="-122"/>
                <a:ea typeface="黑体" pitchFamily="49" charset="-122"/>
              </a:rPr>
              <a:t>都指向同一数组中的元素时才有意义</a:t>
            </a:r>
            <a:r>
              <a:rPr lang="en-US" altLang="zh-CN" sz="2800" dirty="0" smtClean="0">
                <a:latin typeface="黑体" pitchFamily="49" charset="-122"/>
                <a:ea typeface="黑体" pitchFamily="49" charset="-122"/>
              </a:rPr>
              <a:t>)</a:t>
            </a:r>
          </a:p>
        </p:txBody>
      </p:sp>
      <p:pic>
        <p:nvPicPr>
          <p:cNvPr id="46084" name="图片 3" descr="Untitled2.png">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429625" y="6143625"/>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16884057"/>
      </p:ext>
    </p:extLst>
  </p:cSld>
  <p:clrMapOvr>
    <a:masterClrMapping/>
  </p:clrMapOvr>
  <p:transition spd="med">
    <p:blinds/>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46083">
                                            <p:txEl>
                                              <p:pRg st="1" end="1"/>
                                            </p:txEl>
                                          </p:spTgt>
                                        </p:tgtEl>
                                        <p:attrNameLst>
                                          <p:attrName>style.visibility</p:attrName>
                                        </p:attrNameLst>
                                      </p:cBhvr>
                                      <p:to>
                                        <p:strVal val="visible"/>
                                      </p:to>
                                    </p:set>
                                    <p:animEffect transition="in" filter="blinds(horizontal)">
                                      <p:cBhvr>
                                        <p:cTn id="7" dur="500"/>
                                        <p:tgtEl>
                                          <p:spTgt spid="46083">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46083">
                                            <p:txEl>
                                              <p:pRg st="2" end="2"/>
                                            </p:txEl>
                                          </p:spTgt>
                                        </p:tgtEl>
                                        <p:attrNameLst>
                                          <p:attrName>style.visibility</p:attrName>
                                        </p:attrNameLst>
                                      </p:cBhvr>
                                      <p:to>
                                        <p:strVal val="visible"/>
                                      </p:to>
                                    </p:set>
                                    <p:animEffect transition="in" filter="blinds(horizontal)">
                                      <p:cBhvr>
                                        <p:cTn id="12" dur="500"/>
                                        <p:tgtEl>
                                          <p:spTgt spid="46083">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46083">
                                            <p:txEl>
                                              <p:pRg st="3" end="3"/>
                                            </p:txEl>
                                          </p:spTgt>
                                        </p:tgtEl>
                                        <p:attrNameLst>
                                          <p:attrName>style.visibility</p:attrName>
                                        </p:attrNameLst>
                                      </p:cBhvr>
                                      <p:to>
                                        <p:strVal val="visible"/>
                                      </p:to>
                                    </p:set>
                                    <p:animEffect transition="in" filter="blinds(horizontal)">
                                      <p:cBhvr>
                                        <p:cTn id="17" dur="500"/>
                                        <p:tgtEl>
                                          <p:spTgt spid="46083">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46083">
                                            <p:txEl>
                                              <p:pRg st="4" end="4"/>
                                            </p:txEl>
                                          </p:spTgt>
                                        </p:tgtEl>
                                        <p:attrNameLst>
                                          <p:attrName>style.visibility</p:attrName>
                                        </p:attrNameLst>
                                      </p:cBhvr>
                                      <p:to>
                                        <p:strVal val="visible"/>
                                      </p:to>
                                    </p:set>
                                    <p:animEffect transition="in" filter="blinds(horizontal)">
                                      <p:cBhvr>
                                        <p:cTn id="22" dur="500"/>
                                        <p:tgtEl>
                                          <p:spTgt spid="46083">
                                            <p:txEl>
                                              <p:pRg st="4" end="4"/>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46083">
                                            <p:txEl>
                                              <p:pRg st="5" end="5"/>
                                            </p:txEl>
                                          </p:spTgt>
                                        </p:tgtEl>
                                        <p:attrNameLst>
                                          <p:attrName>style.visibility</p:attrName>
                                        </p:attrNameLst>
                                      </p:cBhvr>
                                      <p:to>
                                        <p:strVal val="visible"/>
                                      </p:to>
                                    </p:set>
                                    <p:animEffect transition="in" filter="blinds(horizontal)">
                                      <p:cBhvr>
                                        <p:cTn id="27" dur="500"/>
                                        <p:tgtEl>
                                          <p:spTgt spid="4608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76225" y="559916"/>
            <a:ext cx="8623300" cy="5338762"/>
          </a:xfrm>
        </p:spPr>
        <p:txBody>
          <a:bodyPr/>
          <a:lstStyle/>
          <a:p>
            <a:pPr>
              <a:lnSpc>
                <a:spcPct val="150000"/>
              </a:lnSpc>
              <a:spcBef>
                <a:spcPts val="0"/>
              </a:spcBef>
              <a:buFont typeface="Wingdings" pitchFamily="2" charset="2"/>
              <a:buNone/>
            </a:pPr>
            <a:r>
              <a:rPr lang="en-US" altLang="zh-CN" sz="2800" dirty="0" smtClean="0">
                <a:latin typeface="黑体" pitchFamily="49" charset="-122"/>
                <a:ea typeface="黑体" pitchFamily="49" charset="-122"/>
              </a:rPr>
              <a:t>(1) </a:t>
            </a:r>
            <a:r>
              <a:rPr lang="zh-CN" altLang="zh-CN" sz="2800" dirty="0" smtClean="0">
                <a:latin typeface="黑体" pitchFamily="49" charset="-122"/>
                <a:ea typeface="黑体" pitchFamily="49" charset="-122"/>
              </a:rPr>
              <a:t>如果指针变量</a:t>
            </a:r>
            <a:r>
              <a:rPr lang="en-US" altLang="zh-CN" sz="2800" dirty="0" smtClean="0">
                <a:latin typeface="黑体" pitchFamily="49" charset="-122"/>
                <a:ea typeface="黑体" pitchFamily="49" charset="-122"/>
              </a:rPr>
              <a:t>p</a:t>
            </a:r>
            <a:r>
              <a:rPr lang="zh-CN" altLang="zh-CN" sz="2800" dirty="0" smtClean="0">
                <a:latin typeface="黑体" pitchFamily="49" charset="-122"/>
                <a:ea typeface="黑体" pitchFamily="49" charset="-122"/>
              </a:rPr>
              <a:t>已指向数组中的一个元素，则</a:t>
            </a:r>
            <a:r>
              <a:rPr lang="en-US" altLang="zh-CN" sz="2800" dirty="0" smtClean="0">
                <a:solidFill>
                  <a:srgbClr val="00B050"/>
                </a:solidFill>
                <a:latin typeface="黑体" pitchFamily="49" charset="-122"/>
                <a:ea typeface="黑体" pitchFamily="49" charset="-122"/>
              </a:rPr>
              <a:t>p+1</a:t>
            </a:r>
            <a:r>
              <a:rPr lang="zh-CN" altLang="zh-CN" sz="2800" dirty="0" smtClean="0">
                <a:solidFill>
                  <a:srgbClr val="00B050"/>
                </a:solidFill>
                <a:latin typeface="黑体" pitchFamily="49" charset="-122"/>
                <a:ea typeface="黑体" pitchFamily="49" charset="-122"/>
              </a:rPr>
              <a:t>指向同一数组中的下一个元素，</a:t>
            </a:r>
            <a:r>
              <a:rPr lang="en-US" altLang="zh-CN" sz="2800" dirty="0" smtClean="0">
                <a:solidFill>
                  <a:srgbClr val="00B050"/>
                </a:solidFill>
                <a:latin typeface="黑体" pitchFamily="49" charset="-122"/>
                <a:ea typeface="黑体" pitchFamily="49" charset="-122"/>
              </a:rPr>
              <a:t>p-1</a:t>
            </a:r>
            <a:r>
              <a:rPr lang="zh-CN" altLang="zh-CN" sz="2800" dirty="0" smtClean="0">
                <a:solidFill>
                  <a:srgbClr val="00B050"/>
                </a:solidFill>
                <a:latin typeface="黑体" pitchFamily="49" charset="-122"/>
                <a:ea typeface="黑体" pitchFamily="49" charset="-122"/>
              </a:rPr>
              <a:t>指向同一数组中的上一个元素</a:t>
            </a:r>
            <a:r>
              <a:rPr lang="zh-CN" altLang="zh-CN" sz="2800" dirty="0" smtClean="0">
                <a:latin typeface="黑体" pitchFamily="49" charset="-122"/>
                <a:ea typeface="黑体" pitchFamily="49" charset="-122"/>
              </a:rPr>
              <a:t>。</a:t>
            </a:r>
            <a:endParaRPr lang="en-US" altLang="zh-CN" sz="2800" dirty="0" smtClean="0">
              <a:latin typeface="黑体" pitchFamily="49" charset="-122"/>
              <a:ea typeface="黑体" pitchFamily="49" charset="-122"/>
            </a:endParaRPr>
          </a:p>
          <a:p>
            <a:pPr>
              <a:lnSpc>
                <a:spcPct val="150000"/>
              </a:lnSpc>
              <a:spcBef>
                <a:spcPts val="0"/>
              </a:spcBef>
              <a:buFont typeface="Wingdings" pitchFamily="2" charset="2"/>
              <a:buNone/>
            </a:pPr>
            <a:r>
              <a:rPr lang="en-US" altLang="zh-CN" sz="2800" dirty="0" smtClean="0">
                <a:latin typeface="黑体" pitchFamily="49" charset="-122"/>
                <a:ea typeface="黑体" pitchFamily="49" charset="-122"/>
              </a:rPr>
              <a:t>  </a:t>
            </a:r>
            <a:r>
              <a:rPr lang="zh-CN" altLang="en-US" sz="2800" dirty="0" smtClean="0">
                <a:latin typeface="黑体" pitchFamily="49" charset="-122"/>
                <a:ea typeface="黑体" pitchFamily="49" charset="-122"/>
              </a:rPr>
              <a:t>例如：</a:t>
            </a:r>
            <a:r>
              <a:rPr lang="en-US" altLang="zh-CN" sz="2800" dirty="0" smtClean="0">
                <a:latin typeface="黑体" pitchFamily="49" charset="-122"/>
                <a:ea typeface="黑体" pitchFamily="49" charset="-122"/>
              </a:rPr>
              <a:t>float a[10],*p=a;</a:t>
            </a:r>
          </a:p>
          <a:p>
            <a:pPr>
              <a:lnSpc>
                <a:spcPct val="150000"/>
              </a:lnSpc>
              <a:spcBef>
                <a:spcPts val="0"/>
              </a:spcBef>
              <a:buFont typeface="Wingdings" pitchFamily="2" charset="2"/>
              <a:buNone/>
            </a:pPr>
            <a:r>
              <a:rPr lang="zh-CN" altLang="en-US" sz="2800" dirty="0" smtClean="0">
                <a:latin typeface="黑体" pitchFamily="49" charset="-122"/>
                <a:ea typeface="黑体" pitchFamily="49" charset="-122"/>
              </a:rPr>
              <a:t>  假设</a:t>
            </a:r>
            <a:r>
              <a:rPr lang="en-US" altLang="zh-CN" sz="2800" dirty="0" smtClean="0">
                <a:latin typeface="黑体" pitchFamily="49" charset="-122"/>
                <a:ea typeface="黑体" pitchFamily="49" charset="-122"/>
              </a:rPr>
              <a:t>a[0]</a:t>
            </a:r>
            <a:r>
              <a:rPr lang="zh-CN" altLang="en-US" sz="2800" dirty="0" smtClean="0">
                <a:latin typeface="黑体" pitchFamily="49" charset="-122"/>
                <a:ea typeface="黑体" pitchFamily="49" charset="-122"/>
              </a:rPr>
              <a:t>的地址为</a:t>
            </a:r>
            <a:r>
              <a:rPr lang="en-US" altLang="zh-CN" sz="2800" dirty="0" smtClean="0">
                <a:latin typeface="黑体" pitchFamily="49" charset="-122"/>
                <a:ea typeface="黑体" pitchFamily="49" charset="-122"/>
              </a:rPr>
              <a:t>2000</a:t>
            </a:r>
            <a:r>
              <a:rPr lang="zh-CN" altLang="en-US" sz="2800" dirty="0" smtClean="0">
                <a:latin typeface="黑体" pitchFamily="49" charset="-122"/>
                <a:ea typeface="黑体" pitchFamily="49" charset="-122"/>
              </a:rPr>
              <a:t>，则</a:t>
            </a:r>
            <a:endParaRPr lang="en-US" altLang="zh-CN" sz="2800" dirty="0" smtClean="0">
              <a:latin typeface="黑体" pitchFamily="49" charset="-122"/>
              <a:ea typeface="黑体" pitchFamily="49" charset="-122"/>
            </a:endParaRPr>
          </a:p>
          <a:p>
            <a:pPr marL="914400" lvl="1" indent="-457200">
              <a:lnSpc>
                <a:spcPct val="150000"/>
              </a:lnSpc>
              <a:spcBef>
                <a:spcPts val="0"/>
              </a:spcBef>
              <a:buFont typeface="Wingdings" pitchFamily="2" charset="2"/>
              <a:buChar char="u"/>
            </a:pPr>
            <a:r>
              <a:rPr lang="en-US" altLang="zh-CN" sz="2800" dirty="0" smtClean="0">
                <a:latin typeface="黑体" pitchFamily="49" charset="-122"/>
                <a:ea typeface="黑体" pitchFamily="49" charset="-122"/>
              </a:rPr>
              <a:t>p</a:t>
            </a:r>
            <a:r>
              <a:rPr lang="zh-CN" altLang="en-US" sz="2800" dirty="0" smtClean="0">
                <a:latin typeface="黑体" pitchFamily="49" charset="-122"/>
                <a:ea typeface="黑体" pitchFamily="49" charset="-122"/>
              </a:rPr>
              <a:t>的值为</a:t>
            </a:r>
            <a:r>
              <a:rPr lang="en-US" altLang="zh-CN" sz="2800" dirty="0" smtClean="0">
                <a:latin typeface="黑体" pitchFamily="49" charset="-122"/>
                <a:ea typeface="黑体" pitchFamily="49" charset="-122"/>
              </a:rPr>
              <a:t>2000</a:t>
            </a:r>
          </a:p>
          <a:p>
            <a:pPr marL="914400" lvl="1" indent="-457200">
              <a:lnSpc>
                <a:spcPct val="150000"/>
              </a:lnSpc>
              <a:spcBef>
                <a:spcPts val="0"/>
              </a:spcBef>
              <a:buFont typeface="Wingdings" pitchFamily="2" charset="2"/>
              <a:buChar char="u"/>
            </a:pPr>
            <a:r>
              <a:rPr lang="en-US" altLang="zh-CN" sz="2800" dirty="0" smtClean="0">
                <a:latin typeface="黑体" pitchFamily="49" charset="-122"/>
                <a:ea typeface="黑体" pitchFamily="49" charset="-122"/>
              </a:rPr>
              <a:t>p+1</a:t>
            </a:r>
            <a:r>
              <a:rPr lang="zh-CN" altLang="en-US" sz="2800" dirty="0" smtClean="0">
                <a:latin typeface="黑体" pitchFamily="49" charset="-122"/>
                <a:ea typeface="黑体" pitchFamily="49" charset="-122"/>
              </a:rPr>
              <a:t>的值为</a:t>
            </a:r>
            <a:r>
              <a:rPr lang="en-US" altLang="zh-CN" sz="2800" dirty="0" smtClean="0">
                <a:latin typeface="黑体" pitchFamily="49" charset="-122"/>
                <a:ea typeface="黑体" pitchFamily="49" charset="-122"/>
              </a:rPr>
              <a:t>2004</a:t>
            </a:r>
          </a:p>
          <a:p>
            <a:pPr marL="914400" lvl="1" indent="-457200">
              <a:lnSpc>
                <a:spcPct val="150000"/>
              </a:lnSpc>
              <a:spcBef>
                <a:spcPts val="0"/>
              </a:spcBef>
              <a:buFont typeface="Wingdings" pitchFamily="2" charset="2"/>
              <a:buChar char="u"/>
            </a:pPr>
            <a:r>
              <a:rPr lang="en-US" altLang="zh-CN" sz="2800" dirty="0" smtClean="0">
                <a:latin typeface="黑体" pitchFamily="49" charset="-122"/>
                <a:ea typeface="黑体" pitchFamily="49" charset="-122"/>
              </a:rPr>
              <a:t>p-1</a:t>
            </a:r>
            <a:r>
              <a:rPr lang="zh-CN" altLang="en-US" sz="2800" dirty="0" smtClean="0">
                <a:latin typeface="黑体" pitchFamily="49" charset="-122"/>
                <a:ea typeface="黑体" pitchFamily="49" charset="-122"/>
              </a:rPr>
              <a:t>的值为</a:t>
            </a:r>
            <a:r>
              <a:rPr lang="en-US" altLang="zh-CN" sz="2800" dirty="0" smtClean="0">
                <a:latin typeface="黑体" pitchFamily="49" charset="-122"/>
                <a:ea typeface="黑体" pitchFamily="49" charset="-122"/>
              </a:rPr>
              <a:t>1996</a:t>
            </a:r>
            <a:endParaRPr lang="zh-CN" altLang="en-US" sz="2800" dirty="0" smtClean="0">
              <a:latin typeface="黑体" pitchFamily="49" charset="-122"/>
              <a:ea typeface="黑体" pitchFamily="49" charset="-122"/>
            </a:endParaRPr>
          </a:p>
        </p:txBody>
      </p:sp>
      <p:sp>
        <p:nvSpPr>
          <p:cNvPr id="4" name="圆角矩形标注 3"/>
          <p:cNvSpPr>
            <a:spLocks noChangeArrowheads="1"/>
          </p:cNvSpPr>
          <p:nvPr/>
        </p:nvSpPr>
        <p:spPr bwMode="auto">
          <a:xfrm>
            <a:off x="4139952" y="4881044"/>
            <a:ext cx="1214437" cy="714375"/>
          </a:xfrm>
          <a:prstGeom prst="wedgeRoundRectCallout">
            <a:avLst>
              <a:gd name="adj1" fmla="val -89866"/>
              <a:gd name="adj2" fmla="val 25181"/>
              <a:gd name="adj3" fmla="val 16667"/>
            </a:avLst>
          </a:prstGeom>
          <a:solidFill>
            <a:srgbClr val="FFFFCC"/>
          </a:solidFill>
          <a:ln w="9525" algn="ctr">
            <a:solidFill>
              <a:schemeClr val="tx1"/>
            </a:solidFill>
            <a:miter lim="800000"/>
            <a:headEnd/>
            <a:tailEnd/>
          </a:ln>
        </p:spPr>
        <p:txBody>
          <a:bodyPr/>
          <a:lstStyle/>
          <a:p>
            <a:pPr algn="ctr"/>
            <a:r>
              <a:rPr lang="zh-CN" altLang="en-US" sz="2800" b="1">
                <a:solidFill>
                  <a:srgbClr val="FF0000"/>
                </a:solidFill>
                <a:latin typeface="黑体" pitchFamily="49" charset="-122"/>
                <a:ea typeface="黑体" pitchFamily="49" charset="-122"/>
              </a:rPr>
              <a:t>越界</a:t>
            </a:r>
          </a:p>
        </p:txBody>
      </p:sp>
      <p:pic>
        <p:nvPicPr>
          <p:cNvPr id="47108" name="图片 4" descr="Untitled2.png">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429625" y="6143625"/>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803540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linds(horizontal)">
                                      <p:cBhvr>
                                        <p:cTn id="7" dur="500"/>
                                        <p:tgtEl>
                                          <p:spTgt spid="3">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blinds(horizontal)">
                                      <p:cBhvr>
                                        <p:cTn id="12" dur="500"/>
                                        <p:tgtEl>
                                          <p:spTgt spid="3">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blinds(horizontal)">
                                      <p:cBhvr>
                                        <p:cTn id="17" dur="500"/>
                                        <p:tgtEl>
                                          <p:spTgt spid="3">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blinds(horizontal)">
                                      <p:cBhvr>
                                        <p:cTn id="22" dur="500"/>
                                        <p:tgtEl>
                                          <p:spTgt spid="3">
                                            <p:txEl>
                                              <p:pRg st="4" end="4"/>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blinds(horizontal)">
                                      <p:cBhvr>
                                        <p:cTn id="27" dur="500"/>
                                        <p:tgtEl>
                                          <p:spTgt spid="3">
                                            <p:txEl>
                                              <p:pRg st="5" end="5"/>
                                            </p:txEl>
                                          </p:spTgt>
                                        </p:tgtEl>
                                      </p:cBhvr>
                                    </p:animEffect>
                                  </p:childTnLst>
                                </p:cTn>
                              </p:par>
                            </p:childTnLst>
                          </p:cTn>
                        </p:par>
                        <p:par>
                          <p:cTn id="28" fill="hold" nodeType="afterGroup">
                            <p:stCondLst>
                              <p:cond delay="500"/>
                            </p:stCondLst>
                            <p:childTnLst>
                              <p:par>
                                <p:cTn id="29" presetID="15" presetClass="entr" presetSubtype="0" fill="hold" grpId="0" nodeType="afterEffect">
                                  <p:stCondLst>
                                    <p:cond delay="0"/>
                                  </p:stCondLst>
                                  <p:childTnLst>
                                    <p:set>
                                      <p:cBhvr>
                                        <p:cTn id="30" dur="1" fill="hold">
                                          <p:stCondLst>
                                            <p:cond delay="0"/>
                                          </p:stCondLst>
                                        </p:cTn>
                                        <p:tgtEl>
                                          <p:spTgt spid="4"/>
                                        </p:tgtEl>
                                        <p:attrNameLst>
                                          <p:attrName>style.visibility</p:attrName>
                                        </p:attrNameLst>
                                      </p:cBhvr>
                                      <p:to>
                                        <p:strVal val="visible"/>
                                      </p:to>
                                    </p:set>
                                    <p:anim calcmode="lin" valueType="num">
                                      <p:cBhvr>
                                        <p:cTn id="31" dur="1000" fill="hold"/>
                                        <p:tgtEl>
                                          <p:spTgt spid="4"/>
                                        </p:tgtEl>
                                        <p:attrNameLst>
                                          <p:attrName>ppt_w</p:attrName>
                                        </p:attrNameLst>
                                      </p:cBhvr>
                                      <p:tavLst>
                                        <p:tav tm="0">
                                          <p:val>
                                            <p:fltVal val="0"/>
                                          </p:val>
                                        </p:tav>
                                        <p:tav tm="100000">
                                          <p:val>
                                            <p:strVal val="#ppt_w"/>
                                          </p:val>
                                        </p:tav>
                                      </p:tavLst>
                                    </p:anim>
                                    <p:anim calcmode="lin" valueType="num">
                                      <p:cBhvr>
                                        <p:cTn id="32" dur="1000" fill="hold"/>
                                        <p:tgtEl>
                                          <p:spTgt spid="4"/>
                                        </p:tgtEl>
                                        <p:attrNameLst>
                                          <p:attrName>ppt_h</p:attrName>
                                        </p:attrNameLst>
                                      </p:cBhvr>
                                      <p:tavLst>
                                        <p:tav tm="0">
                                          <p:val>
                                            <p:fltVal val="0"/>
                                          </p:val>
                                        </p:tav>
                                        <p:tav tm="100000">
                                          <p:val>
                                            <p:strVal val="#ppt_h"/>
                                          </p:val>
                                        </p:tav>
                                      </p:tavLst>
                                    </p:anim>
                                    <p:anim calcmode="lin" valueType="num">
                                      <p:cBhvr>
                                        <p:cTn id="33" dur="1000" fill="hold"/>
                                        <p:tgtEl>
                                          <p:spTgt spid="4"/>
                                        </p:tgtEl>
                                        <p:attrNameLst>
                                          <p:attrName>ppt_x</p:attrName>
                                        </p:attrNameLst>
                                      </p:cBhvr>
                                      <p:tavLst>
                                        <p:tav tm="0" fmla="#ppt_x+(cos(-2*pi*(1-$))*-#ppt_x-sin(-2*pi*(1-$))*(1-#ppt_y))*(1-$)">
                                          <p:val>
                                            <p:fltVal val="0"/>
                                          </p:val>
                                        </p:tav>
                                        <p:tav tm="100000">
                                          <p:val>
                                            <p:fltVal val="1"/>
                                          </p:val>
                                        </p:tav>
                                      </p:tavLst>
                                    </p:anim>
                                    <p:anim calcmode="lin" valueType="num">
                                      <p:cBhvr>
                                        <p:cTn id="34" dur="1000" fill="hold"/>
                                        <p:tgtEl>
                                          <p:spTgt spid="4"/>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内容占位符 2"/>
          <p:cNvSpPr>
            <a:spLocks noGrp="1"/>
          </p:cNvSpPr>
          <p:nvPr>
            <p:ph idx="1"/>
          </p:nvPr>
        </p:nvSpPr>
        <p:spPr>
          <a:xfrm>
            <a:off x="107504" y="595645"/>
            <a:ext cx="4032448" cy="4929188"/>
          </a:xfrm>
        </p:spPr>
        <p:txBody>
          <a:bodyPr/>
          <a:lstStyle/>
          <a:p>
            <a:pPr marL="0" indent="0">
              <a:lnSpc>
                <a:spcPct val="150000"/>
              </a:lnSpc>
              <a:spcBef>
                <a:spcPts val="0"/>
              </a:spcBef>
              <a:buFont typeface="Wingdings" pitchFamily="2" charset="2"/>
              <a:buNone/>
            </a:pPr>
            <a:r>
              <a:rPr lang="en-US" altLang="zh-CN" sz="2800" dirty="0" smtClean="0">
                <a:latin typeface="黑体" pitchFamily="49" charset="-122"/>
                <a:ea typeface="黑体" pitchFamily="49" charset="-122"/>
              </a:rPr>
              <a:t>(2) </a:t>
            </a:r>
            <a:r>
              <a:rPr lang="zh-CN" altLang="zh-CN" sz="2800" dirty="0" smtClean="0">
                <a:latin typeface="黑体" pitchFamily="49" charset="-122"/>
                <a:ea typeface="黑体" pitchFamily="49" charset="-122"/>
              </a:rPr>
              <a:t>如果ｐ的初值为</a:t>
            </a:r>
            <a:r>
              <a:rPr lang="en-US" altLang="zh-CN" sz="2800" dirty="0" smtClean="0">
                <a:latin typeface="黑体" pitchFamily="49" charset="-122"/>
                <a:ea typeface="黑体" pitchFamily="49" charset="-122"/>
              </a:rPr>
              <a:t>&amp;a[0]</a:t>
            </a:r>
            <a:r>
              <a:rPr lang="zh-CN" altLang="zh-CN" sz="2800" dirty="0" smtClean="0">
                <a:latin typeface="黑体" pitchFamily="49" charset="-122"/>
                <a:ea typeface="黑体" pitchFamily="49" charset="-122"/>
              </a:rPr>
              <a:t>，则</a:t>
            </a:r>
            <a:r>
              <a:rPr lang="en-US" altLang="zh-CN" sz="2800" dirty="0" err="1" smtClean="0">
                <a:solidFill>
                  <a:srgbClr val="0000FF"/>
                </a:solidFill>
                <a:latin typeface="黑体" pitchFamily="49" charset="-122"/>
                <a:ea typeface="黑体" pitchFamily="49" charset="-122"/>
              </a:rPr>
              <a:t>p+i</a:t>
            </a:r>
            <a:r>
              <a:rPr lang="zh-CN" altLang="zh-CN" sz="2800" dirty="0" smtClean="0">
                <a:latin typeface="黑体" pitchFamily="49" charset="-122"/>
                <a:ea typeface="黑体" pitchFamily="49" charset="-122"/>
              </a:rPr>
              <a:t>和</a:t>
            </a:r>
            <a:r>
              <a:rPr lang="en-US" altLang="zh-CN" sz="2800" dirty="0" err="1" smtClean="0">
                <a:solidFill>
                  <a:srgbClr val="0000FF"/>
                </a:solidFill>
                <a:latin typeface="黑体" pitchFamily="49" charset="-122"/>
                <a:ea typeface="黑体" pitchFamily="49" charset="-122"/>
              </a:rPr>
              <a:t>a+i</a:t>
            </a:r>
            <a:r>
              <a:rPr lang="zh-CN" altLang="zh-CN" sz="2800" dirty="0" smtClean="0">
                <a:latin typeface="黑体" pitchFamily="49" charset="-122"/>
                <a:ea typeface="黑体" pitchFamily="49" charset="-122"/>
              </a:rPr>
              <a:t>就是数组元素</a:t>
            </a:r>
            <a:r>
              <a:rPr lang="en-US" altLang="zh-CN" sz="2800" dirty="0" smtClean="0">
                <a:solidFill>
                  <a:srgbClr val="00B050"/>
                </a:solidFill>
                <a:latin typeface="黑体" pitchFamily="49" charset="-122"/>
                <a:ea typeface="黑体" pitchFamily="49" charset="-122"/>
              </a:rPr>
              <a:t>a[i]</a:t>
            </a:r>
            <a:r>
              <a:rPr lang="zh-CN" altLang="zh-CN" sz="2800" dirty="0" smtClean="0">
                <a:latin typeface="黑体" pitchFamily="49" charset="-122"/>
                <a:ea typeface="黑体" pitchFamily="49" charset="-122"/>
              </a:rPr>
              <a:t>的地址，或者说，它们</a:t>
            </a:r>
            <a:r>
              <a:rPr lang="zh-CN" altLang="zh-CN" sz="2800" dirty="0" smtClean="0">
                <a:solidFill>
                  <a:srgbClr val="00B050"/>
                </a:solidFill>
                <a:latin typeface="黑体" pitchFamily="49" charset="-122"/>
                <a:ea typeface="黑体" pitchFamily="49" charset="-122"/>
              </a:rPr>
              <a:t>指向</a:t>
            </a:r>
            <a:r>
              <a:rPr lang="en-US" altLang="zh-CN" sz="2800" dirty="0" smtClean="0">
                <a:solidFill>
                  <a:srgbClr val="00B050"/>
                </a:solidFill>
                <a:latin typeface="黑体" pitchFamily="49" charset="-122"/>
                <a:ea typeface="黑体" pitchFamily="49" charset="-122"/>
              </a:rPr>
              <a:t>a</a:t>
            </a:r>
            <a:r>
              <a:rPr lang="zh-CN" altLang="zh-CN" sz="2800" dirty="0" smtClean="0">
                <a:solidFill>
                  <a:srgbClr val="00B050"/>
                </a:solidFill>
                <a:latin typeface="黑体" pitchFamily="49" charset="-122"/>
                <a:ea typeface="黑体" pitchFamily="49" charset="-122"/>
              </a:rPr>
              <a:t>数组序号为</a:t>
            </a:r>
            <a:r>
              <a:rPr lang="en-US" altLang="zh-CN" sz="2800" dirty="0" smtClean="0">
                <a:solidFill>
                  <a:srgbClr val="00B050"/>
                </a:solidFill>
                <a:latin typeface="黑体" pitchFamily="49" charset="-122"/>
                <a:ea typeface="黑体" pitchFamily="49" charset="-122"/>
              </a:rPr>
              <a:t>i</a:t>
            </a:r>
            <a:r>
              <a:rPr lang="zh-CN" altLang="zh-CN" sz="2800" dirty="0" smtClean="0">
                <a:solidFill>
                  <a:srgbClr val="00B050"/>
                </a:solidFill>
                <a:latin typeface="黑体" pitchFamily="49" charset="-122"/>
                <a:ea typeface="黑体" pitchFamily="49" charset="-122"/>
              </a:rPr>
              <a:t>的元素</a:t>
            </a:r>
            <a:r>
              <a:rPr lang="zh-CN" altLang="en-US" sz="2800" dirty="0">
                <a:solidFill>
                  <a:srgbClr val="00B050"/>
                </a:solidFill>
                <a:latin typeface="黑体" pitchFamily="49" charset="-122"/>
                <a:ea typeface="黑体" pitchFamily="49" charset="-122"/>
              </a:rPr>
              <a:t>。</a:t>
            </a:r>
            <a:endParaRPr lang="zh-CN" altLang="en-US" sz="2800" dirty="0" smtClean="0">
              <a:solidFill>
                <a:srgbClr val="00B050"/>
              </a:solidFill>
              <a:latin typeface="黑体" pitchFamily="49" charset="-122"/>
              <a:ea typeface="黑体" pitchFamily="49" charset="-122"/>
            </a:endParaRPr>
          </a:p>
        </p:txBody>
      </p:sp>
      <p:graphicFrame>
        <p:nvGraphicFramePr>
          <p:cNvPr id="5" name="表格 4"/>
          <p:cNvGraphicFramePr>
            <a:graphicFrameLocks noGrp="1"/>
          </p:cNvGraphicFramePr>
          <p:nvPr/>
        </p:nvGraphicFramePr>
        <p:xfrm>
          <a:off x="7810500" y="736600"/>
          <a:ext cx="1190625" cy="5478617"/>
        </p:xfrm>
        <a:graphic>
          <a:graphicData uri="http://schemas.openxmlformats.org/drawingml/2006/table">
            <a:tbl>
              <a:tblPr firstRow="1" bandRow="1">
                <a:tableStyleId>{5C22544A-7EE6-4342-B048-85BDC9FD1C3A}</a:tableStyleId>
              </a:tblPr>
              <a:tblGrid>
                <a:gridCol w="1190625"/>
              </a:tblGrid>
              <a:tr h="531753">
                <a:tc>
                  <a:txBody>
                    <a:bodyPr/>
                    <a:lstStyle/>
                    <a:p>
                      <a:r>
                        <a:rPr lang="en-US" altLang="zh-CN" sz="2800" b="1" dirty="0" smtClean="0">
                          <a:solidFill>
                            <a:schemeClr val="tx1"/>
                          </a:solidFill>
                        </a:rPr>
                        <a:t>a[0]</a:t>
                      </a:r>
                      <a:endParaRPr lang="zh-CN" altLang="en-US" sz="2800" b="1" dirty="0">
                        <a:solidFill>
                          <a:schemeClr val="tx1"/>
                        </a:solidFill>
                      </a:endParaRPr>
                    </a:p>
                  </a:txBody>
                  <a:tcPr marL="91441" marR="91441" marT="45714" marB="4571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r>
              <a:tr h="518097">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2800" b="1" dirty="0" smtClean="0">
                          <a:solidFill>
                            <a:schemeClr val="tx1"/>
                          </a:solidFill>
                        </a:rPr>
                        <a:t>a[1]</a:t>
                      </a:r>
                      <a:endParaRPr lang="zh-CN" altLang="en-US" sz="2800" b="1" dirty="0" smtClean="0">
                        <a:solidFill>
                          <a:schemeClr val="tx1"/>
                        </a:solidFill>
                      </a:endParaRPr>
                    </a:p>
                  </a:txBody>
                  <a:tcPr marL="91441" marR="91441" marT="45714" marB="4571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r>
              <a:tr h="553342">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2800" b="1" dirty="0" smtClean="0">
                          <a:solidFill>
                            <a:schemeClr val="tx1"/>
                          </a:solidFill>
                        </a:rPr>
                        <a:t>a[2]</a:t>
                      </a:r>
                      <a:endParaRPr lang="zh-CN" altLang="en-US" sz="2800" b="1" dirty="0" smtClean="0">
                        <a:solidFill>
                          <a:schemeClr val="tx1"/>
                        </a:solidFill>
                      </a:endParaRPr>
                    </a:p>
                  </a:txBody>
                  <a:tcPr marL="91441" marR="91441" marT="45714" marB="4571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r>
              <a:tr h="518097">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2800" b="1" dirty="0" smtClean="0">
                          <a:solidFill>
                            <a:schemeClr val="tx1"/>
                          </a:solidFill>
                        </a:rPr>
                        <a:t>a[3]</a:t>
                      </a:r>
                      <a:endParaRPr lang="zh-CN" altLang="en-US" sz="2800" b="1" dirty="0" smtClean="0">
                        <a:solidFill>
                          <a:schemeClr val="tx1"/>
                        </a:solidFill>
                      </a:endParaRPr>
                    </a:p>
                  </a:txBody>
                  <a:tcPr marL="91441" marR="91441" marT="45714" marB="4571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r>
              <a:tr h="553342">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2800" b="1" dirty="0" smtClean="0">
                          <a:solidFill>
                            <a:schemeClr val="tx1"/>
                          </a:solidFill>
                        </a:rPr>
                        <a:t>a[4]</a:t>
                      </a:r>
                      <a:endParaRPr lang="zh-CN" altLang="en-US" sz="2800" b="1" dirty="0" smtClean="0">
                        <a:solidFill>
                          <a:schemeClr val="tx1"/>
                        </a:solidFill>
                      </a:endParaRPr>
                    </a:p>
                  </a:txBody>
                  <a:tcPr marL="91441" marR="91441" marT="45714" marB="4571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r>
              <a:tr h="571434">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2800" b="1" dirty="0" smtClean="0">
                          <a:solidFill>
                            <a:schemeClr val="tx1"/>
                          </a:solidFill>
                        </a:rPr>
                        <a:t>a[5]</a:t>
                      </a:r>
                      <a:endParaRPr lang="zh-CN" altLang="en-US" sz="2800" b="1" dirty="0" smtClean="0">
                        <a:solidFill>
                          <a:schemeClr val="tx1"/>
                        </a:solidFill>
                      </a:endParaRPr>
                    </a:p>
                  </a:txBody>
                  <a:tcPr marL="91441" marR="91441" marT="45714" marB="4571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r>
              <a:tr h="571434">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2800" b="1" dirty="0" smtClean="0">
                          <a:solidFill>
                            <a:schemeClr val="tx1"/>
                          </a:solidFill>
                        </a:rPr>
                        <a:t>a[6]</a:t>
                      </a:r>
                      <a:endParaRPr lang="zh-CN" altLang="en-US" sz="2800" b="1" dirty="0" smtClean="0">
                        <a:solidFill>
                          <a:schemeClr val="tx1"/>
                        </a:solidFill>
                      </a:endParaRPr>
                    </a:p>
                  </a:txBody>
                  <a:tcPr marL="91441" marR="91441" marT="45714" marB="4571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r>
              <a:tr h="571434">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2800" b="1" dirty="0" smtClean="0">
                          <a:solidFill>
                            <a:schemeClr val="tx1"/>
                          </a:solidFill>
                        </a:rPr>
                        <a:t>a[7]</a:t>
                      </a:r>
                      <a:endParaRPr lang="zh-CN" altLang="en-US" sz="2800" b="1" dirty="0" smtClean="0">
                        <a:solidFill>
                          <a:schemeClr val="tx1"/>
                        </a:solidFill>
                      </a:endParaRPr>
                    </a:p>
                  </a:txBody>
                  <a:tcPr marL="91441" marR="91441" marT="45714" marB="4571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r>
              <a:tr h="571434">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2800" b="1" dirty="0" smtClean="0">
                          <a:solidFill>
                            <a:schemeClr val="tx1"/>
                          </a:solidFill>
                        </a:rPr>
                        <a:t>a[8]</a:t>
                      </a:r>
                      <a:endParaRPr lang="zh-CN" altLang="en-US" sz="2800" b="1" dirty="0" smtClean="0">
                        <a:solidFill>
                          <a:schemeClr val="tx1"/>
                        </a:solidFill>
                      </a:endParaRPr>
                    </a:p>
                  </a:txBody>
                  <a:tcPr marL="91441" marR="91441" marT="45714" marB="4571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r>
              <a:tr h="518097">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2800" b="1" dirty="0" smtClean="0">
                          <a:solidFill>
                            <a:schemeClr val="tx1"/>
                          </a:solidFill>
                        </a:rPr>
                        <a:t>a[9]</a:t>
                      </a:r>
                      <a:endParaRPr lang="zh-CN" altLang="en-US" sz="2800" b="1" dirty="0" smtClean="0">
                        <a:solidFill>
                          <a:schemeClr val="tx1"/>
                        </a:solidFill>
                      </a:endParaRPr>
                    </a:p>
                  </a:txBody>
                  <a:tcPr marL="91441" marR="91441" marT="45714" marB="4571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r>
            </a:tbl>
          </a:graphicData>
        </a:graphic>
      </p:graphicFrame>
      <p:graphicFrame>
        <p:nvGraphicFramePr>
          <p:cNvPr id="6" name="表格 5"/>
          <p:cNvGraphicFramePr>
            <a:graphicFrameLocks noGrp="1"/>
          </p:cNvGraphicFramePr>
          <p:nvPr/>
        </p:nvGraphicFramePr>
        <p:xfrm>
          <a:off x="6238875" y="785813"/>
          <a:ext cx="1476375" cy="5478617"/>
        </p:xfrm>
        <a:graphic>
          <a:graphicData uri="http://schemas.openxmlformats.org/drawingml/2006/table">
            <a:tbl>
              <a:tblPr firstRow="1" bandRow="1">
                <a:tableStyleId>{5C22544A-7EE6-4342-B048-85BDC9FD1C3A}</a:tableStyleId>
              </a:tblPr>
              <a:tblGrid>
                <a:gridCol w="1476375"/>
              </a:tblGrid>
              <a:tr h="531753">
                <a:tc>
                  <a:txBody>
                    <a:bodyPr/>
                    <a:lstStyle/>
                    <a:p>
                      <a:endParaRPr lang="zh-CN" altLang="en-US" sz="2800" b="1" dirty="0">
                        <a:solidFill>
                          <a:schemeClr val="tx1"/>
                        </a:solidFill>
                      </a:endParaRPr>
                    </a:p>
                  </a:txBody>
                  <a:tcPr marL="91441" marR="91441" marT="45714" marB="45714">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518096">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sz="2800" b="1" dirty="0" smtClean="0">
                        <a:solidFill>
                          <a:schemeClr val="tx1"/>
                        </a:solidFill>
                      </a:endParaRPr>
                    </a:p>
                  </a:txBody>
                  <a:tcPr marL="91441" marR="91441" marT="45714" marB="45714">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553342">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sz="2800" b="1" dirty="0" smtClean="0">
                        <a:solidFill>
                          <a:schemeClr val="tx1"/>
                        </a:solidFill>
                      </a:endParaRPr>
                    </a:p>
                  </a:txBody>
                  <a:tcPr marL="91441" marR="91441" marT="45714" marB="45714">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518096">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sz="2800" b="1" dirty="0" smtClean="0">
                        <a:solidFill>
                          <a:schemeClr val="tx1"/>
                        </a:solidFill>
                      </a:endParaRPr>
                    </a:p>
                  </a:txBody>
                  <a:tcPr marL="91441" marR="91441" marT="45714" marB="45714">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553342">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sz="2800" b="1" dirty="0" smtClean="0">
                        <a:solidFill>
                          <a:schemeClr val="tx1"/>
                        </a:solidFill>
                      </a:endParaRPr>
                    </a:p>
                  </a:txBody>
                  <a:tcPr marL="91441" marR="91441" marT="45714" marB="45714">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571434">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sz="2800" b="1" dirty="0" smtClean="0">
                        <a:solidFill>
                          <a:schemeClr val="tx1"/>
                        </a:solidFill>
                      </a:endParaRPr>
                    </a:p>
                  </a:txBody>
                  <a:tcPr marL="91441" marR="91441" marT="45714" marB="45714">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571434">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sz="2800" b="1" dirty="0" smtClean="0">
                        <a:solidFill>
                          <a:schemeClr val="tx1"/>
                        </a:solidFill>
                      </a:endParaRPr>
                    </a:p>
                  </a:txBody>
                  <a:tcPr marL="91441" marR="91441" marT="45714" marB="45714">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571434">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sz="2800" b="1" dirty="0" smtClean="0">
                        <a:solidFill>
                          <a:schemeClr val="tx1"/>
                        </a:solidFill>
                      </a:endParaRPr>
                    </a:p>
                  </a:txBody>
                  <a:tcPr marL="91441" marR="91441" marT="45714" marB="45714">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571434">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sz="2800" b="1" dirty="0" smtClean="0">
                        <a:solidFill>
                          <a:schemeClr val="tx1"/>
                        </a:solidFill>
                      </a:endParaRPr>
                    </a:p>
                  </a:txBody>
                  <a:tcPr marL="91441" marR="91441" marT="45714" marB="45714">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518096">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sz="2800" b="1" dirty="0" smtClean="0">
                        <a:solidFill>
                          <a:schemeClr val="tx1"/>
                        </a:solidFill>
                      </a:endParaRPr>
                    </a:p>
                  </a:txBody>
                  <a:tcPr marL="91441" marR="91441" marT="45714" marB="45714">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bl>
          </a:graphicData>
        </a:graphic>
      </p:graphicFrame>
      <p:sp>
        <p:nvSpPr>
          <p:cNvPr id="7" name="TextBox 6"/>
          <p:cNvSpPr txBox="1">
            <a:spLocks noChangeArrowheads="1"/>
          </p:cNvSpPr>
          <p:nvPr/>
        </p:nvSpPr>
        <p:spPr bwMode="auto">
          <a:xfrm>
            <a:off x="4929188" y="214313"/>
            <a:ext cx="500062"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000">
                <a:solidFill>
                  <a:schemeClr val="tx1"/>
                </a:solidFill>
                <a:latin typeface="Arial" charset="0"/>
                <a:ea typeface="宋体" pitchFamily="2" charset="-122"/>
              </a:defRPr>
            </a:lvl1pPr>
            <a:lvl2pPr marL="742950" indent="-285750" eaLnBrk="0" hangingPunct="0">
              <a:defRPr kumimoji="1" sz="4000">
                <a:solidFill>
                  <a:schemeClr val="tx1"/>
                </a:solidFill>
                <a:latin typeface="Arial" charset="0"/>
                <a:ea typeface="宋体" pitchFamily="2" charset="-122"/>
              </a:defRPr>
            </a:lvl2pPr>
            <a:lvl3pPr marL="1143000" indent="-228600" eaLnBrk="0" hangingPunct="0">
              <a:defRPr kumimoji="1" sz="4000">
                <a:solidFill>
                  <a:schemeClr val="tx1"/>
                </a:solidFill>
                <a:latin typeface="Arial" charset="0"/>
                <a:ea typeface="宋体" pitchFamily="2" charset="-122"/>
              </a:defRPr>
            </a:lvl3pPr>
            <a:lvl4pPr marL="1600200" indent="-228600" eaLnBrk="0" hangingPunct="0">
              <a:defRPr kumimoji="1" sz="4000">
                <a:solidFill>
                  <a:schemeClr val="tx1"/>
                </a:solidFill>
                <a:latin typeface="Arial" charset="0"/>
                <a:ea typeface="宋体" pitchFamily="2" charset="-122"/>
              </a:defRPr>
            </a:lvl4pPr>
            <a:lvl5pPr marL="2057400" indent="-228600" eaLnBrk="0" hangingPunct="0">
              <a:defRPr kumimoji="1" sz="4000">
                <a:solidFill>
                  <a:schemeClr val="tx1"/>
                </a:solidFill>
                <a:latin typeface="Arial" charset="0"/>
                <a:ea typeface="宋体" pitchFamily="2" charset="-122"/>
              </a:defRPr>
            </a:lvl5pPr>
            <a:lvl6pPr marL="2514600" indent="-228600" eaLnBrk="0" fontAlgn="base" hangingPunct="0">
              <a:spcBef>
                <a:spcPct val="0"/>
              </a:spcBef>
              <a:spcAft>
                <a:spcPct val="0"/>
              </a:spcAft>
              <a:defRPr kumimoji="1" sz="4000">
                <a:solidFill>
                  <a:schemeClr val="tx1"/>
                </a:solidFill>
                <a:latin typeface="Arial" charset="0"/>
                <a:ea typeface="宋体" pitchFamily="2" charset="-122"/>
              </a:defRPr>
            </a:lvl6pPr>
            <a:lvl7pPr marL="2971800" indent="-228600" eaLnBrk="0" fontAlgn="base" hangingPunct="0">
              <a:spcBef>
                <a:spcPct val="0"/>
              </a:spcBef>
              <a:spcAft>
                <a:spcPct val="0"/>
              </a:spcAft>
              <a:defRPr kumimoji="1" sz="4000">
                <a:solidFill>
                  <a:schemeClr val="tx1"/>
                </a:solidFill>
                <a:latin typeface="Arial" charset="0"/>
                <a:ea typeface="宋体" pitchFamily="2" charset="-122"/>
              </a:defRPr>
            </a:lvl7pPr>
            <a:lvl8pPr marL="3429000" indent="-228600" eaLnBrk="0" fontAlgn="base" hangingPunct="0">
              <a:spcBef>
                <a:spcPct val="0"/>
              </a:spcBef>
              <a:spcAft>
                <a:spcPct val="0"/>
              </a:spcAft>
              <a:defRPr kumimoji="1" sz="4000">
                <a:solidFill>
                  <a:schemeClr val="tx1"/>
                </a:solidFill>
                <a:latin typeface="Arial" charset="0"/>
                <a:ea typeface="宋体" pitchFamily="2" charset="-122"/>
              </a:defRPr>
            </a:lvl8pPr>
            <a:lvl9pPr marL="3886200" indent="-228600" eaLnBrk="0" fontAlgn="base" hangingPunct="0">
              <a:spcBef>
                <a:spcPct val="0"/>
              </a:spcBef>
              <a:spcAft>
                <a:spcPct val="0"/>
              </a:spcAft>
              <a:defRPr kumimoji="1" sz="4000">
                <a:solidFill>
                  <a:schemeClr val="tx1"/>
                </a:solidFill>
                <a:latin typeface="Arial" charset="0"/>
                <a:ea typeface="宋体" pitchFamily="2" charset="-122"/>
              </a:defRPr>
            </a:lvl9pPr>
          </a:lstStyle>
          <a:p>
            <a:pPr eaLnBrk="1" hangingPunct="1"/>
            <a:r>
              <a:rPr lang="en-US" altLang="zh-CN" sz="3200" b="1">
                <a:solidFill>
                  <a:srgbClr val="9D138D"/>
                </a:solidFill>
              </a:rPr>
              <a:t>p</a:t>
            </a:r>
            <a:endParaRPr lang="zh-CN" altLang="en-US" sz="3200" b="1">
              <a:solidFill>
                <a:srgbClr val="9D138D"/>
              </a:solidFill>
            </a:endParaRPr>
          </a:p>
        </p:txBody>
      </p:sp>
      <p:cxnSp>
        <p:nvCxnSpPr>
          <p:cNvPr id="8" name="直接箭头连接符 7"/>
          <p:cNvCxnSpPr>
            <a:cxnSpLocks noChangeShapeType="1"/>
          </p:cNvCxnSpPr>
          <p:nvPr/>
        </p:nvCxnSpPr>
        <p:spPr bwMode="auto">
          <a:xfrm>
            <a:off x="4214813" y="785813"/>
            <a:ext cx="2000250" cy="1587"/>
          </a:xfrm>
          <a:prstGeom prst="straightConnector1">
            <a:avLst/>
          </a:prstGeom>
          <a:noFill/>
          <a:ln w="38100" algn="ctr">
            <a:solidFill>
              <a:srgbClr val="0000CC"/>
            </a:solidFill>
            <a:miter lim="800000"/>
            <a:headEnd/>
            <a:tailEnd type="arrow" w="med" len="med"/>
          </a:ln>
          <a:extLst>
            <a:ext uri="{909E8E84-426E-40DD-AFC4-6F175D3DCCD1}">
              <a14:hiddenFill xmlns:a14="http://schemas.microsoft.com/office/drawing/2010/main">
                <a:noFill/>
              </a14:hiddenFill>
            </a:ext>
          </a:extLst>
        </p:spPr>
      </p:cxnSp>
      <p:cxnSp>
        <p:nvCxnSpPr>
          <p:cNvPr id="12" name="直接箭头连接符 11"/>
          <p:cNvCxnSpPr>
            <a:cxnSpLocks noChangeShapeType="1"/>
          </p:cNvCxnSpPr>
          <p:nvPr/>
        </p:nvCxnSpPr>
        <p:spPr bwMode="auto">
          <a:xfrm>
            <a:off x="4214813" y="1285875"/>
            <a:ext cx="2000250" cy="1588"/>
          </a:xfrm>
          <a:prstGeom prst="straightConnector1">
            <a:avLst/>
          </a:prstGeom>
          <a:noFill/>
          <a:ln w="38100" algn="ctr">
            <a:solidFill>
              <a:srgbClr val="0000CC"/>
            </a:solidFill>
            <a:miter lim="800000"/>
            <a:headEnd/>
            <a:tailEnd type="arrow" w="med" len="med"/>
          </a:ln>
          <a:extLst>
            <a:ext uri="{909E8E84-426E-40DD-AFC4-6F175D3DCCD1}">
              <a14:hiddenFill xmlns:a14="http://schemas.microsoft.com/office/drawing/2010/main">
                <a:noFill/>
              </a14:hiddenFill>
            </a:ext>
          </a:extLst>
        </p:spPr>
      </p:cxnSp>
      <p:cxnSp>
        <p:nvCxnSpPr>
          <p:cNvPr id="13" name="直接箭头连接符 12"/>
          <p:cNvCxnSpPr>
            <a:cxnSpLocks noChangeShapeType="1"/>
          </p:cNvCxnSpPr>
          <p:nvPr/>
        </p:nvCxnSpPr>
        <p:spPr bwMode="auto">
          <a:xfrm>
            <a:off x="4214813" y="2916238"/>
            <a:ext cx="2000250" cy="1587"/>
          </a:xfrm>
          <a:prstGeom prst="straightConnector1">
            <a:avLst/>
          </a:prstGeom>
          <a:noFill/>
          <a:ln w="38100" algn="ctr">
            <a:solidFill>
              <a:srgbClr val="0000CC"/>
            </a:solidFill>
            <a:miter lim="800000"/>
            <a:headEnd/>
            <a:tailEnd type="arrow" w="med" len="med"/>
          </a:ln>
          <a:extLst>
            <a:ext uri="{909E8E84-426E-40DD-AFC4-6F175D3DCCD1}">
              <a14:hiddenFill xmlns:a14="http://schemas.microsoft.com/office/drawing/2010/main">
                <a:noFill/>
              </a14:hiddenFill>
            </a:ext>
          </a:extLst>
        </p:spPr>
      </p:cxnSp>
      <p:cxnSp>
        <p:nvCxnSpPr>
          <p:cNvPr id="14" name="直接箭头连接符 13"/>
          <p:cNvCxnSpPr>
            <a:cxnSpLocks noChangeShapeType="1"/>
          </p:cNvCxnSpPr>
          <p:nvPr/>
        </p:nvCxnSpPr>
        <p:spPr bwMode="auto">
          <a:xfrm>
            <a:off x="4214813" y="5727700"/>
            <a:ext cx="2000250" cy="1588"/>
          </a:xfrm>
          <a:prstGeom prst="straightConnector1">
            <a:avLst/>
          </a:prstGeom>
          <a:noFill/>
          <a:ln w="38100" algn="ctr">
            <a:solidFill>
              <a:srgbClr val="0000CC"/>
            </a:solidFill>
            <a:miter lim="800000"/>
            <a:headEnd/>
            <a:tailEnd type="arrow" w="med" len="med"/>
          </a:ln>
          <a:extLst>
            <a:ext uri="{909E8E84-426E-40DD-AFC4-6F175D3DCCD1}">
              <a14:hiddenFill xmlns:a14="http://schemas.microsoft.com/office/drawing/2010/main">
                <a:noFill/>
              </a14:hiddenFill>
            </a:ext>
          </a:extLst>
        </p:spPr>
      </p:cxnSp>
      <p:sp>
        <p:nvSpPr>
          <p:cNvPr id="15" name="TextBox 14"/>
          <p:cNvSpPr txBox="1">
            <a:spLocks noChangeArrowheads="1"/>
          </p:cNvSpPr>
          <p:nvPr/>
        </p:nvSpPr>
        <p:spPr bwMode="auto">
          <a:xfrm>
            <a:off x="4449763" y="752475"/>
            <a:ext cx="17145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000">
                <a:solidFill>
                  <a:schemeClr val="tx1"/>
                </a:solidFill>
                <a:latin typeface="Arial" charset="0"/>
                <a:ea typeface="宋体" pitchFamily="2" charset="-122"/>
              </a:defRPr>
            </a:lvl1pPr>
            <a:lvl2pPr marL="742950" indent="-285750" eaLnBrk="0" hangingPunct="0">
              <a:defRPr kumimoji="1" sz="4000">
                <a:solidFill>
                  <a:schemeClr val="tx1"/>
                </a:solidFill>
                <a:latin typeface="Arial" charset="0"/>
                <a:ea typeface="宋体" pitchFamily="2" charset="-122"/>
              </a:defRPr>
            </a:lvl2pPr>
            <a:lvl3pPr marL="1143000" indent="-228600" eaLnBrk="0" hangingPunct="0">
              <a:defRPr kumimoji="1" sz="4000">
                <a:solidFill>
                  <a:schemeClr val="tx1"/>
                </a:solidFill>
                <a:latin typeface="Arial" charset="0"/>
                <a:ea typeface="宋体" pitchFamily="2" charset="-122"/>
              </a:defRPr>
            </a:lvl3pPr>
            <a:lvl4pPr marL="1600200" indent="-228600" eaLnBrk="0" hangingPunct="0">
              <a:defRPr kumimoji="1" sz="4000">
                <a:solidFill>
                  <a:schemeClr val="tx1"/>
                </a:solidFill>
                <a:latin typeface="Arial" charset="0"/>
                <a:ea typeface="宋体" pitchFamily="2" charset="-122"/>
              </a:defRPr>
            </a:lvl4pPr>
            <a:lvl5pPr marL="2057400" indent="-228600" eaLnBrk="0" hangingPunct="0">
              <a:defRPr kumimoji="1" sz="4000">
                <a:solidFill>
                  <a:schemeClr val="tx1"/>
                </a:solidFill>
                <a:latin typeface="Arial" charset="0"/>
                <a:ea typeface="宋体" pitchFamily="2" charset="-122"/>
              </a:defRPr>
            </a:lvl5pPr>
            <a:lvl6pPr marL="2514600" indent="-228600" eaLnBrk="0" fontAlgn="base" hangingPunct="0">
              <a:spcBef>
                <a:spcPct val="0"/>
              </a:spcBef>
              <a:spcAft>
                <a:spcPct val="0"/>
              </a:spcAft>
              <a:defRPr kumimoji="1" sz="4000">
                <a:solidFill>
                  <a:schemeClr val="tx1"/>
                </a:solidFill>
                <a:latin typeface="Arial" charset="0"/>
                <a:ea typeface="宋体" pitchFamily="2" charset="-122"/>
              </a:defRPr>
            </a:lvl6pPr>
            <a:lvl7pPr marL="2971800" indent="-228600" eaLnBrk="0" fontAlgn="base" hangingPunct="0">
              <a:spcBef>
                <a:spcPct val="0"/>
              </a:spcBef>
              <a:spcAft>
                <a:spcPct val="0"/>
              </a:spcAft>
              <a:defRPr kumimoji="1" sz="4000">
                <a:solidFill>
                  <a:schemeClr val="tx1"/>
                </a:solidFill>
                <a:latin typeface="Arial" charset="0"/>
                <a:ea typeface="宋体" pitchFamily="2" charset="-122"/>
              </a:defRPr>
            </a:lvl7pPr>
            <a:lvl8pPr marL="3429000" indent="-228600" eaLnBrk="0" fontAlgn="base" hangingPunct="0">
              <a:spcBef>
                <a:spcPct val="0"/>
              </a:spcBef>
              <a:spcAft>
                <a:spcPct val="0"/>
              </a:spcAft>
              <a:defRPr kumimoji="1" sz="4000">
                <a:solidFill>
                  <a:schemeClr val="tx1"/>
                </a:solidFill>
                <a:latin typeface="Arial" charset="0"/>
                <a:ea typeface="宋体" pitchFamily="2" charset="-122"/>
              </a:defRPr>
            </a:lvl8pPr>
            <a:lvl9pPr marL="3886200" indent="-228600" eaLnBrk="0" fontAlgn="base" hangingPunct="0">
              <a:spcBef>
                <a:spcPct val="0"/>
              </a:spcBef>
              <a:spcAft>
                <a:spcPct val="0"/>
              </a:spcAft>
              <a:defRPr kumimoji="1" sz="4000">
                <a:solidFill>
                  <a:schemeClr val="tx1"/>
                </a:solidFill>
                <a:latin typeface="Arial" charset="0"/>
                <a:ea typeface="宋体" pitchFamily="2" charset="-122"/>
              </a:defRPr>
            </a:lvl9pPr>
          </a:lstStyle>
          <a:p>
            <a:pPr eaLnBrk="1" hangingPunct="1"/>
            <a:r>
              <a:rPr lang="en-US" altLang="zh-CN" sz="3200" b="1">
                <a:solidFill>
                  <a:srgbClr val="9D138D"/>
                </a:solidFill>
              </a:rPr>
              <a:t>p+1,a+1 </a:t>
            </a:r>
            <a:endParaRPr lang="zh-CN" altLang="en-US" sz="3200" b="1">
              <a:solidFill>
                <a:srgbClr val="9D138D"/>
              </a:solidFill>
            </a:endParaRPr>
          </a:p>
        </p:txBody>
      </p:sp>
      <p:sp>
        <p:nvSpPr>
          <p:cNvPr id="16" name="TextBox 15"/>
          <p:cNvSpPr txBox="1">
            <a:spLocks noChangeArrowheads="1"/>
          </p:cNvSpPr>
          <p:nvPr/>
        </p:nvSpPr>
        <p:spPr bwMode="auto">
          <a:xfrm>
            <a:off x="4500563" y="2344738"/>
            <a:ext cx="17145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000">
                <a:solidFill>
                  <a:schemeClr val="tx1"/>
                </a:solidFill>
                <a:latin typeface="Arial" charset="0"/>
                <a:ea typeface="宋体" pitchFamily="2" charset="-122"/>
              </a:defRPr>
            </a:lvl1pPr>
            <a:lvl2pPr marL="742950" indent="-285750" eaLnBrk="0" hangingPunct="0">
              <a:defRPr kumimoji="1" sz="4000">
                <a:solidFill>
                  <a:schemeClr val="tx1"/>
                </a:solidFill>
                <a:latin typeface="Arial" charset="0"/>
                <a:ea typeface="宋体" pitchFamily="2" charset="-122"/>
              </a:defRPr>
            </a:lvl2pPr>
            <a:lvl3pPr marL="1143000" indent="-228600" eaLnBrk="0" hangingPunct="0">
              <a:defRPr kumimoji="1" sz="4000">
                <a:solidFill>
                  <a:schemeClr val="tx1"/>
                </a:solidFill>
                <a:latin typeface="Arial" charset="0"/>
                <a:ea typeface="宋体" pitchFamily="2" charset="-122"/>
              </a:defRPr>
            </a:lvl3pPr>
            <a:lvl4pPr marL="1600200" indent="-228600" eaLnBrk="0" hangingPunct="0">
              <a:defRPr kumimoji="1" sz="4000">
                <a:solidFill>
                  <a:schemeClr val="tx1"/>
                </a:solidFill>
                <a:latin typeface="Arial" charset="0"/>
                <a:ea typeface="宋体" pitchFamily="2" charset="-122"/>
              </a:defRPr>
            </a:lvl4pPr>
            <a:lvl5pPr marL="2057400" indent="-228600" eaLnBrk="0" hangingPunct="0">
              <a:defRPr kumimoji="1" sz="4000">
                <a:solidFill>
                  <a:schemeClr val="tx1"/>
                </a:solidFill>
                <a:latin typeface="Arial" charset="0"/>
                <a:ea typeface="宋体" pitchFamily="2" charset="-122"/>
              </a:defRPr>
            </a:lvl5pPr>
            <a:lvl6pPr marL="2514600" indent="-228600" eaLnBrk="0" fontAlgn="base" hangingPunct="0">
              <a:spcBef>
                <a:spcPct val="0"/>
              </a:spcBef>
              <a:spcAft>
                <a:spcPct val="0"/>
              </a:spcAft>
              <a:defRPr kumimoji="1" sz="4000">
                <a:solidFill>
                  <a:schemeClr val="tx1"/>
                </a:solidFill>
                <a:latin typeface="Arial" charset="0"/>
                <a:ea typeface="宋体" pitchFamily="2" charset="-122"/>
              </a:defRPr>
            </a:lvl6pPr>
            <a:lvl7pPr marL="2971800" indent="-228600" eaLnBrk="0" fontAlgn="base" hangingPunct="0">
              <a:spcBef>
                <a:spcPct val="0"/>
              </a:spcBef>
              <a:spcAft>
                <a:spcPct val="0"/>
              </a:spcAft>
              <a:defRPr kumimoji="1" sz="4000">
                <a:solidFill>
                  <a:schemeClr val="tx1"/>
                </a:solidFill>
                <a:latin typeface="Arial" charset="0"/>
                <a:ea typeface="宋体" pitchFamily="2" charset="-122"/>
              </a:defRPr>
            </a:lvl7pPr>
            <a:lvl8pPr marL="3429000" indent="-228600" eaLnBrk="0" fontAlgn="base" hangingPunct="0">
              <a:spcBef>
                <a:spcPct val="0"/>
              </a:spcBef>
              <a:spcAft>
                <a:spcPct val="0"/>
              </a:spcAft>
              <a:defRPr kumimoji="1" sz="4000">
                <a:solidFill>
                  <a:schemeClr val="tx1"/>
                </a:solidFill>
                <a:latin typeface="Arial" charset="0"/>
                <a:ea typeface="宋体" pitchFamily="2" charset="-122"/>
              </a:defRPr>
            </a:lvl8pPr>
            <a:lvl9pPr marL="3886200" indent="-228600" eaLnBrk="0" fontAlgn="base" hangingPunct="0">
              <a:spcBef>
                <a:spcPct val="0"/>
              </a:spcBef>
              <a:spcAft>
                <a:spcPct val="0"/>
              </a:spcAft>
              <a:defRPr kumimoji="1" sz="4000">
                <a:solidFill>
                  <a:schemeClr val="tx1"/>
                </a:solidFill>
                <a:latin typeface="Arial" charset="0"/>
                <a:ea typeface="宋体" pitchFamily="2" charset="-122"/>
              </a:defRPr>
            </a:lvl9pPr>
          </a:lstStyle>
          <a:p>
            <a:pPr eaLnBrk="1" hangingPunct="1"/>
            <a:r>
              <a:rPr lang="en-US" altLang="zh-CN" sz="3200" b="1">
                <a:solidFill>
                  <a:srgbClr val="9D138D"/>
                </a:solidFill>
              </a:rPr>
              <a:t>p+i,a+i </a:t>
            </a:r>
            <a:endParaRPr lang="zh-CN" altLang="en-US" sz="3200" b="1">
              <a:solidFill>
                <a:srgbClr val="9D138D"/>
              </a:solidFill>
            </a:endParaRPr>
          </a:p>
        </p:txBody>
      </p:sp>
      <p:sp>
        <p:nvSpPr>
          <p:cNvPr id="17" name="TextBox 16"/>
          <p:cNvSpPr txBox="1">
            <a:spLocks noChangeArrowheads="1"/>
          </p:cNvSpPr>
          <p:nvPr/>
        </p:nvSpPr>
        <p:spPr bwMode="auto">
          <a:xfrm>
            <a:off x="4429125" y="5130800"/>
            <a:ext cx="17145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000">
                <a:solidFill>
                  <a:schemeClr val="tx1"/>
                </a:solidFill>
                <a:latin typeface="Arial" charset="0"/>
                <a:ea typeface="宋体" pitchFamily="2" charset="-122"/>
              </a:defRPr>
            </a:lvl1pPr>
            <a:lvl2pPr marL="742950" indent="-285750" eaLnBrk="0" hangingPunct="0">
              <a:defRPr kumimoji="1" sz="4000">
                <a:solidFill>
                  <a:schemeClr val="tx1"/>
                </a:solidFill>
                <a:latin typeface="Arial" charset="0"/>
                <a:ea typeface="宋体" pitchFamily="2" charset="-122"/>
              </a:defRPr>
            </a:lvl2pPr>
            <a:lvl3pPr marL="1143000" indent="-228600" eaLnBrk="0" hangingPunct="0">
              <a:defRPr kumimoji="1" sz="4000">
                <a:solidFill>
                  <a:schemeClr val="tx1"/>
                </a:solidFill>
                <a:latin typeface="Arial" charset="0"/>
                <a:ea typeface="宋体" pitchFamily="2" charset="-122"/>
              </a:defRPr>
            </a:lvl3pPr>
            <a:lvl4pPr marL="1600200" indent="-228600" eaLnBrk="0" hangingPunct="0">
              <a:defRPr kumimoji="1" sz="4000">
                <a:solidFill>
                  <a:schemeClr val="tx1"/>
                </a:solidFill>
                <a:latin typeface="Arial" charset="0"/>
                <a:ea typeface="宋体" pitchFamily="2" charset="-122"/>
              </a:defRPr>
            </a:lvl4pPr>
            <a:lvl5pPr marL="2057400" indent="-228600" eaLnBrk="0" hangingPunct="0">
              <a:defRPr kumimoji="1" sz="4000">
                <a:solidFill>
                  <a:schemeClr val="tx1"/>
                </a:solidFill>
                <a:latin typeface="Arial" charset="0"/>
                <a:ea typeface="宋体" pitchFamily="2" charset="-122"/>
              </a:defRPr>
            </a:lvl5pPr>
            <a:lvl6pPr marL="2514600" indent="-228600" eaLnBrk="0" fontAlgn="base" hangingPunct="0">
              <a:spcBef>
                <a:spcPct val="0"/>
              </a:spcBef>
              <a:spcAft>
                <a:spcPct val="0"/>
              </a:spcAft>
              <a:defRPr kumimoji="1" sz="4000">
                <a:solidFill>
                  <a:schemeClr val="tx1"/>
                </a:solidFill>
                <a:latin typeface="Arial" charset="0"/>
                <a:ea typeface="宋体" pitchFamily="2" charset="-122"/>
              </a:defRPr>
            </a:lvl6pPr>
            <a:lvl7pPr marL="2971800" indent="-228600" eaLnBrk="0" fontAlgn="base" hangingPunct="0">
              <a:spcBef>
                <a:spcPct val="0"/>
              </a:spcBef>
              <a:spcAft>
                <a:spcPct val="0"/>
              </a:spcAft>
              <a:defRPr kumimoji="1" sz="4000">
                <a:solidFill>
                  <a:schemeClr val="tx1"/>
                </a:solidFill>
                <a:latin typeface="Arial" charset="0"/>
                <a:ea typeface="宋体" pitchFamily="2" charset="-122"/>
              </a:defRPr>
            </a:lvl7pPr>
            <a:lvl8pPr marL="3429000" indent="-228600" eaLnBrk="0" fontAlgn="base" hangingPunct="0">
              <a:spcBef>
                <a:spcPct val="0"/>
              </a:spcBef>
              <a:spcAft>
                <a:spcPct val="0"/>
              </a:spcAft>
              <a:defRPr kumimoji="1" sz="4000">
                <a:solidFill>
                  <a:schemeClr val="tx1"/>
                </a:solidFill>
                <a:latin typeface="Arial" charset="0"/>
                <a:ea typeface="宋体" pitchFamily="2" charset="-122"/>
              </a:defRPr>
            </a:lvl8pPr>
            <a:lvl9pPr marL="3886200" indent="-228600" eaLnBrk="0" fontAlgn="base" hangingPunct="0">
              <a:spcBef>
                <a:spcPct val="0"/>
              </a:spcBef>
              <a:spcAft>
                <a:spcPct val="0"/>
              </a:spcAft>
              <a:defRPr kumimoji="1" sz="4000">
                <a:solidFill>
                  <a:schemeClr val="tx1"/>
                </a:solidFill>
                <a:latin typeface="Arial" charset="0"/>
                <a:ea typeface="宋体" pitchFamily="2" charset="-122"/>
              </a:defRPr>
            </a:lvl9pPr>
          </a:lstStyle>
          <a:p>
            <a:pPr eaLnBrk="1" hangingPunct="1"/>
            <a:r>
              <a:rPr lang="en-US" altLang="zh-CN" sz="3200" b="1">
                <a:solidFill>
                  <a:srgbClr val="9D138D"/>
                </a:solidFill>
              </a:rPr>
              <a:t>p+9,a+9 </a:t>
            </a:r>
            <a:endParaRPr lang="zh-CN" altLang="en-US" sz="3200" b="1">
              <a:solidFill>
                <a:srgbClr val="9D138D"/>
              </a:solidFill>
            </a:endParaRPr>
          </a:p>
        </p:txBody>
      </p:sp>
      <p:pic>
        <p:nvPicPr>
          <p:cNvPr id="48174" name="图片 17" descr="Untitled2.png">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429625" y="6143625"/>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3508757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par>
                                <p:cTn id="8" presetID="3" presetClass="entr" presetSubtype="1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blinds(horizontal)">
                                      <p:cBhvr>
                                        <p:cTn id="10" dur="500"/>
                                        <p:tgtEl>
                                          <p:spTgt spid="5"/>
                                        </p:tgtEl>
                                      </p:cBhvr>
                                    </p:animEffect>
                                  </p:childTnLst>
                                </p:cTn>
                              </p:par>
                            </p:childTnLst>
                          </p:cTn>
                        </p:par>
                        <p:par>
                          <p:cTn id="11" fill="hold" nodeType="afterGroup">
                            <p:stCondLst>
                              <p:cond delay="500"/>
                            </p:stCondLst>
                            <p:childTnLst>
                              <p:par>
                                <p:cTn id="12" presetID="3" presetClass="entr" presetSubtype="10" fill="hold" grpId="0" nodeType="after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blinds(horizontal)">
                                      <p:cBhvr>
                                        <p:cTn id="14" dur="500"/>
                                        <p:tgtEl>
                                          <p:spTgt spid="7"/>
                                        </p:tgtEl>
                                      </p:cBhvr>
                                    </p:animEffect>
                                  </p:childTnLst>
                                </p:cTn>
                              </p:par>
                            </p:childTnLst>
                          </p:cTn>
                        </p:par>
                        <p:par>
                          <p:cTn id="15" fill="hold" nodeType="afterGroup">
                            <p:stCondLst>
                              <p:cond delay="1000"/>
                            </p:stCondLst>
                            <p:childTnLst>
                              <p:par>
                                <p:cTn id="16" presetID="12" presetClass="entr" presetSubtype="8" fill="hold" nodeType="after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slide(fromLeft)">
                                      <p:cBhvr>
                                        <p:cTn id="18" dur="500"/>
                                        <p:tgtEl>
                                          <p:spTgt spid="8"/>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blinds(horizontal)">
                                      <p:cBhvr>
                                        <p:cTn id="23" dur="500"/>
                                        <p:tgtEl>
                                          <p:spTgt spid="15"/>
                                        </p:tgtEl>
                                      </p:cBhvr>
                                    </p:animEffect>
                                  </p:childTnLst>
                                </p:cTn>
                              </p:par>
                            </p:childTnLst>
                          </p:cTn>
                        </p:par>
                        <p:par>
                          <p:cTn id="24" fill="hold" nodeType="afterGroup">
                            <p:stCondLst>
                              <p:cond delay="500"/>
                            </p:stCondLst>
                            <p:childTnLst>
                              <p:par>
                                <p:cTn id="25" presetID="12" presetClass="entr" presetSubtype="8" fill="hold" nodeType="after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slide(fromLeft)">
                                      <p:cBhvr>
                                        <p:cTn id="27" dur="500"/>
                                        <p:tgtEl>
                                          <p:spTgt spid="12"/>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16"/>
                                        </p:tgtEl>
                                        <p:attrNameLst>
                                          <p:attrName>style.visibility</p:attrName>
                                        </p:attrNameLst>
                                      </p:cBhvr>
                                      <p:to>
                                        <p:strVal val="visible"/>
                                      </p:to>
                                    </p:set>
                                    <p:animEffect transition="in" filter="blinds(horizontal)">
                                      <p:cBhvr>
                                        <p:cTn id="32" dur="500"/>
                                        <p:tgtEl>
                                          <p:spTgt spid="16"/>
                                        </p:tgtEl>
                                      </p:cBhvr>
                                    </p:animEffect>
                                  </p:childTnLst>
                                </p:cTn>
                              </p:par>
                            </p:childTnLst>
                          </p:cTn>
                        </p:par>
                        <p:par>
                          <p:cTn id="33" fill="hold" nodeType="afterGroup">
                            <p:stCondLst>
                              <p:cond delay="500"/>
                            </p:stCondLst>
                            <p:childTnLst>
                              <p:par>
                                <p:cTn id="34" presetID="12" presetClass="entr" presetSubtype="8" fill="hold" nodeType="afterEffect">
                                  <p:stCondLst>
                                    <p:cond delay="0"/>
                                  </p:stCondLst>
                                  <p:childTnLst>
                                    <p:set>
                                      <p:cBhvr>
                                        <p:cTn id="35" dur="1" fill="hold">
                                          <p:stCondLst>
                                            <p:cond delay="0"/>
                                          </p:stCondLst>
                                        </p:cTn>
                                        <p:tgtEl>
                                          <p:spTgt spid="13"/>
                                        </p:tgtEl>
                                        <p:attrNameLst>
                                          <p:attrName>style.visibility</p:attrName>
                                        </p:attrNameLst>
                                      </p:cBhvr>
                                      <p:to>
                                        <p:strVal val="visible"/>
                                      </p:to>
                                    </p:set>
                                    <p:animEffect transition="in" filter="slide(fromLeft)">
                                      <p:cBhvr>
                                        <p:cTn id="36" dur="500"/>
                                        <p:tgtEl>
                                          <p:spTgt spid="13"/>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3" presetClass="entr" presetSubtype="10" fill="hold" grpId="0" nodeType="click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blinds(horizontal)">
                                      <p:cBhvr>
                                        <p:cTn id="41" dur="500"/>
                                        <p:tgtEl>
                                          <p:spTgt spid="17"/>
                                        </p:tgtEl>
                                      </p:cBhvr>
                                    </p:animEffect>
                                  </p:childTnLst>
                                </p:cTn>
                              </p:par>
                            </p:childTnLst>
                          </p:cTn>
                        </p:par>
                        <p:par>
                          <p:cTn id="42" fill="hold" nodeType="afterGroup">
                            <p:stCondLst>
                              <p:cond delay="500"/>
                            </p:stCondLst>
                            <p:childTnLst>
                              <p:par>
                                <p:cTn id="43" presetID="12" presetClass="entr" presetSubtype="8" fill="hold" nodeType="afterEffect">
                                  <p:stCondLst>
                                    <p:cond delay="0"/>
                                  </p:stCondLst>
                                  <p:childTnLst>
                                    <p:set>
                                      <p:cBhvr>
                                        <p:cTn id="44" dur="1" fill="hold">
                                          <p:stCondLst>
                                            <p:cond delay="0"/>
                                          </p:stCondLst>
                                        </p:cTn>
                                        <p:tgtEl>
                                          <p:spTgt spid="14"/>
                                        </p:tgtEl>
                                        <p:attrNameLst>
                                          <p:attrName>style.visibility</p:attrName>
                                        </p:attrNameLst>
                                      </p:cBhvr>
                                      <p:to>
                                        <p:strVal val="visible"/>
                                      </p:to>
                                    </p:set>
                                    <p:animEffect transition="in" filter="slide(fromLeft)">
                                      <p:cBhvr>
                                        <p:cTn id="45"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5" grpId="0"/>
      <p:bldP spid="16" grpId="0"/>
      <p:bldP spid="17"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95536" y="1000125"/>
            <a:ext cx="3819277" cy="4929188"/>
          </a:xfrm>
        </p:spPr>
        <p:txBody>
          <a:bodyPr/>
          <a:lstStyle/>
          <a:p>
            <a:pPr marL="0" indent="0">
              <a:lnSpc>
                <a:spcPct val="150000"/>
              </a:lnSpc>
              <a:spcBef>
                <a:spcPts val="0"/>
              </a:spcBef>
              <a:buFont typeface="Wingdings" pitchFamily="2" charset="2"/>
              <a:buNone/>
            </a:pPr>
            <a:r>
              <a:rPr lang="en-US" altLang="zh-CN" sz="2800" dirty="0" smtClean="0">
                <a:latin typeface="黑体" pitchFamily="49" charset="-122"/>
                <a:ea typeface="黑体" pitchFamily="49" charset="-122"/>
              </a:rPr>
              <a:t>(3</a:t>
            </a:r>
            <a:r>
              <a:rPr lang="en-US" altLang="zh-CN" sz="2800" dirty="0" smtClean="0">
                <a:solidFill>
                  <a:srgbClr val="00B050"/>
                </a:solidFill>
                <a:latin typeface="黑体" pitchFamily="49" charset="-122"/>
                <a:ea typeface="黑体" pitchFamily="49" charset="-122"/>
              </a:rPr>
              <a:t>)*(</a:t>
            </a:r>
            <a:r>
              <a:rPr lang="en-US" altLang="zh-CN" sz="2800" dirty="0" err="1" smtClean="0">
                <a:solidFill>
                  <a:srgbClr val="00B050"/>
                </a:solidFill>
                <a:latin typeface="黑体" pitchFamily="49" charset="-122"/>
                <a:ea typeface="黑体" pitchFamily="49" charset="-122"/>
              </a:rPr>
              <a:t>p+i</a:t>
            </a:r>
            <a:r>
              <a:rPr lang="en-US" altLang="zh-CN" sz="2800" dirty="0" smtClean="0">
                <a:solidFill>
                  <a:srgbClr val="00B050"/>
                </a:solidFill>
                <a:latin typeface="黑体" pitchFamily="49" charset="-122"/>
                <a:ea typeface="黑体" pitchFamily="49" charset="-122"/>
              </a:rPr>
              <a:t>)</a:t>
            </a:r>
            <a:r>
              <a:rPr lang="zh-CN" altLang="zh-CN" sz="2800" dirty="0" smtClean="0">
                <a:latin typeface="黑体" pitchFamily="49" charset="-122"/>
                <a:ea typeface="黑体" pitchFamily="49" charset="-122"/>
              </a:rPr>
              <a:t>或</a:t>
            </a:r>
            <a:r>
              <a:rPr lang="en-US" altLang="zh-CN" sz="2800" dirty="0" smtClean="0">
                <a:solidFill>
                  <a:srgbClr val="00B050"/>
                </a:solidFill>
                <a:latin typeface="黑体" pitchFamily="49" charset="-122"/>
                <a:ea typeface="黑体" pitchFamily="49" charset="-122"/>
              </a:rPr>
              <a:t>*(</a:t>
            </a:r>
            <a:r>
              <a:rPr lang="en-US" altLang="zh-CN" sz="2800" dirty="0" err="1" smtClean="0">
                <a:solidFill>
                  <a:srgbClr val="00B050"/>
                </a:solidFill>
                <a:latin typeface="黑体" pitchFamily="49" charset="-122"/>
                <a:ea typeface="黑体" pitchFamily="49" charset="-122"/>
              </a:rPr>
              <a:t>a+i</a:t>
            </a:r>
            <a:r>
              <a:rPr lang="en-US" altLang="zh-CN" sz="2800" dirty="0" smtClean="0">
                <a:solidFill>
                  <a:srgbClr val="00B050"/>
                </a:solidFill>
                <a:latin typeface="黑体" pitchFamily="49" charset="-122"/>
                <a:ea typeface="黑体" pitchFamily="49" charset="-122"/>
              </a:rPr>
              <a:t>)</a:t>
            </a:r>
            <a:r>
              <a:rPr lang="zh-CN" altLang="zh-CN" sz="2800" dirty="0" smtClean="0">
                <a:latin typeface="黑体" pitchFamily="49" charset="-122"/>
                <a:ea typeface="黑体" pitchFamily="49" charset="-122"/>
              </a:rPr>
              <a:t>是</a:t>
            </a:r>
            <a:r>
              <a:rPr lang="en-US" altLang="zh-CN" sz="2800" dirty="0" err="1" smtClean="0">
                <a:latin typeface="黑体" pitchFamily="49" charset="-122"/>
                <a:ea typeface="黑体" pitchFamily="49" charset="-122"/>
              </a:rPr>
              <a:t>p+i</a:t>
            </a:r>
            <a:r>
              <a:rPr lang="zh-CN" altLang="zh-CN" sz="2800" dirty="0" smtClean="0">
                <a:latin typeface="黑体" pitchFamily="49" charset="-122"/>
                <a:ea typeface="黑体" pitchFamily="49" charset="-122"/>
              </a:rPr>
              <a:t>或</a:t>
            </a:r>
            <a:r>
              <a:rPr lang="en-US" altLang="zh-CN" sz="2800" dirty="0" err="1" smtClean="0">
                <a:latin typeface="黑体" pitchFamily="49" charset="-122"/>
                <a:ea typeface="黑体" pitchFamily="49" charset="-122"/>
              </a:rPr>
              <a:t>a+i</a:t>
            </a:r>
            <a:r>
              <a:rPr lang="zh-CN" altLang="zh-CN" sz="2800" dirty="0" smtClean="0">
                <a:latin typeface="黑体" pitchFamily="49" charset="-122"/>
                <a:ea typeface="黑体" pitchFamily="49" charset="-122"/>
              </a:rPr>
              <a:t>所指向的数组元素，即</a:t>
            </a:r>
            <a:r>
              <a:rPr lang="en-US" altLang="zh-CN" sz="2800" dirty="0" smtClean="0">
                <a:solidFill>
                  <a:srgbClr val="00B050"/>
                </a:solidFill>
                <a:latin typeface="黑体" pitchFamily="49" charset="-122"/>
                <a:ea typeface="黑体" pitchFamily="49" charset="-122"/>
              </a:rPr>
              <a:t>a[i]</a:t>
            </a:r>
            <a:r>
              <a:rPr lang="zh-CN" altLang="zh-CN" sz="2800" dirty="0" smtClean="0">
                <a:latin typeface="黑体" pitchFamily="49" charset="-122"/>
                <a:ea typeface="黑体" pitchFamily="49" charset="-122"/>
              </a:rPr>
              <a:t>。</a:t>
            </a:r>
            <a:endParaRPr lang="zh-CN" altLang="en-US" sz="2800" dirty="0" smtClean="0">
              <a:latin typeface="黑体" pitchFamily="49" charset="-122"/>
              <a:ea typeface="黑体" pitchFamily="49" charset="-122"/>
            </a:endParaRPr>
          </a:p>
        </p:txBody>
      </p:sp>
      <p:graphicFrame>
        <p:nvGraphicFramePr>
          <p:cNvPr id="5" name="表格 4"/>
          <p:cNvGraphicFramePr>
            <a:graphicFrameLocks noGrp="1"/>
          </p:cNvGraphicFramePr>
          <p:nvPr/>
        </p:nvGraphicFramePr>
        <p:xfrm>
          <a:off x="7810500" y="736600"/>
          <a:ext cx="1190625" cy="5478617"/>
        </p:xfrm>
        <a:graphic>
          <a:graphicData uri="http://schemas.openxmlformats.org/drawingml/2006/table">
            <a:tbl>
              <a:tblPr firstRow="1" bandRow="1">
                <a:tableStyleId>{5C22544A-7EE6-4342-B048-85BDC9FD1C3A}</a:tableStyleId>
              </a:tblPr>
              <a:tblGrid>
                <a:gridCol w="1190625"/>
              </a:tblGrid>
              <a:tr h="531753">
                <a:tc>
                  <a:txBody>
                    <a:bodyPr/>
                    <a:lstStyle/>
                    <a:p>
                      <a:r>
                        <a:rPr lang="en-US" altLang="zh-CN" sz="2800" b="1" dirty="0" smtClean="0">
                          <a:solidFill>
                            <a:schemeClr val="tx1"/>
                          </a:solidFill>
                        </a:rPr>
                        <a:t>a[0]</a:t>
                      </a:r>
                      <a:endParaRPr lang="zh-CN" altLang="en-US" sz="2800" b="1" dirty="0">
                        <a:solidFill>
                          <a:schemeClr val="tx1"/>
                        </a:solidFill>
                      </a:endParaRPr>
                    </a:p>
                  </a:txBody>
                  <a:tcPr marL="91441" marR="91441" marT="45714" marB="4571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r>
              <a:tr h="518097">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2800" b="1" dirty="0" smtClean="0">
                          <a:solidFill>
                            <a:schemeClr val="tx1"/>
                          </a:solidFill>
                        </a:rPr>
                        <a:t>a[1]</a:t>
                      </a:r>
                      <a:endParaRPr lang="zh-CN" altLang="en-US" sz="2800" b="1" dirty="0" smtClean="0">
                        <a:solidFill>
                          <a:schemeClr val="tx1"/>
                        </a:solidFill>
                      </a:endParaRPr>
                    </a:p>
                  </a:txBody>
                  <a:tcPr marL="91441" marR="91441" marT="45714" marB="4571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r>
              <a:tr h="553342">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2800" b="1" dirty="0" smtClean="0">
                          <a:solidFill>
                            <a:schemeClr val="tx1"/>
                          </a:solidFill>
                        </a:rPr>
                        <a:t>a[2]</a:t>
                      </a:r>
                      <a:endParaRPr lang="zh-CN" altLang="en-US" sz="2800" b="1" dirty="0" smtClean="0">
                        <a:solidFill>
                          <a:schemeClr val="tx1"/>
                        </a:solidFill>
                      </a:endParaRPr>
                    </a:p>
                  </a:txBody>
                  <a:tcPr marL="91441" marR="91441" marT="45714" marB="4571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r>
              <a:tr h="518097">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2800" b="1" dirty="0" smtClean="0">
                          <a:solidFill>
                            <a:schemeClr val="tx1"/>
                          </a:solidFill>
                        </a:rPr>
                        <a:t>a[3]</a:t>
                      </a:r>
                      <a:endParaRPr lang="zh-CN" altLang="en-US" sz="2800" b="1" dirty="0" smtClean="0">
                        <a:solidFill>
                          <a:schemeClr val="tx1"/>
                        </a:solidFill>
                      </a:endParaRPr>
                    </a:p>
                  </a:txBody>
                  <a:tcPr marL="91441" marR="91441" marT="45714" marB="4571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r>
              <a:tr h="553342">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2800" b="1" dirty="0" smtClean="0">
                          <a:solidFill>
                            <a:schemeClr val="tx1"/>
                          </a:solidFill>
                        </a:rPr>
                        <a:t>a[4]</a:t>
                      </a:r>
                      <a:endParaRPr lang="zh-CN" altLang="en-US" sz="2800" b="1" dirty="0" smtClean="0">
                        <a:solidFill>
                          <a:schemeClr val="tx1"/>
                        </a:solidFill>
                      </a:endParaRPr>
                    </a:p>
                  </a:txBody>
                  <a:tcPr marL="91441" marR="91441" marT="45714" marB="4571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r>
              <a:tr h="571434">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2800" b="1" dirty="0" smtClean="0">
                          <a:solidFill>
                            <a:schemeClr val="tx1"/>
                          </a:solidFill>
                        </a:rPr>
                        <a:t>a[5]</a:t>
                      </a:r>
                      <a:endParaRPr lang="zh-CN" altLang="en-US" sz="2800" b="1" dirty="0" smtClean="0">
                        <a:solidFill>
                          <a:schemeClr val="tx1"/>
                        </a:solidFill>
                      </a:endParaRPr>
                    </a:p>
                  </a:txBody>
                  <a:tcPr marL="91441" marR="91441" marT="45714" marB="4571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r>
              <a:tr h="571434">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2800" b="1" dirty="0" smtClean="0">
                          <a:solidFill>
                            <a:schemeClr val="tx1"/>
                          </a:solidFill>
                        </a:rPr>
                        <a:t>a[6]</a:t>
                      </a:r>
                      <a:endParaRPr lang="zh-CN" altLang="en-US" sz="2800" b="1" dirty="0" smtClean="0">
                        <a:solidFill>
                          <a:schemeClr val="tx1"/>
                        </a:solidFill>
                      </a:endParaRPr>
                    </a:p>
                  </a:txBody>
                  <a:tcPr marL="91441" marR="91441" marT="45714" marB="4571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r>
              <a:tr h="571434">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2800" b="1" dirty="0" smtClean="0">
                          <a:solidFill>
                            <a:schemeClr val="tx1"/>
                          </a:solidFill>
                        </a:rPr>
                        <a:t>a[7]</a:t>
                      </a:r>
                      <a:endParaRPr lang="zh-CN" altLang="en-US" sz="2800" b="1" dirty="0" smtClean="0">
                        <a:solidFill>
                          <a:schemeClr val="tx1"/>
                        </a:solidFill>
                      </a:endParaRPr>
                    </a:p>
                  </a:txBody>
                  <a:tcPr marL="91441" marR="91441" marT="45714" marB="4571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r>
              <a:tr h="571434">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2800" b="1" dirty="0" smtClean="0">
                          <a:solidFill>
                            <a:schemeClr val="tx1"/>
                          </a:solidFill>
                        </a:rPr>
                        <a:t>a[8]</a:t>
                      </a:r>
                      <a:endParaRPr lang="zh-CN" altLang="en-US" sz="2800" b="1" dirty="0" smtClean="0">
                        <a:solidFill>
                          <a:schemeClr val="tx1"/>
                        </a:solidFill>
                      </a:endParaRPr>
                    </a:p>
                  </a:txBody>
                  <a:tcPr marL="91441" marR="91441" marT="45714" marB="4571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r>
              <a:tr h="518097">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2800" b="1" dirty="0" smtClean="0">
                          <a:solidFill>
                            <a:schemeClr val="tx1"/>
                          </a:solidFill>
                        </a:rPr>
                        <a:t>a[9]</a:t>
                      </a:r>
                      <a:endParaRPr lang="zh-CN" altLang="en-US" sz="2800" b="1" dirty="0" smtClean="0">
                        <a:solidFill>
                          <a:schemeClr val="tx1"/>
                        </a:solidFill>
                      </a:endParaRPr>
                    </a:p>
                  </a:txBody>
                  <a:tcPr marL="91441" marR="91441" marT="45714" marB="4571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r>
            </a:tbl>
          </a:graphicData>
        </a:graphic>
      </p:graphicFrame>
      <p:graphicFrame>
        <p:nvGraphicFramePr>
          <p:cNvPr id="6" name="表格 5"/>
          <p:cNvGraphicFramePr>
            <a:graphicFrameLocks noGrp="1"/>
          </p:cNvGraphicFramePr>
          <p:nvPr/>
        </p:nvGraphicFramePr>
        <p:xfrm>
          <a:off x="6238875" y="785813"/>
          <a:ext cx="1476375" cy="5478617"/>
        </p:xfrm>
        <a:graphic>
          <a:graphicData uri="http://schemas.openxmlformats.org/drawingml/2006/table">
            <a:tbl>
              <a:tblPr firstRow="1" bandRow="1">
                <a:tableStyleId>{5C22544A-7EE6-4342-B048-85BDC9FD1C3A}</a:tableStyleId>
              </a:tblPr>
              <a:tblGrid>
                <a:gridCol w="1476375"/>
              </a:tblGrid>
              <a:tr h="531753">
                <a:tc>
                  <a:txBody>
                    <a:bodyPr/>
                    <a:lstStyle/>
                    <a:p>
                      <a:endParaRPr lang="zh-CN" altLang="en-US" sz="2800" b="1" dirty="0">
                        <a:solidFill>
                          <a:schemeClr val="tx1"/>
                        </a:solidFill>
                      </a:endParaRPr>
                    </a:p>
                  </a:txBody>
                  <a:tcPr marL="91441" marR="91441" marT="45714" marB="45714">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518096">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sz="2800" b="1" dirty="0" smtClean="0">
                        <a:solidFill>
                          <a:schemeClr val="tx1"/>
                        </a:solidFill>
                      </a:endParaRPr>
                    </a:p>
                  </a:txBody>
                  <a:tcPr marL="91441" marR="91441" marT="45714" marB="45714">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553342">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sz="2800" b="1" dirty="0" smtClean="0">
                        <a:solidFill>
                          <a:schemeClr val="tx1"/>
                        </a:solidFill>
                      </a:endParaRPr>
                    </a:p>
                  </a:txBody>
                  <a:tcPr marL="91441" marR="91441" marT="45714" marB="45714">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518096">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sz="2800" b="1" dirty="0" smtClean="0">
                        <a:solidFill>
                          <a:schemeClr val="tx1"/>
                        </a:solidFill>
                      </a:endParaRPr>
                    </a:p>
                  </a:txBody>
                  <a:tcPr marL="91441" marR="91441" marT="45714" marB="45714">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553342">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sz="2800" b="1" dirty="0" smtClean="0">
                        <a:solidFill>
                          <a:schemeClr val="tx1"/>
                        </a:solidFill>
                      </a:endParaRPr>
                    </a:p>
                  </a:txBody>
                  <a:tcPr marL="91441" marR="91441" marT="45714" marB="45714">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571434">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sz="2800" b="1" dirty="0" smtClean="0">
                        <a:solidFill>
                          <a:schemeClr val="tx1"/>
                        </a:solidFill>
                      </a:endParaRPr>
                    </a:p>
                  </a:txBody>
                  <a:tcPr marL="91441" marR="91441" marT="45714" marB="45714">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571434">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sz="2800" b="1" dirty="0" smtClean="0">
                        <a:solidFill>
                          <a:schemeClr val="tx1"/>
                        </a:solidFill>
                      </a:endParaRPr>
                    </a:p>
                  </a:txBody>
                  <a:tcPr marL="91441" marR="91441" marT="45714" marB="45714">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571434">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sz="2800" b="1" dirty="0" smtClean="0">
                        <a:solidFill>
                          <a:schemeClr val="tx1"/>
                        </a:solidFill>
                      </a:endParaRPr>
                    </a:p>
                  </a:txBody>
                  <a:tcPr marL="91441" marR="91441" marT="45714" marB="45714">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571434">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sz="2800" b="1" dirty="0" smtClean="0">
                        <a:solidFill>
                          <a:schemeClr val="tx1"/>
                        </a:solidFill>
                      </a:endParaRPr>
                    </a:p>
                  </a:txBody>
                  <a:tcPr marL="91441" marR="91441" marT="45714" marB="45714">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518096">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sz="2800" b="1" dirty="0" smtClean="0">
                        <a:solidFill>
                          <a:schemeClr val="tx1"/>
                        </a:solidFill>
                      </a:endParaRPr>
                    </a:p>
                  </a:txBody>
                  <a:tcPr marL="91441" marR="91441" marT="45714" marB="45714">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bl>
          </a:graphicData>
        </a:graphic>
      </p:graphicFrame>
      <p:sp>
        <p:nvSpPr>
          <p:cNvPr id="49190" name="TextBox 6"/>
          <p:cNvSpPr txBox="1">
            <a:spLocks noChangeArrowheads="1"/>
          </p:cNvSpPr>
          <p:nvPr/>
        </p:nvSpPr>
        <p:spPr bwMode="auto">
          <a:xfrm>
            <a:off x="4929188" y="214313"/>
            <a:ext cx="500062"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000">
                <a:solidFill>
                  <a:schemeClr val="tx1"/>
                </a:solidFill>
                <a:latin typeface="Arial" charset="0"/>
                <a:ea typeface="宋体" pitchFamily="2" charset="-122"/>
              </a:defRPr>
            </a:lvl1pPr>
            <a:lvl2pPr marL="742950" indent="-285750" eaLnBrk="0" hangingPunct="0">
              <a:defRPr kumimoji="1" sz="4000">
                <a:solidFill>
                  <a:schemeClr val="tx1"/>
                </a:solidFill>
                <a:latin typeface="Arial" charset="0"/>
                <a:ea typeface="宋体" pitchFamily="2" charset="-122"/>
              </a:defRPr>
            </a:lvl2pPr>
            <a:lvl3pPr marL="1143000" indent="-228600" eaLnBrk="0" hangingPunct="0">
              <a:defRPr kumimoji="1" sz="4000">
                <a:solidFill>
                  <a:schemeClr val="tx1"/>
                </a:solidFill>
                <a:latin typeface="Arial" charset="0"/>
                <a:ea typeface="宋体" pitchFamily="2" charset="-122"/>
              </a:defRPr>
            </a:lvl3pPr>
            <a:lvl4pPr marL="1600200" indent="-228600" eaLnBrk="0" hangingPunct="0">
              <a:defRPr kumimoji="1" sz="4000">
                <a:solidFill>
                  <a:schemeClr val="tx1"/>
                </a:solidFill>
                <a:latin typeface="Arial" charset="0"/>
                <a:ea typeface="宋体" pitchFamily="2" charset="-122"/>
              </a:defRPr>
            </a:lvl4pPr>
            <a:lvl5pPr marL="2057400" indent="-228600" eaLnBrk="0" hangingPunct="0">
              <a:defRPr kumimoji="1" sz="4000">
                <a:solidFill>
                  <a:schemeClr val="tx1"/>
                </a:solidFill>
                <a:latin typeface="Arial" charset="0"/>
                <a:ea typeface="宋体" pitchFamily="2" charset="-122"/>
              </a:defRPr>
            </a:lvl5pPr>
            <a:lvl6pPr marL="2514600" indent="-228600" eaLnBrk="0" fontAlgn="base" hangingPunct="0">
              <a:spcBef>
                <a:spcPct val="0"/>
              </a:spcBef>
              <a:spcAft>
                <a:spcPct val="0"/>
              </a:spcAft>
              <a:defRPr kumimoji="1" sz="4000">
                <a:solidFill>
                  <a:schemeClr val="tx1"/>
                </a:solidFill>
                <a:latin typeface="Arial" charset="0"/>
                <a:ea typeface="宋体" pitchFamily="2" charset="-122"/>
              </a:defRPr>
            </a:lvl6pPr>
            <a:lvl7pPr marL="2971800" indent="-228600" eaLnBrk="0" fontAlgn="base" hangingPunct="0">
              <a:spcBef>
                <a:spcPct val="0"/>
              </a:spcBef>
              <a:spcAft>
                <a:spcPct val="0"/>
              </a:spcAft>
              <a:defRPr kumimoji="1" sz="4000">
                <a:solidFill>
                  <a:schemeClr val="tx1"/>
                </a:solidFill>
                <a:latin typeface="Arial" charset="0"/>
                <a:ea typeface="宋体" pitchFamily="2" charset="-122"/>
              </a:defRPr>
            </a:lvl7pPr>
            <a:lvl8pPr marL="3429000" indent="-228600" eaLnBrk="0" fontAlgn="base" hangingPunct="0">
              <a:spcBef>
                <a:spcPct val="0"/>
              </a:spcBef>
              <a:spcAft>
                <a:spcPct val="0"/>
              </a:spcAft>
              <a:defRPr kumimoji="1" sz="4000">
                <a:solidFill>
                  <a:schemeClr val="tx1"/>
                </a:solidFill>
                <a:latin typeface="Arial" charset="0"/>
                <a:ea typeface="宋体" pitchFamily="2" charset="-122"/>
              </a:defRPr>
            </a:lvl8pPr>
            <a:lvl9pPr marL="3886200" indent="-228600" eaLnBrk="0" fontAlgn="base" hangingPunct="0">
              <a:spcBef>
                <a:spcPct val="0"/>
              </a:spcBef>
              <a:spcAft>
                <a:spcPct val="0"/>
              </a:spcAft>
              <a:defRPr kumimoji="1" sz="4000">
                <a:solidFill>
                  <a:schemeClr val="tx1"/>
                </a:solidFill>
                <a:latin typeface="Arial" charset="0"/>
                <a:ea typeface="宋体" pitchFamily="2" charset="-122"/>
              </a:defRPr>
            </a:lvl9pPr>
          </a:lstStyle>
          <a:p>
            <a:pPr eaLnBrk="1" hangingPunct="1"/>
            <a:r>
              <a:rPr lang="en-US" altLang="zh-CN" sz="3200" b="1">
                <a:solidFill>
                  <a:srgbClr val="9D138D"/>
                </a:solidFill>
              </a:rPr>
              <a:t>p</a:t>
            </a:r>
            <a:endParaRPr lang="zh-CN" altLang="en-US" sz="3200" b="1">
              <a:solidFill>
                <a:srgbClr val="9D138D"/>
              </a:solidFill>
            </a:endParaRPr>
          </a:p>
        </p:txBody>
      </p:sp>
      <p:cxnSp>
        <p:nvCxnSpPr>
          <p:cNvPr id="49191" name="直接箭头连接符 7"/>
          <p:cNvCxnSpPr>
            <a:cxnSpLocks noChangeShapeType="1"/>
          </p:cNvCxnSpPr>
          <p:nvPr/>
        </p:nvCxnSpPr>
        <p:spPr bwMode="auto">
          <a:xfrm>
            <a:off x="4214813" y="785813"/>
            <a:ext cx="2000250" cy="1587"/>
          </a:xfrm>
          <a:prstGeom prst="straightConnector1">
            <a:avLst/>
          </a:prstGeom>
          <a:noFill/>
          <a:ln w="38100" algn="ctr">
            <a:solidFill>
              <a:srgbClr val="0000CC"/>
            </a:solidFill>
            <a:miter lim="800000"/>
            <a:headEnd/>
            <a:tailEnd type="arrow" w="med" len="med"/>
          </a:ln>
          <a:extLst>
            <a:ext uri="{909E8E84-426E-40DD-AFC4-6F175D3DCCD1}">
              <a14:hiddenFill xmlns:a14="http://schemas.microsoft.com/office/drawing/2010/main">
                <a:noFill/>
              </a14:hiddenFill>
            </a:ext>
          </a:extLst>
        </p:spPr>
      </p:cxnSp>
      <p:cxnSp>
        <p:nvCxnSpPr>
          <p:cNvPr id="49192" name="直接箭头连接符 11"/>
          <p:cNvCxnSpPr>
            <a:cxnSpLocks noChangeShapeType="1"/>
          </p:cNvCxnSpPr>
          <p:nvPr/>
        </p:nvCxnSpPr>
        <p:spPr bwMode="auto">
          <a:xfrm>
            <a:off x="4214813" y="1285875"/>
            <a:ext cx="2000250" cy="1588"/>
          </a:xfrm>
          <a:prstGeom prst="straightConnector1">
            <a:avLst/>
          </a:prstGeom>
          <a:noFill/>
          <a:ln w="38100" algn="ctr">
            <a:solidFill>
              <a:srgbClr val="0000CC"/>
            </a:solidFill>
            <a:miter lim="800000"/>
            <a:headEnd/>
            <a:tailEnd type="arrow" w="med" len="med"/>
          </a:ln>
          <a:extLst>
            <a:ext uri="{909E8E84-426E-40DD-AFC4-6F175D3DCCD1}">
              <a14:hiddenFill xmlns:a14="http://schemas.microsoft.com/office/drawing/2010/main">
                <a:noFill/>
              </a14:hiddenFill>
            </a:ext>
          </a:extLst>
        </p:spPr>
      </p:cxnSp>
      <p:cxnSp>
        <p:nvCxnSpPr>
          <p:cNvPr id="49193" name="直接箭头连接符 12"/>
          <p:cNvCxnSpPr>
            <a:cxnSpLocks noChangeShapeType="1"/>
          </p:cNvCxnSpPr>
          <p:nvPr/>
        </p:nvCxnSpPr>
        <p:spPr bwMode="auto">
          <a:xfrm>
            <a:off x="4214813" y="2916238"/>
            <a:ext cx="2000250" cy="1587"/>
          </a:xfrm>
          <a:prstGeom prst="straightConnector1">
            <a:avLst/>
          </a:prstGeom>
          <a:noFill/>
          <a:ln w="38100" algn="ctr">
            <a:solidFill>
              <a:srgbClr val="0000CC"/>
            </a:solidFill>
            <a:miter lim="800000"/>
            <a:headEnd/>
            <a:tailEnd type="arrow" w="med" len="med"/>
          </a:ln>
          <a:extLst>
            <a:ext uri="{909E8E84-426E-40DD-AFC4-6F175D3DCCD1}">
              <a14:hiddenFill xmlns:a14="http://schemas.microsoft.com/office/drawing/2010/main">
                <a:noFill/>
              </a14:hiddenFill>
            </a:ext>
          </a:extLst>
        </p:spPr>
      </p:cxnSp>
      <p:cxnSp>
        <p:nvCxnSpPr>
          <p:cNvPr id="49194" name="直接箭头连接符 13"/>
          <p:cNvCxnSpPr>
            <a:cxnSpLocks noChangeShapeType="1"/>
          </p:cNvCxnSpPr>
          <p:nvPr/>
        </p:nvCxnSpPr>
        <p:spPr bwMode="auto">
          <a:xfrm>
            <a:off x="4214813" y="5727700"/>
            <a:ext cx="2000250" cy="1588"/>
          </a:xfrm>
          <a:prstGeom prst="straightConnector1">
            <a:avLst/>
          </a:prstGeom>
          <a:noFill/>
          <a:ln w="38100" algn="ctr">
            <a:solidFill>
              <a:srgbClr val="0000CC"/>
            </a:solidFill>
            <a:miter lim="800000"/>
            <a:headEnd/>
            <a:tailEnd type="arrow" w="med" len="med"/>
          </a:ln>
          <a:extLst>
            <a:ext uri="{909E8E84-426E-40DD-AFC4-6F175D3DCCD1}">
              <a14:hiddenFill xmlns:a14="http://schemas.microsoft.com/office/drawing/2010/main">
                <a:noFill/>
              </a14:hiddenFill>
            </a:ext>
          </a:extLst>
        </p:spPr>
      </p:cxnSp>
      <p:sp>
        <p:nvSpPr>
          <p:cNvPr id="49195" name="TextBox 14"/>
          <p:cNvSpPr txBox="1">
            <a:spLocks noChangeArrowheads="1"/>
          </p:cNvSpPr>
          <p:nvPr/>
        </p:nvSpPr>
        <p:spPr bwMode="auto">
          <a:xfrm>
            <a:off x="4449763" y="752475"/>
            <a:ext cx="17145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000">
                <a:solidFill>
                  <a:schemeClr val="tx1"/>
                </a:solidFill>
                <a:latin typeface="Arial" charset="0"/>
                <a:ea typeface="宋体" pitchFamily="2" charset="-122"/>
              </a:defRPr>
            </a:lvl1pPr>
            <a:lvl2pPr marL="742950" indent="-285750" eaLnBrk="0" hangingPunct="0">
              <a:defRPr kumimoji="1" sz="4000">
                <a:solidFill>
                  <a:schemeClr val="tx1"/>
                </a:solidFill>
                <a:latin typeface="Arial" charset="0"/>
                <a:ea typeface="宋体" pitchFamily="2" charset="-122"/>
              </a:defRPr>
            </a:lvl2pPr>
            <a:lvl3pPr marL="1143000" indent="-228600" eaLnBrk="0" hangingPunct="0">
              <a:defRPr kumimoji="1" sz="4000">
                <a:solidFill>
                  <a:schemeClr val="tx1"/>
                </a:solidFill>
                <a:latin typeface="Arial" charset="0"/>
                <a:ea typeface="宋体" pitchFamily="2" charset="-122"/>
              </a:defRPr>
            </a:lvl3pPr>
            <a:lvl4pPr marL="1600200" indent="-228600" eaLnBrk="0" hangingPunct="0">
              <a:defRPr kumimoji="1" sz="4000">
                <a:solidFill>
                  <a:schemeClr val="tx1"/>
                </a:solidFill>
                <a:latin typeface="Arial" charset="0"/>
                <a:ea typeface="宋体" pitchFamily="2" charset="-122"/>
              </a:defRPr>
            </a:lvl4pPr>
            <a:lvl5pPr marL="2057400" indent="-228600" eaLnBrk="0" hangingPunct="0">
              <a:defRPr kumimoji="1" sz="4000">
                <a:solidFill>
                  <a:schemeClr val="tx1"/>
                </a:solidFill>
                <a:latin typeface="Arial" charset="0"/>
                <a:ea typeface="宋体" pitchFamily="2" charset="-122"/>
              </a:defRPr>
            </a:lvl5pPr>
            <a:lvl6pPr marL="2514600" indent="-228600" eaLnBrk="0" fontAlgn="base" hangingPunct="0">
              <a:spcBef>
                <a:spcPct val="0"/>
              </a:spcBef>
              <a:spcAft>
                <a:spcPct val="0"/>
              </a:spcAft>
              <a:defRPr kumimoji="1" sz="4000">
                <a:solidFill>
                  <a:schemeClr val="tx1"/>
                </a:solidFill>
                <a:latin typeface="Arial" charset="0"/>
                <a:ea typeface="宋体" pitchFamily="2" charset="-122"/>
              </a:defRPr>
            </a:lvl6pPr>
            <a:lvl7pPr marL="2971800" indent="-228600" eaLnBrk="0" fontAlgn="base" hangingPunct="0">
              <a:spcBef>
                <a:spcPct val="0"/>
              </a:spcBef>
              <a:spcAft>
                <a:spcPct val="0"/>
              </a:spcAft>
              <a:defRPr kumimoji="1" sz="4000">
                <a:solidFill>
                  <a:schemeClr val="tx1"/>
                </a:solidFill>
                <a:latin typeface="Arial" charset="0"/>
                <a:ea typeface="宋体" pitchFamily="2" charset="-122"/>
              </a:defRPr>
            </a:lvl7pPr>
            <a:lvl8pPr marL="3429000" indent="-228600" eaLnBrk="0" fontAlgn="base" hangingPunct="0">
              <a:spcBef>
                <a:spcPct val="0"/>
              </a:spcBef>
              <a:spcAft>
                <a:spcPct val="0"/>
              </a:spcAft>
              <a:defRPr kumimoji="1" sz="4000">
                <a:solidFill>
                  <a:schemeClr val="tx1"/>
                </a:solidFill>
                <a:latin typeface="Arial" charset="0"/>
                <a:ea typeface="宋体" pitchFamily="2" charset="-122"/>
              </a:defRPr>
            </a:lvl8pPr>
            <a:lvl9pPr marL="3886200" indent="-228600" eaLnBrk="0" fontAlgn="base" hangingPunct="0">
              <a:spcBef>
                <a:spcPct val="0"/>
              </a:spcBef>
              <a:spcAft>
                <a:spcPct val="0"/>
              </a:spcAft>
              <a:defRPr kumimoji="1" sz="4000">
                <a:solidFill>
                  <a:schemeClr val="tx1"/>
                </a:solidFill>
                <a:latin typeface="Arial" charset="0"/>
                <a:ea typeface="宋体" pitchFamily="2" charset="-122"/>
              </a:defRPr>
            </a:lvl9pPr>
          </a:lstStyle>
          <a:p>
            <a:pPr eaLnBrk="1" hangingPunct="1"/>
            <a:r>
              <a:rPr lang="en-US" altLang="zh-CN" sz="3200" b="1">
                <a:solidFill>
                  <a:srgbClr val="9D138D"/>
                </a:solidFill>
              </a:rPr>
              <a:t>p+1,a+1 </a:t>
            </a:r>
            <a:endParaRPr lang="zh-CN" altLang="en-US" sz="3200" b="1">
              <a:solidFill>
                <a:srgbClr val="9D138D"/>
              </a:solidFill>
            </a:endParaRPr>
          </a:p>
        </p:txBody>
      </p:sp>
      <p:sp>
        <p:nvSpPr>
          <p:cNvPr id="49196" name="TextBox 15"/>
          <p:cNvSpPr txBox="1">
            <a:spLocks noChangeArrowheads="1"/>
          </p:cNvSpPr>
          <p:nvPr/>
        </p:nvSpPr>
        <p:spPr bwMode="auto">
          <a:xfrm>
            <a:off x="4500563" y="2344738"/>
            <a:ext cx="17145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000">
                <a:solidFill>
                  <a:schemeClr val="tx1"/>
                </a:solidFill>
                <a:latin typeface="Arial" charset="0"/>
                <a:ea typeface="宋体" pitchFamily="2" charset="-122"/>
              </a:defRPr>
            </a:lvl1pPr>
            <a:lvl2pPr marL="742950" indent="-285750" eaLnBrk="0" hangingPunct="0">
              <a:defRPr kumimoji="1" sz="4000">
                <a:solidFill>
                  <a:schemeClr val="tx1"/>
                </a:solidFill>
                <a:latin typeface="Arial" charset="0"/>
                <a:ea typeface="宋体" pitchFamily="2" charset="-122"/>
              </a:defRPr>
            </a:lvl2pPr>
            <a:lvl3pPr marL="1143000" indent="-228600" eaLnBrk="0" hangingPunct="0">
              <a:defRPr kumimoji="1" sz="4000">
                <a:solidFill>
                  <a:schemeClr val="tx1"/>
                </a:solidFill>
                <a:latin typeface="Arial" charset="0"/>
                <a:ea typeface="宋体" pitchFamily="2" charset="-122"/>
              </a:defRPr>
            </a:lvl3pPr>
            <a:lvl4pPr marL="1600200" indent="-228600" eaLnBrk="0" hangingPunct="0">
              <a:defRPr kumimoji="1" sz="4000">
                <a:solidFill>
                  <a:schemeClr val="tx1"/>
                </a:solidFill>
                <a:latin typeface="Arial" charset="0"/>
                <a:ea typeface="宋体" pitchFamily="2" charset="-122"/>
              </a:defRPr>
            </a:lvl4pPr>
            <a:lvl5pPr marL="2057400" indent="-228600" eaLnBrk="0" hangingPunct="0">
              <a:defRPr kumimoji="1" sz="4000">
                <a:solidFill>
                  <a:schemeClr val="tx1"/>
                </a:solidFill>
                <a:latin typeface="Arial" charset="0"/>
                <a:ea typeface="宋体" pitchFamily="2" charset="-122"/>
              </a:defRPr>
            </a:lvl5pPr>
            <a:lvl6pPr marL="2514600" indent="-228600" eaLnBrk="0" fontAlgn="base" hangingPunct="0">
              <a:spcBef>
                <a:spcPct val="0"/>
              </a:spcBef>
              <a:spcAft>
                <a:spcPct val="0"/>
              </a:spcAft>
              <a:defRPr kumimoji="1" sz="4000">
                <a:solidFill>
                  <a:schemeClr val="tx1"/>
                </a:solidFill>
                <a:latin typeface="Arial" charset="0"/>
                <a:ea typeface="宋体" pitchFamily="2" charset="-122"/>
              </a:defRPr>
            </a:lvl6pPr>
            <a:lvl7pPr marL="2971800" indent="-228600" eaLnBrk="0" fontAlgn="base" hangingPunct="0">
              <a:spcBef>
                <a:spcPct val="0"/>
              </a:spcBef>
              <a:spcAft>
                <a:spcPct val="0"/>
              </a:spcAft>
              <a:defRPr kumimoji="1" sz="4000">
                <a:solidFill>
                  <a:schemeClr val="tx1"/>
                </a:solidFill>
                <a:latin typeface="Arial" charset="0"/>
                <a:ea typeface="宋体" pitchFamily="2" charset="-122"/>
              </a:defRPr>
            </a:lvl7pPr>
            <a:lvl8pPr marL="3429000" indent="-228600" eaLnBrk="0" fontAlgn="base" hangingPunct="0">
              <a:spcBef>
                <a:spcPct val="0"/>
              </a:spcBef>
              <a:spcAft>
                <a:spcPct val="0"/>
              </a:spcAft>
              <a:defRPr kumimoji="1" sz="4000">
                <a:solidFill>
                  <a:schemeClr val="tx1"/>
                </a:solidFill>
                <a:latin typeface="Arial" charset="0"/>
                <a:ea typeface="宋体" pitchFamily="2" charset="-122"/>
              </a:defRPr>
            </a:lvl8pPr>
            <a:lvl9pPr marL="3886200" indent="-228600" eaLnBrk="0" fontAlgn="base" hangingPunct="0">
              <a:spcBef>
                <a:spcPct val="0"/>
              </a:spcBef>
              <a:spcAft>
                <a:spcPct val="0"/>
              </a:spcAft>
              <a:defRPr kumimoji="1" sz="4000">
                <a:solidFill>
                  <a:schemeClr val="tx1"/>
                </a:solidFill>
                <a:latin typeface="Arial" charset="0"/>
                <a:ea typeface="宋体" pitchFamily="2" charset="-122"/>
              </a:defRPr>
            </a:lvl9pPr>
          </a:lstStyle>
          <a:p>
            <a:pPr eaLnBrk="1" hangingPunct="1"/>
            <a:r>
              <a:rPr lang="en-US" altLang="zh-CN" sz="3200" b="1">
                <a:solidFill>
                  <a:srgbClr val="9D138D"/>
                </a:solidFill>
              </a:rPr>
              <a:t>p+i,a+i </a:t>
            </a:r>
            <a:endParaRPr lang="zh-CN" altLang="en-US" sz="3200" b="1">
              <a:solidFill>
                <a:srgbClr val="9D138D"/>
              </a:solidFill>
            </a:endParaRPr>
          </a:p>
        </p:txBody>
      </p:sp>
      <p:sp>
        <p:nvSpPr>
          <p:cNvPr id="49197" name="TextBox 16"/>
          <p:cNvSpPr txBox="1">
            <a:spLocks noChangeArrowheads="1"/>
          </p:cNvSpPr>
          <p:nvPr/>
        </p:nvSpPr>
        <p:spPr bwMode="auto">
          <a:xfrm>
            <a:off x="4429125" y="5130800"/>
            <a:ext cx="17145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000">
                <a:solidFill>
                  <a:schemeClr val="tx1"/>
                </a:solidFill>
                <a:latin typeface="Arial" charset="0"/>
                <a:ea typeface="宋体" pitchFamily="2" charset="-122"/>
              </a:defRPr>
            </a:lvl1pPr>
            <a:lvl2pPr marL="742950" indent="-285750" eaLnBrk="0" hangingPunct="0">
              <a:defRPr kumimoji="1" sz="4000">
                <a:solidFill>
                  <a:schemeClr val="tx1"/>
                </a:solidFill>
                <a:latin typeface="Arial" charset="0"/>
                <a:ea typeface="宋体" pitchFamily="2" charset="-122"/>
              </a:defRPr>
            </a:lvl2pPr>
            <a:lvl3pPr marL="1143000" indent="-228600" eaLnBrk="0" hangingPunct="0">
              <a:defRPr kumimoji="1" sz="4000">
                <a:solidFill>
                  <a:schemeClr val="tx1"/>
                </a:solidFill>
                <a:latin typeface="Arial" charset="0"/>
                <a:ea typeface="宋体" pitchFamily="2" charset="-122"/>
              </a:defRPr>
            </a:lvl3pPr>
            <a:lvl4pPr marL="1600200" indent="-228600" eaLnBrk="0" hangingPunct="0">
              <a:defRPr kumimoji="1" sz="4000">
                <a:solidFill>
                  <a:schemeClr val="tx1"/>
                </a:solidFill>
                <a:latin typeface="Arial" charset="0"/>
                <a:ea typeface="宋体" pitchFamily="2" charset="-122"/>
              </a:defRPr>
            </a:lvl4pPr>
            <a:lvl5pPr marL="2057400" indent="-228600" eaLnBrk="0" hangingPunct="0">
              <a:defRPr kumimoji="1" sz="4000">
                <a:solidFill>
                  <a:schemeClr val="tx1"/>
                </a:solidFill>
                <a:latin typeface="Arial" charset="0"/>
                <a:ea typeface="宋体" pitchFamily="2" charset="-122"/>
              </a:defRPr>
            </a:lvl5pPr>
            <a:lvl6pPr marL="2514600" indent="-228600" eaLnBrk="0" fontAlgn="base" hangingPunct="0">
              <a:spcBef>
                <a:spcPct val="0"/>
              </a:spcBef>
              <a:spcAft>
                <a:spcPct val="0"/>
              </a:spcAft>
              <a:defRPr kumimoji="1" sz="4000">
                <a:solidFill>
                  <a:schemeClr val="tx1"/>
                </a:solidFill>
                <a:latin typeface="Arial" charset="0"/>
                <a:ea typeface="宋体" pitchFamily="2" charset="-122"/>
              </a:defRPr>
            </a:lvl6pPr>
            <a:lvl7pPr marL="2971800" indent="-228600" eaLnBrk="0" fontAlgn="base" hangingPunct="0">
              <a:spcBef>
                <a:spcPct val="0"/>
              </a:spcBef>
              <a:spcAft>
                <a:spcPct val="0"/>
              </a:spcAft>
              <a:defRPr kumimoji="1" sz="4000">
                <a:solidFill>
                  <a:schemeClr val="tx1"/>
                </a:solidFill>
                <a:latin typeface="Arial" charset="0"/>
                <a:ea typeface="宋体" pitchFamily="2" charset="-122"/>
              </a:defRPr>
            </a:lvl7pPr>
            <a:lvl8pPr marL="3429000" indent="-228600" eaLnBrk="0" fontAlgn="base" hangingPunct="0">
              <a:spcBef>
                <a:spcPct val="0"/>
              </a:spcBef>
              <a:spcAft>
                <a:spcPct val="0"/>
              </a:spcAft>
              <a:defRPr kumimoji="1" sz="4000">
                <a:solidFill>
                  <a:schemeClr val="tx1"/>
                </a:solidFill>
                <a:latin typeface="Arial" charset="0"/>
                <a:ea typeface="宋体" pitchFamily="2" charset="-122"/>
              </a:defRPr>
            </a:lvl8pPr>
            <a:lvl9pPr marL="3886200" indent="-228600" eaLnBrk="0" fontAlgn="base" hangingPunct="0">
              <a:spcBef>
                <a:spcPct val="0"/>
              </a:spcBef>
              <a:spcAft>
                <a:spcPct val="0"/>
              </a:spcAft>
              <a:defRPr kumimoji="1" sz="4000">
                <a:solidFill>
                  <a:schemeClr val="tx1"/>
                </a:solidFill>
                <a:latin typeface="Arial" charset="0"/>
                <a:ea typeface="宋体" pitchFamily="2" charset="-122"/>
              </a:defRPr>
            </a:lvl9pPr>
          </a:lstStyle>
          <a:p>
            <a:pPr eaLnBrk="1" hangingPunct="1"/>
            <a:r>
              <a:rPr lang="en-US" altLang="zh-CN" sz="3200" b="1">
                <a:solidFill>
                  <a:srgbClr val="9D138D"/>
                </a:solidFill>
              </a:rPr>
              <a:t>p+9,a+9 </a:t>
            </a:r>
            <a:endParaRPr lang="zh-CN" altLang="en-US" sz="3200" b="1">
              <a:solidFill>
                <a:srgbClr val="9D138D"/>
              </a:solidFill>
            </a:endParaRPr>
          </a:p>
        </p:txBody>
      </p:sp>
      <p:sp>
        <p:nvSpPr>
          <p:cNvPr id="18" name="TextBox 17"/>
          <p:cNvSpPr txBox="1">
            <a:spLocks noChangeArrowheads="1"/>
          </p:cNvSpPr>
          <p:nvPr/>
        </p:nvSpPr>
        <p:spPr bwMode="auto">
          <a:xfrm>
            <a:off x="6357938" y="2867025"/>
            <a:ext cx="1214437"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000">
                <a:solidFill>
                  <a:schemeClr val="tx1"/>
                </a:solidFill>
                <a:latin typeface="Arial" charset="0"/>
                <a:ea typeface="宋体" pitchFamily="2" charset="-122"/>
              </a:defRPr>
            </a:lvl1pPr>
            <a:lvl2pPr marL="742950" indent="-285750" eaLnBrk="0" hangingPunct="0">
              <a:defRPr kumimoji="1" sz="4000">
                <a:solidFill>
                  <a:schemeClr val="tx1"/>
                </a:solidFill>
                <a:latin typeface="Arial" charset="0"/>
                <a:ea typeface="宋体" pitchFamily="2" charset="-122"/>
              </a:defRPr>
            </a:lvl2pPr>
            <a:lvl3pPr marL="1143000" indent="-228600" eaLnBrk="0" hangingPunct="0">
              <a:defRPr kumimoji="1" sz="4000">
                <a:solidFill>
                  <a:schemeClr val="tx1"/>
                </a:solidFill>
                <a:latin typeface="Arial" charset="0"/>
                <a:ea typeface="宋体" pitchFamily="2" charset="-122"/>
              </a:defRPr>
            </a:lvl3pPr>
            <a:lvl4pPr marL="1600200" indent="-228600" eaLnBrk="0" hangingPunct="0">
              <a:defRPr kumimoji="1" sz="4000">
                <a:solidFill>
                  <a:schemeClr val="tx1"/>
                </a:solidFill>
                <a:latin typeface="Arial" charset="0"/>
                <a:ea typeface="宋体" pitchFamily="2" charset="-122"/>
              </a:defRPr>
            </a:lvl4pPr>
            <a:lvl5pPr marL="2057400" indent="-228600" eaLnBrk="0" hangingPunct="0">
              <a:defRPr kumimoji="1" sz="4000">
                <a:solidFill>
                  <a:schemeClr val="tx1"/>
                </a:solidFill>
                <a:latin typeface="Arial" charset="0"/>
                <a:ea typeface="宋体" pitchFamily="2" charset="-122"/>
              </a:defRPr>
            </a:lvl5pPr>
            <a:lvl6pPr marL="2514600" indent="-228600" eaLnBrk="0" fontAlgn="base" hangingPunct="0">
              <a:spcBef>
                <a:spcPct val="0"/>
              </a:spcBef>
              <a:spcAft>
                <a:spcPct val="0"/>
              </a:spcAft>
              <a:defRPr kumimoji="1" sz="4000">
                <a:solidFill>
                  <a:schemeClr val="tx1"/>
                </a:solidFill>
                <a:latin typeface="Arial" charset="0"/>
                <a:ea typeface="宋体" pitchFamily="2" charset="-122"/>
              </a:defRPr>
            </a:lvl6pPr>
            <a:lvl7pPr marL="2971800" indent="-228600" eaLnBrk="0" fontAlgn="base" hangingPunct="0">
              <a:spcBef>
                <a:spcPct val="0"/>
              </a:spcBef>
              <a:spcAft>
                <a:spcPct val="0"/>
              </a:spcAft>
              <a:defRPr kumimoji="1" sz="4000">
                <a:solidFill>
                  <a:schemeClr val="tx1"/>
                </a:solidFill>
                <a:latin typeface="Arial" charset="0"/>
                <a:ea typeface="宋体" pitchFamily="2" charset="-122"/>
              </a:defRPr>
            </a:lvl7pPr>
            <a:lvl8pPr marL="3429000" indent="-228600" eaLnBrk="0" fontAlgn="base" hangingPunct="0">
              <a:spcBef>
                <a:spcPct val="0"/>
              </a:spcBef>
              <a:spcAft>
                <a:spcPct val="0"/>
              </a:spcAft>
              <a:defRPr kumimoji="1" sz="4000">
                <a:solidFill>
                  <a:schemeClr val="tx1"/>
                </a:solidFill>
                <a:latin typeface="Arial" charset="0"/>
                <a:ea typeface="宋体" pitchFamily="2" charset="-122"/>
              </a:defRPr>
            </a:lvl8pPr>
            <a:lvl9pPr marL="3886200" indent="-228600" eaLnBrk="0" fontAlgn="base" hangingPunct="0">
              <a:spcBef>
                <a:spcPct val="0"/>
              </a:spcBef>
              <a:spcAft>
                <a:spcPct val="0"/>
              </a:spcAft>
              <a:defRPr kumimoji="1" sz="4000">
                <a:solidFill>
                  <a:schemeClr val="tx1"/>
                </a:solidFill>
                <a:latin typeface="Arial" charset="0"/>
                <a:ea typeface="宋体" pitchFamily="2" charset="-122"/>
              </a:defRPr>
            </a:lvl9pPr>
          </a:lstStyle>
          <a:p>
            <a:pPr eaLnBrk="1" hangingPunct="1"/>
            <a:r>
              <a:rPr lang="en-US" altLang="zh-CN" sz="3200" b="1">
                <a:solidFill>
                  <a:srgbClr val="0000CC"/>
                </a:solidFill>
              </a:rPr>
              <a:t>*(p+i)</a:t>
            </a:r>
            <a:endParaRPr lang="zh-CN" altLang="en-US" sz="3200" b="1">
              <a:solidFill>
                <a:srgbClr val="0000CC"/>
              </a:solidFill>
            </a:endParaRPr>
          </a:p>
        </p:txBody>
      </p:sp>
      <p:pic>
        <p:nvPicPr>
          <p:cNvPr id="49199" name="图片 13" descr="Untitled2.png">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429625" y="6143625"/>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1281649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blinds(horizontal)">
                                      <p:cBhvr>
                                        <p:cTn id="12"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18"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39750" y="857250"/>
            <a:ext cx="4246563" cy="4500563"/>
          </a:xfrm>
        </p:spPr>
        <p:txBody>
          <a:bodyPr/>
          <a:lstStyle/>
          <a:p>
            <a:pPr marL="0" indent="0">
              <a:lnSpc>
                <a:spcPct val="150000"/>
              </a:lnSpc>
              <a:spcBef>
                <a:spcPts val="0"/>
              </a:spcBef>
              <a:buFont typeface="Wingdings" pitchFamily="2" charset="2"/>
              <a:buNone/>
            </a:pPr>
            <a:r>
              <a:rPr lang="en-US" altLang="zh-CN" sz="2800" dirty="0" smtClean="0">
                <a:latin typeface="黑体" pitchFamily="49" charset="-122"/>
                <a:ea typeface="黑体" pitchFamily="49" charset="-122"/>
              </a:rPr>
              <a:t>(4) </a:t>
            </a:r>
            <a:r>
              <a:rPr lang="zh-CN" altLang="zh-CN" sz="2800" dirty="0" smtClean="0">
                <a:latin typeface="黑体" pitchFamily="49" charset="-122"/>
                <a:ea typeface="黑体" pitchFamily="49" charset="-122"/>
              </a:rPr>
              <a:t>如果指针</a:t>
            </a:r>
            <a:r>
              <a:rPr lang="en-US" altLang="zh-CN" sz="2800" dirty="0" smtClean="0">
                <a:latin typeface="黑体" pitchFamily="49" charset="-122"/>
                <a:ea typeface="黑体" pitchFamily="49" charset="-122"/>
              </a:rPr>
              <a:t>p1</a:t>
            </a:r>
            <a:r>
              <a:rPr lang="zh-CN" altLang="zh-CN" sz="2800" dirty="0" smtClean="0">
                <a:latin typeface="黑体" pitchFamily="49" charset="-122"/>
                <a:ea typeface="黑体" pitchFamily="49" charset="-122"/>
              </a:rPr>
              <a:t>和</a:t>
            </a:r>
            <a:r>
              <a:rPr lang="en-US" altLang="zh-CN" sz="2800" dirty="0" smtClean="0">
                <a:latin typeface="黑体" pitchFamily="49" charset="-122"/>
                <a:ea typeface="黑体" pitchFamily="49" charset="-122"/>
              </a:rPr>
              <a:t>p2</a:t>
            </a:r>
            <a:r>
              <a:rPr lang="zh-CN" altLang="zh-CN" sz="2800" dirty="0" smtClean="0">
                <a:latin typeface="黑体" pitchFamily="49" charset="-122"/>
                <a:ea typeface="黑体" pitchFamily="49" charset="-122"/>
              </a:rPr>
              <a:t>都指向同一数组</a:t>
            </a:r>
            <a:r>
              <a:rPr lang="zh-CN" altLang="en-US" sz="2800" dirty="0" smtClean="0">
                <a:latin typeface="黑体" pitchFamily="49" charset="-122"/>
                <a:ea typeface="黑体" pitchFamily="49" charset="-122"/>
              </a:rPr>
              <a:t>。</a:t>
            </a:r>
            <a:endParaRPr lang="en-US" altLang="zh-CN" sz="2800" dirty="0" smtClean="0">
              <a:latin typeface="黑体" pitchFamily="49" charset="-122"/>
              <a:ea typeface="黑体" pitchFamily="49" charset="-122"/>
            </a:endParaRPr>
          </a:p>
          <a:p>
            <a:pPr>
              <a:buFont typeface="Wingdings" pitchFamily="2" charset="2"/>
              <a:buNone/>
            </a:pPr>
            <a:endParaRPr lang="en-US" altLang="zh-CN" sz="2800" dirty="0" smtClean="0">
              <a:latin typeface="黑体" pitchFamily="49" charset="-122"/>
              <a:ea typeface="黑体" pitchFamily="49" charset="-122"/>
            </a:endParaRPr>
          </a:p>
          <a:p>
            <a:pPr>
              <a:buFont typeface="Wingdings" pitchFamily="2" charset="2"/>
              <a:buNone/>
            </a:pPr>
            <a:r>
              <a:rPr lang="en-US" altLang="zh-CN" sz="2800" dirty="0" smtClean="0">
                <a:latin typeface="黑体" pitchFamily="49" charset="-122"/>
                <a:ea typeface="黑体" pitchFamily="49" charset="-122"/>
              </a:rPr>
              <a:t>   p2-p1</a:t>
            </a:r>
            <a:r>
              <a:rPr lang="zh-CN" altLang="zh-CN" sz="2800" dirty="0" smtClean="0">
                <a:latin typeface="黑体" pitchFamily="49" charset="-122"/>
                <a:ea typeface="黑体" pitchFamily="49" charset="-122"/>
              </a:rPr>
              <a:t>的值</a:t>
            </a:r>
            <a:r>
              <a:rPr lang="zh-CN" altLang="en-US" sz="2800" dirty="0" smtClean="0">
                <a:latin typeface="黑体" pitchFamily="49" charset="-122"/>
                <a:ea typeface="黑体" pitchFamily="49" charset="-122"/>
              </a:rPr>
              <a:t>是</a:t>
            </a:r>
            <a:r>
              <a:rPr lang="en-US" altLang="zh-CN" sz="2800" dirty="0" smtClean="0">
                <a:latin typeface="黑体" pitchFamily="49" charset="-122"/>
                <a:ea typeface="黑体" pitchFamily="49" charset="-122"/>
              </a:rPr>
              <a:t>4</a:t>
            </a:r>
          </a:p>
          <a:p>
            <a:pPr>
              <a:buFont typeface="Wingdings" pitchFamily="2" charset="2"/>
              <a:buNone/>
            </a:pPr>
            <a:endParaRPr lang="en-US" altLang="zh-CN" sz="2800" dirty="0" smtClean="0">
              <a:latin typeface="黑体" pitchFamily="49" charset="-122"/>
              <a:ea typeface="黑体" pitchFamily="49" charset="-122"/>
            </a:endParaRPr>
          </a:p>
          <a:p>
            <a:pPr>
              <a:buFont typeface="Wingdings" pitchFamily="2" charset="2"/>
              <a:buNone/>
            </a:pPr>
            <a:r>
              <a:rPr lang="zh-CN" altLang="en-US" sz="2800" dirty="0" smtClean="0">
                <a:latin typeface="黑体" pitchFamily="49" charset="-122"/>
                <a:ea typeface="黑体" pitchFamily="49" charset="-122"/>
              </a:rPr>
              <a:t>   不能</a:t>
            </a:r>
            <a:r>
              <a:rPr lang="en-US" altLang="zh-CN" sz="2800" dirty="0" smtClean="0">
                <a:latin typeface="黑体" pitchFamily="49" charset="-122"/>
                <a:ea typeface="黑体" pitchFamily="49" charset="-122"/>
              </a:rPr>
              <a:t>p1+p2</a:t>
            </a:r>
            <a:endParaRPr lang="zh-CN" altLang="en-US" sz="2800" dirty="0" smtClean="0">
              <a:latin typeface="黑体" pitchFamily="49" charset="-122"/>
              <a:ea typeface="黑体" pitchFamily="49" charset="-122"/>
            </a:endParaRPr>
          </a:p>
        </p:txBody>
      </p:sp>
      <p:graphicFrame>
        <p:nvGraphicFramePr>
          <p:cNvPr id="5" name="表格 4"/>
          <p:cNvGraphicFramePr>
            <a:graphicFrameLocks noGrp="1"/>
          </p:cNvGraphicFramePr>
          <p:nvPr/>
        </p:nvGraphicFramePr>
        <p:xfrm>
          <a:off x="7810500" y="736600"/>
          <a:ext cx="1190625" cy="5478617"/>
        </p:xfrm>
        <a:graphic>
          <a:graphicData uri="http://schemas.openxmlformats.org/drawingml/2006/table">
            <a:tbl>
              <a:tblPr firstRow="1" bandRow="1">
                <a:tableStyleId>{5C22544A-7EE6-4342-B048-85BDC9FD1C3A}</a:tableStyleId>
              </a:tblPr>
              <a:tblGrid>
                <a:gridCol w="1190625"/>
              </a:tblGrid>
              <a:tr h="531753">
                <a:tc>
                  <a:txBody>
                    <a:bodyPr/>
                    <a:lstStyle/>
                    <a:p>
                      <a:r>
                        <a:rPr lang="en-US" altLang="zh-CN" sz="2800" b="1" dirty="0" smtClean="0">
                          <a:solidFill>
                            <a:schemeClr val="tx1"/>
                          </a:solidFill>
                        </a:rPr>
                        <a:t>a[0]</a:t>
                      </a:r>
                      <a:endParaRPr lang="zh-CN" altLang="en-US" sz="2800" b="1" dirty="0">
                        <a:solidFill>
                          <a:schemeClr val="tx1"/>
                        </a:solidFill>
                      </a:endParaRPr>
                    </a:p>
                  </a:txBody>
                  <a:tcPr marL="91441" marR="91441" marT="45714" marB="4571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r>
              <a:tr h="518097">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2800" b="1" dirty="0" smtClean="0">
                          <a:solidFill>
                            <a:schemeClr val="tx1"/>
                          </a:solidFill>
                        </a:rPr>
                        <a:t>a[1]</a:t>
                      </a:r>
                      <a:endParaRPr lang="zh-CN" altLang="en-US" sz="2800" b="1" dirty="0" smtClean="0">
                        <a:solidFill>
                          <a:schemeClr val="tx1"/>
                        </a:solidFill>
                      </a:endParaRPr>
                    </a:p>
                  </a:txBody>
                  <a:tcPr marL="91441" marR="91441" marT="45714" marB="4571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r>
              <a:tr h="553342">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2800" b="1" dirty="0" smtClean="0">
                          <a:solidFill>
                            <a:schemeClr val="tx1"/>
                          </a:solidFill>
                        </a:rPr>
                        <a:t>a[2]</a:t>
                      </a:r>
                      <a:endParaRPr lang="zh-CN" altLang="en-US" sz="2800" b="1" dirty="0" smtClean="0">
                        <a:solidFill>
                          <a:schemeClr val="tx1"/>
                        </a:solidFill>
                      </a:endParaRPr>
                    </a:p>
                  </a:txBody>
                  <a:tcPr marL="91441" marR="91441" marT="45714" marB="4571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r>
              <a:tr h="518097">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2800" b="1" dirty="0" smtClean="0">
                          <a:solidFill>
                            <a:schemeClr val="tx1"/>
                          </a:solidFill>
                        </a:rPr>
                        <a:t>a[3]</a:t>
                      </a:r>
                      <a:endParaRPr lang="zh-CN" altLang="en-US" sz="2800" b="1" dirty="0" smtClean="0">
                        <a:solidFill>
                          <a:schemeClr val="tx1"/>
                        </a:solidFill>
                      </a:endParaRPr>
                    </a:p>
                  </a:txBody>
                  <a:tcPr marL="91441" marR="91441" marT="45714" marB="4571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r>
              <a:tr h="553342">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2800" b="1" dirty="0" smtClean="0">
                          <a:solidFill>
                            <a:schemeClr val="tx1"/>
                          </a:solidFill>
                        </a:rPr>
                        <a:t>a[4]</a:t>
                      </a:r>
                      <a:endParaRPr lang="zh-CN" altLang="en-US" sz="2800" b="1" dirty="0" smtClean="0">
                        <a:solidFill>
                          <a:schemeClr val="tx1"/>
                        </a:solidFill>
                      </a:endParaRPr>
                    </a:p>
                  </a:txBody>
                  <a:tcPr marL="91441" marR="91441" marT="45714" marB="4571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r>
              <a:tr h="571434">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2800" b="1" dirty="0" smtClean="0">
                          <a:solidFill>
                            <a:schemeClr val="tx1"/>
                          </a:solidFill>
                        </a:rPr>
                        <a:t>a[5]</a:t>
                      </a:r>
                      <a:endParaRPr lang="zh-CN" altLang="en-US" sz="2800" b="1" dirty="0" smtClean="0">
                        <a:solidFill>
                          <a:schemeClr val="tx1"/>
                        </a:solidFill>
                      </a:endParaRPr>
                    </a:p>
                  </a:txBody>
                  <a:tcPr marL="91441" marR="91441" marT="45714" marB="4571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r>
              <a:tr h="571434">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2800" b="1" dirty="0" smtClean="0">
                          <a:solidFill>
                            <a:schemeClr val="tx1"/>
                          </a:solidFill>
                        </a:rPr>
                        <a:t>a[6]</a:t>
                      </a:r>
                      <a:endParaRPr lang="zh-CN" altLang="en-US" sz="2800" b="1" dirty="0" smtClean="0">
                        <a:solidFill>
                          <a:schemeClr val="tx1"/>
                        </a:solidFill>
                      </a:endParaRPr>
                    </a:p>
                  </a:txBody>
                  <a:tcPr marL="91441" marR="91441" marT="45714" marB="4571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r>
              <a:tr h="571434">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2800" b="1" dirty="0" smtClean="0">
                          <a:solidFill>
                            <a:schemeClr val="tx1"/>
                          </a:solidFill>
                        </a:rPr>
                        <a:t>a[7]</a:t>
                      </a:r>
                      <a:endParaRPr lang="zh-CN" altLang="en-US" sz="2800" b="1" dirty="0" smtClean="0">
                        <a:solidFill>
                          <a:schemeClr val="tx1"/>
                        </a:solidFill>
                      </a:endParaRPr>
                    </a:p>
                  </a:txBody>
                  <a:tcPr marL="91441" marR="91441" marT="45714" marB="4571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r>
              <a:tr h="571434">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2800" b="1" dirty="0" smtClean="0">
                          <a:solidFill>
                            <a:schemeClr val="tx1"/>
                          </a:solidFill>
                        </a:rPr>
                        <a:t>a[8]</a:t>
                      </a:r>
                      <a:endParaRPr lang="zh-CN" altLang="en-US" sz="2800" b="1" dirty="0" smtClean="0">
                        <a:solidFill>
                          <a:schemeClr val="tx1"/>
                        </a:solidFill>
                      </a:endParaRPr>
                    </a:p>
                  </a:txBody>
                  <a:tcPr marL="91441" marR="91441" marT="45714" marB="4571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r>
              <a:tr h="518097">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2800" b="1" dirty="0" smtClean="0">
                          <a:solidFill>
                            <a:schemeClr val="tx1"/>
                          </a:solidFill>
                        </a:rPr>
                        <a:t>a[9]</a:t>
                      </a:r>
                      <a:endParaRPr lang="zh-CN" altLang="en-US" sz="2800" b="1" dirty="0" smtClean="0">
                        <a:solidFill>
                          <a:schemeClr val="tx1"/>
                        </a:solidFill>
                      </a:endParaRPr>
                    </a:p>
                  </a:txBody>
                  <a:tcPr marL="91441" marR="91441" marT="45714" marB="4571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r>
            </a:tbl>
          </a:graphicData>
        </a:graphic>
      </p:graphicFrame>
      <p:graphicFrame>
        <p:nvGraphicFramePr>
          <p:cNvPr id="6" name="表格 5"/>
          <p:cNvGraphicFramePr>
            <a:graphicFrameLocks noGrp="1"/>
          </p:cNvGraphicFramePr>
          <p:nvPr/>
        </p:nvGraphicFramePr>
        <p:xfrm>
          <a:off x="6238875" y="785813"/>
          <a:ext cx="1476375" cy="5478617"/>
        </p:xfrm>
        <a:graphic>
          <a:graphicData uri="http://schemas.openxmlformats.org/drawingml/2006/table">
            <a:tbl>
              <a:tblPr firstRow="1" bandRow="1">
                <a:tableStyleId>{5C22544A-7EE6-4342-B048-85BDC9FD1C3A}</a:tableStyleId>
              </a:tblPr>
              <a:tblGrid>
                <a:gridCol w="1476375"/>
              </a:tblGrid>
              <a:tr h="531753">
                <a:tc>
                  <a:txBody>
                    <a:bodyPr/>
                    <a:lstStyle/>
                    <a:p>
                      <a:endParaRPr lang="zh-CN" altLang="en-US" sz="2800" b="1" dirty="0">
                        <a:solidFill>
                          <a:schemeClr val="tx1"/>
                        </a:solidFill>
                      </a:endParaRPr>
                    </a:p>
                  </a:txBody>
                  <a:tcPr marL="91441" marR="91441" marT="45714" marB="45714">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518096">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sz="2800" b="1" dirty="0" smtClean="0">
                        <a:solidFill>
                          <a:schemeClr val="tx1"/>
                        </a:solidFill>
                      </a:endParaRPr>
                    </a:p>
                  </a:txBody>
                  <a:tcPr marL="91441" marR="91441" marT="45714" marB="45714">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553342">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sz="2800" b="1" dirty="0" smtClean="0">
                        <a:solidFill>
                          <a:schemeClr val="tx1"/>
                        </a:solidFill>
                      </a:endParaRPr>
                    </a:p>
                  </a:txBody>
                  <a:tcPr marL="91441" marR="91441" marT="45714" marB="45714">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518096">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sz="2800" b="1" dirty="0" smtClean="0">
                        <a:solidFill>
                          <a:schemeClr val="tx1"/>
                        </a:solidFill>
                      </a:endParaRPr>
                    </a:p>
                  </a:txBody>
                  <a:tcPr marL="91441" marR="91441" marT="45714" marB="45714">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553342">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sz="2800" b="1" dirty="0" smtClean="0">
                        <a:solidFill>
                          <a:schemeClr val="tx1"/>
                        </a:solidFill>
                      </a:endParaRPr>
                    </a:p>
                  </a:txBody>
                  <a:tcPr marL="91441" marR="91441" marT="45714" marB="45714">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571434">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sz="2800" b="1" dirty="0" smtClean="0">
                        <a:solidFill>
                          <a:schemeClr val="tx1"/>
                        </a:solidFill>
                      </a:endParaRPr>
                    </a:p>
                  </a:txBody>
                  <a:tcPr marL="91441" marR="91441" marT="45714" marB="45714">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571434">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sz="2800" b="1" dirty="0" smtClean="0">
                        <a:solidFill>
                          <a:schemeClr val="tx1"/>
                        </a:solidFill>
                      </a:endParaRPr>
                    </a:p>
                  </a:txBody>
                  <a:tcPr marL="91441" marR="91441" marT="45714" marB="45714">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571434">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sz="2800" b="1" dirty="0" smtClean="0">
                        <a:solidFill>
                          <a:schemeClr val="tx1"/>
                        </a:solidFill>
                      </a:endParaRPr>
                    </a:p>
                  </a:txBody>
                  <a:tcPr marL="91441" marR="91441" marT="45714" marB="45714">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571434">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sz="2800" b="1" dirty="0" smtClean="0">
                        <a:solidFill>
                          <a:schemeClr val="tx1"/>
                        </a:solidFill>
                      </a:endParaRPr>
                    </a:p>
                  </a:txBody>
                  <a:tcPr marL="91441" marR="91441" marT="45714" marB="45714">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518096">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sz="2800" b="1" dirty="0" smtClean="0">
                        <a:solidFill>
                          <a:schemeClr val="tx1"/>
                        </a:solidFill>
                      </a:endParaRPr>
                    </a:p>
                  </a:txBody>
                  <a:tcPr marL="91441" marR="91441" marT="45714" marB="45714">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bl>
          </a:graphicData>
        </a:graphic>
      </p:graphicFrame>
      <p:sp>
        <p:nvSpPr>
          <p:cNvPr id="7" name="TextBox 6"/>
          <p:cNvSpPr txBox="1">
            <a:spLocks noChangeArrowheads="1"/>
          </p:cNvSpPr>
          <p:nvPr/>
        </p:nvSpPr>
        <p:spPr bwMode="auto">
          <a:xfrm>
            <a:off x="5357813" y="1806575"/>
            <a:ext cx="71437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000">
                <a:solidFill>
                  <a:schemeClr val="tx1"/>
                </a:solidFill>
                <a:latin typeface="Arial" charset="0"/>
                <a:ea typeface="宋体" pitchFamily="2" charset="-122"/>
              </a:defRPr>
            </a:lvl1pPr>
            <a:lvl2pPr marL="742950" indent="-285750" eaLnBrk="0" hangingPunct="0">
              <a:defRPr kumimoji="1" sz="4000">
                <a:solidFill>
                  <a:schemeClr val="tx1"/>
                </a:solidFill>
                <a:latin typeface="Arial" charset="0"/>
                <a:ea typeface="宋体" pitchFamily="2" charset="-122"/>
              </a:defRPr>
            </a:lvl2pPr>
            <a:lvl3pPr marL="1143000" indent="-228600" eaLnBrk="0" hangingPunct="0">
              <a:defRPr kumimoji="1" sz="4000">
                <a:solidFill>
                  <a:schemeClr val="tx1"/>
                </a:solidFill>
                <a:latin typeface="Arial" charset="0"/>
                <a:ea typeface="宋体" pitchFamily="2" charset="-122"/>
              </a:defRPr>
            </a:lvl3pPr>
            <a:lvl4pPr marL="1600200" indent="-228600" eaLnBrk="0" hangingPunct="0">
              <a:defRPr kumimoji="1" sz="4000">
                <a:solidFill>
                  <a:schemeClr val="tx1"/>
                </a:solidFill>
                <a:latin typeface="Arial" charset="0"/>
                <a:ea typeface="宋体" pitchFamily="2" charset="-122"/>
              </a:defRPr>
            </a:lvl4pPr>
            <a:lvl5pPr marL="2057400" indent="-228600" eaLnBrk="0" hangingPunct="0">
              <a:defRPr kumimoji="1" sz="4000">
                <a:solidFill>
                  <a:schemeClr val="tx1"/>
                </a:solidFill>
                <a:latin typeface="Arial" charset="0"/>
                <a:ea typeface="宋体" pitchFamily="2" charset="-122"/>
              </a:defRPr>
            </a:lvl5pPr>
            <a:lvl6pPr marL="2514600" indent="-228600" eaLnBrk="0" fontAlgn="base" hangingPunct="0">
              <a:spcBef>
                <a:spcPct val="0"/>
              </a:spcBef>
              <a:spcAft>
                <a:spcPct val="0"/>
              </a:spcAft>
              <a:defRPr kumimoji="1" sz="4000">
                <a:solidFill>
                  <a:schemeClr val="tx1"/>
                </a:solidFill>
                <a:latin typeface="Arial" charset="0"/>
                <a:ea typeface="宋体" pitchFamily="2" charset="-122"/>
              </a:defRPr>
            </a:lvl6pPr>
            <a:lvl7pPr marL="2971800" indent="-228600" eaLnBrk="0" fontAlgn="base" hangingPunct="0">
              <a:spcBef>
                <a:spcPct val="0"/>
              </a:spcBef>
              <a:spcAft>
                <a:spcPct val="0"/>
              </a:spcAft>
              <a:defRPr kumimoji="1" sz="4000">
                <a:solidFill>
                  <a:schemeClr val="tx1"/>
                </a:solidFill>
                <a:latin typeface="Arial" charset="0"/>
                <a:ea typeface="宋体" pitchFamily="2" charset="-122"/>
              </a:defRPr>
            </a:lvl7pPr>
            <a:lvl8pPr marL="3429000" indent="-228600" eaLnBrk="0" fontAlgn="base" hangingPunct="0">
              <a:spcBef>
                <a:spcPct val="0"/>
              </a:spcBef>
              <a:spcAft>
                <a:spcPct val="0"/>
              </a:spcAft>
              <a:defRPr kumimoji="1" sz="4000">
                <a:solidFill>
                  <a:schemeClr val="tx1"/>
                </a:solidFill>
                <a:latin typeface="Arial" charset="0"/>
                <a:ea typeface="宋体" pitchFamily="2" charset="-122"/>
              </a:defRPr>
            </a:lvl8pPr>
            <a:lvl9pPr marL="3886200" indent="-228600" eaLnBrk="0" fontAlgn="base" hangingPunct="0">
              <a:spcBef>
                <a:spcPct val="0"/>
              </a:spcBef>
              <a:spcAft>
                <a:spcPct val="0"/>
              </a:spcAft>
              <a:defRPr kumimoji="1" sz="4000">
                <a:solidFill>
                  <a:schemeClr val="tx1"/>
                </a:solidFill>
                <a:latin typeface="Arial" charset="0"/>
                <a:ea typeface="宋体" pitchFamily="2" charset="-122"/>
              </a:defRPr>
            </a:lvl9pPr>
          </a:lstStyle>
          <a:p>
            <a:pPr eaLnBrk="1" hangingPunct="1"/>
            <a:r>
              <a:rPr lang="en-US" altLang="zh-CN" sz="3200" b="1">
                <a:solidFill>
                  <a:srgbClr val="9D138D"/>
                </a:solidFill>
              </a:rPr>
              <a:t>p1</a:t>
            </a:r>
            <a:endParaRPr lang="zh-CN" altLang="en-US" sz="3200" b="1">
              <a:solidFill>
                <a:srgbClr val="9D138D"/>
              </a:solidFill>
            </a:endParaRPr>
          </a:p>
        </p:txBody>
      </p:sp>
      <p:cxnSp>
        <p:nvCxnSpPr>
          <p:cNvPr id="8" name="直接箭头连接符 7"/>
          <p:cNvCxnSpPr>
            <a:cxnSpLocks noChangeShapeType="1"/>
          </p:cNvCxnSpPr>
          <p:nvPr/>
        </p:nvCxnSpPr>
        <p:spPr bwMode="auto">
          <a:xfrm>
            <a:off x="4929188" y="2379663"/>
            <a:ext cx="1285875" cy="1587"/>
          </a:xfrm>
          <a:prstGeom prst="straightConnector1">
            <a:avLst/>
          </a:prstGeom>
          <a:noFill/>
          <a:ln w="38100" algn="ctr">
            <a:solidFill>
              <a:srgbClr val="0000CC"/>
            </a:solidFill>
            <a:miter lim="800000"/>
            <a:headEnd/>
            <a:tailEnd type="arrow" w="med" len="med"/>
          </a:ln>
          <a:extLst>
            <a:ext uri="{909E8E84-426E-40DD-AFC4-6F175D3DCCD1}">
              <a14:hiddenFill xmlns:a14="http://schemas.microsoft.com/office/drawing/2010/main">
                <a:noFill/>
              </a14:hiddenFill>
            </a:ext>
          </a:extLst>
        </p:spPr>
      </p:cxnSp>
      <p:cxnSp>
        <p:nvCxnSpPr>
          <p:cNvPr id="14" name="直接箭头连接符 13"/>
          <p:cNvCxnSpPr>
            <a:cxnSpLocks noChangeShapeType="1"/>
          </p:cNvCxnSpPr>
          <p:nvPr/>
        </p:nvCxnSpPr>
        <p:spPr bwMode="auto">
          <a:xfrm>
            <a:off x="4919663" y="4618038"/>
            <a:ext cx="1285875" cy="1587"/>
          </a:xfrm>
          <a:prstGeom prst="straightConnector1">
            <a:avLst/>
          </a:prstGeom>
          <a:noFill/>
          <a:ln w="38100" algn="ctr">
            <a:solidFill>
              <a:srgbClr val="0000CC"/>
            </a:solidFill>
            <a:miter lim="800000"/>
            <a:headEnd/>
            <a:tailEnd type="arrow" w="med" len="med"/>
          </a:ln>
          <a:extLst>
            <a:ext uri="{909E8E84-426E-40DD-AFC4-6F175D3DCCD1}">
              <a14:hiddenFill xmlns:a14="http://schemas.microsoft.com/office/drawing/2010/main">
                <a:noFill/>
              </a14:hiddenFill>
            </a:ext>
          </a:extLst>
        </p:spPr>
      </p:cxnSp>
      <p:sp>
        <p:nvSpPr>
          <p:cNvPr id="17" name="TextBox 16"/>
          <p:cNvSpPr txBox="1">
            <a:spLocks noChangeArrowheads="1"/>
          </p:cNvSpPr>
          <p:nvPr/>
        </p:nvSpPr>
        <p:spPr bwMode="auto">
          <a:xfrm>
            <a:off x="5286375" y="4021138"/>
            <a:ext cx="857250" cy="585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000">
                <a:solidFill>
                  <a:schemeClr val="tx1"/>
                </a:solidFill>
                <a:latin typeface="Arial" charset="0"/>
                <a:ea typeface="宋体" pitchFamily="2" charset="-122"/>
              </a:defRPr>
            </a:lvl1pPr>
            <a:lvl2pPr marL="742950" indent="-285750" eaLnBrk="0" hangingPunct="0">
              <a:defRPr kumimoji="1" sz="4000">
                <a:solidFill>
                  <a:schemeClr val="tx1"/>
                </a:solidFill>
                <a:latin typeface="Arial" charset="0"/>
                <a:ea typeface="宋体" pitchFamily="2" charset="-122"/>
              </a:defRPr>
            </a:lvl2pPr>
            <a:lvl3pPr marL="1143000" indent="-228600" eaLnBrk="0" hangingPunct="0">
              <a:defRPr kumimoji="1" sz="4000">
                <a:solidFill>
                  <a:schemeClr val="tx1"/>
                </a:solidFill>
                <a:latin typeface="Arial" charset="0"/>
                <a:ea typeface="宋体" pitchFamily="2" charset="-122"/>
              </a:defRPr>
            </a:lvl3pPr>
            <a:lvl4pPr marL="1600200" indent="-228600" eaLnBrk="0" hangingPunct="0">
              <a:defRPr kumimoji="1" sz="4000">
                <a:solidFill>
                  <a:schemeClr val="tx1"/>
                </a:solidFill>
                <a:latin typeface="Arial" charset="0"/>
                <a:ea typeface="宋体" pitchFamily="2" charset="-122"/>
              </a:defRPr>
            </a:lvl4pPr>
            <a:lvl5pPr marL="2057400" indent="-228600" eaLnBrk="0" hangingPunct="0">
              <a:defRPr kumimoji="1" sz="4000">
                <a:solidFill>
                  <a:schemeClr val="tx1"/>
                </a:solidFill>
                <a:latin typeface="Arial" charset="0"/>
                <a:ea typeface="宋体" pitchFamily="2" charset="-122"/>
              </a:defRPr>
            </a:lvl5pPr>
            <a:lvl6pPr marL="2514600" indent="-228600" eaLnBrk="0" fontAlgn="base" hangingPunct="0">
              <a:spcBef>
                <a:spcPct val="0"/>
              </a:spcBef>
              <a:spcAft>
                <a:spcPct val="0"/>
              </a:spcAft>
              <a:defRPr kumimoji="1" sz="4000">
                <a:solidFill>
                  <a:schemeClr val="tx1"/>
                </a:solidFill>
                <a:latin typeface="Arial" charset="0"/>
                <a:ea typeface="宋体" pitchFamily="2" charset="-122"/>
              </a:defRPr>
            </a:lvl6pPr>
            <a:lvl7pPr marL="2971800" indent="-228600" eaLnBrk="0" fontAlgn="base" hangingPunct="0">
              <a:spcBef>
                <a:spcPct val="0"/>
              </a:spcBef>
              <a:spcAft>
                <a:spcPct val="0"/>
              </a:spcAft>
              <a:defRPr kumimoji="1" sz="4000">
                <a:solidFill>
                  <a:schemeClr val="tx1"/>
                </a:solidFill>
                <a:latin typeface="Arial" charset="0"/>
                <a:ea typeface="宋体" pitchFamily="2" charset="-122"/>
              </a:defRPr>
            </a:lvl7pPr>
            <a:lvl8pPr marL="3429000" indent="-228600" eaLnBrk="0" fontAlgn="base" hangingPunct="0">
              <a:spcBef>
                <a:spcPct val="0"/>
              </a:spcBef>
              <a:spcAft>
                <a:spcPct val="0"/>
              </a:spcAft>
              <a:defRPr kumimoji="1" sz="4000">
                <a:solidFill>
                  <a:schemeClr val="tx1"/>
                </a:solidFill>
                <a:latin typeface="Arial" charset="0"/>
                <a:ea typeface="宋体" pitchFamily="2" charset="-122"/>
              </a:defRPr>
            </a:lvl8pPr>
            <a:lvl9pPr marL="3886200" indent="-228600" eaLnBrk="0" fontAlgn="base" hangingPunct="0">
              <a:spcBef>
                <a:spcPct val="0"/>
              </a:spcBef>
              <a:spcAft>
                <a:spcPct val="0"/>
              </a:spcAft>
              <a:defRPr kumimoji="1" sz="4000">
                <a:solidFill>
                  <a:schemeClr val="tx1"/>
                </a:solidFill>
                <a:latin typeface="Arial" charset="0"/>
                <a:ea typeface="宋体" pitchFamily="2" charset="-122"/>
              </a:defRPr>
            </a:lvl9pPr>
          </a:lstStyle>
          <a:p>
            <a:pPr eaLnBrk="1" hangingPunct="1"/>
            <a:r>
              <a:rPr lang="en-US" altLang="zh-CN" sz="3200" b="1">
                <a:solidFill>
                  <a:srgbClr val="9D138D"/>
                </a:solidFill>
              </a:rPr>
              <a:t>p2 </a:t>
            </a:r>
            <a:endParaRPr lang="zh-CN" altLang="en-US" sz="3200" b="1">
              <a:solidFill>
                <a:srgbClr val="9D138D"/>
              </a:solidFill>
            </a:endParaRPr>
          </a:p>
        </p:txBody>
      </p:sp>
      <p:pic>
        <p:nvPicPr>
          <p:cNvPr id="50218" name="图片 8" descr="Untitled2.png">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429625" y="6143625"/>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0091471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8"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slide(fromLeft)">
                                      <p:cBhvr>
                                        <p:cTn id="12" dur="500"/>
                                        <p:tgtEl>
                                          <p:spTgt spid="7"/>
                                        </p:tgtEl>
                                      </p:cBhvr>
                                    </p:animEffect>
                                  </p:childTnLst>
                                </p:cTn>
                              </p:par>
                              <p:par>
                                <p:cTn id="13" presetID="12" presetClass="entr" presetSubtype="8" fill="hold"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slide(fromLeft)">
                                      <p:cBhvr>
                                        <p:cTn id="15" dur="500"/>
                                        <p:tgtEl>
                                          <p:spTgt spid="8"/>
                                        </p:tgtEl>
                                      </p:cBhvr>
                                    </p:animEffect>
                                  </p:childTnLst>
                                </p:cTn>
                              </p:par>
                            </p:childTnLst>
                          </p:cTn>
                        </p:par>
                        <p:par>
                          <p:cTn id="16" fill="hold" nodeType="afterGroup">
                            <p:stCondLst>
                              <p:cond delay="500"/>
                            </p:stCondLst>
                            <p:childTnLst>
                              <p:par>
                                <p:cTn id="17" presetID="12" presetClass="entr" presetSubtype="8" fill="hold" grpId="0" nodeType="afterEffect">
                                  <p:stCondLst>
                                    <p:cond delay="0"/>
                                  </p:stCondLst>
                                  <p:childTnLst>
                                    <p:set>
                                      <p:cBhvr>
                                        <p:cTn id="18" dur="1" fill="hold">
                                          <p:stCondLst>
                                            <p:cond delay="0"/>
                                          </p:stCondLst>
                                        </p:cTn>
                                        <p:tgtEl>
                                          <p:spTgt spid="17"/>
                                        </p:tgtEl>
                                        <p:attrNameLst>
                                          <p:attrName>style.visibility</p:attrName>
                                        </p:attrNameLst>
                                      </p:cBhvr>
                                      <p:to>
                                        <p:strVal val="visible"/>
                                      </p:to>
                                    </p:set>
                                    <p:animEffect transition="in" filter="slide(fromLeft)">
                                      <p:cBhvr>
                                        <p:cTn id="19" dur="500"/>
                                        <p:tgtEl>
                                          <p:spTgt spid="17"/>
                                        </p:tgtEl>
                                      </p:cBhvr>
                                    </p:animEffect>
                                  </p:childTnLst>
                                </p:cTn>
                              </p:par>
                              <p:par>
                                <p:cTn id="20" presetID="12" presetClass="entr" presetSubtype="8" fill="hold" nodeType="with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slide(fromLeft)">
                                      <p:cBhvr>
                                        <p:cTn id="22" dur="500"/>
                                        <p:tgtEl>
                                          <p:spTgt spid="14"/>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3">
                                            <p:txEl>
                                              <p:pRg st="2" end="2"/>
                                            </p:txEl>
                                          </p:spTgt>
                                        </p:tgtEl>
                                        <p:attrNameLst>
                                          <p:attrName>style.visibility</p:attrName>
                                        </p:attrNameLst>
                                      </p:cBhvr>
                                      <p:to>
                                        <p:strVal val="visible"/>
                                      </p:to>
                                    </p:set>
                                    <p:animEffect transition="in" filter="blinds(horizontal)">
                                      <p:cBhvr>
                                        <p:cTn id="27" dur="500"/>
                                        <p:tgtEl>
                                          <p:spTgt spid="3">
                                            <p:txEl>
                                              <p:pRg st="2" end="2"/>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3">
                                            <p:txEl>
                                              <p:pRg st="4" end="4"/>
                                            </p:txEl>
                                          </p:spTgt>
                                        </p:tgtEl>
                                        <p:attrNameLst>
                                          <p:attrName>style.visibility</p:attrName>
                                        </p:attrNameLst>
                                      </p:cBhvr>
                                      <p:to>
                                        <p:strVal val="visible"/>
                                      </p:to>
                                    </p:set>
                                    <p:animEffect transition="in" filter="blinds(horizontal)">
                                      <p:cBhvr>
                                        <p:cTn id="32"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7"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 name="Rectangle 4"/>
          <p:cNvSpPr>
            <a:spLocks noChangeArrowheads="1"/>
          </p:cNvSpPr>
          <p:nvPr/>
        </p:nvSpPr>
        <p:spPr bwMode="auto">
          <a:xfrm>
            <a:off x="522288" y="762000"/>
            <a:ext cx="8045450" cy="719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457200" indent="-457200">
              <a:lnSpc>
                <a:spcPct val="120000"/>
              </a:lnSpc>
              <a:spcBef>
                <a:spcPct val="20000"/>
              </a:spcBef>
              <a:buClr>
                <a:schemeClr val="folHlink"/>
              </a:buClr>
              <a:buSzPct val="60000"/>
              <a:buFont typeface="Wingdings" pitchFamily="2" charset="2"/>
              <a:buChar char="u"/>
            </a:pPr>
            <a:r>
              <a:rPr lang="zh-CN" altLang="en-US" sz="2800" b="1" dirty="0">
                <a:latin typeface="黑体" pitchFamily="2" charset="-122"/>
                <a:ea typeface="黑体" pitchFamily="2" charset="-122"/>
              </a:rPr>
              <a:t>数组指针、指针变量与数组元素之间的关系：</a:t>
            </a:r>
          </a:p>
          <a:p>
            <a:pPr marL="457200" indent="-457200">
              <a:lnSpc>
                <a:spcPct val="120000"/>
              </a:lnSpc>
              <a:spcBef>
                <a:spcPct val="20000"/>
              </a:spcBef>
              <a:buClr>
                <a:schemeClr val="folHlink"/>
              </a:buClr>
              <a:buSzPct val="60000"/>
              <a:buFont typeface="Wingdings" pitchFamily="2" charset="2"/>
              <a:buChar char="u"/>
            </a:pPr>
            <a:r>
              <a:rPr lang="zh-CN" altLang="en-US" sz="2800" b="1" dirty="0">
                <a:latin typeface="黑体" pitchFamily="2" charset="-122"/>
                <a:ea typeface="黑体" pitchFamily="2" charset="-122"/>
              </a:rPr>
              <a:t>设有 </a:t>
            </a:r>
            <a:r>
              <a:rPr lang="en-US" altLang="zh-CN" sz="2800" b="1" dirty="0" err="1">
                <a:latin typeface="黑体" pitchFamily="2" charset="-122"/>
                <a:ea typeface="黑体" pitchFamily="2" charset="-122"/>
              </a:rPr>
              <a:t>int</a:t>
            </a:r>
            <a:r>
              <a:rPr lang="en-US" altLang="zh-CN" sz="2800" b="1" dirty="0">
                <a:latin typeface="黑体" pitchFamily="2" charset="-122"/>
                <a:ea typeface="黑体" pitchFamily="2" charset="-122"/>
              </a:rPr>
              <a:t> a[10],*p=a;</a:t>
            </a:r>
            <a:r>
              <a:rPr lang="zh-CN" altLang="en-US" sz="2800" b="1" dirty="0">
                <a:latin typeface="黑体" pitchFamily="2" charset="-122"/>
                <a:ea typeface="黑体" pitchFamily="2" charset="-122"/>
              </a:rPr>
              <a:t>则：</a:t>
            </a:r>
          </a:p>
        </p:txBody>
      </p:sp>
      <p:grpSp>
        <p:nvGrpSpPr>
          <p:cNvPr id="2" name="Group 18"/>
          <p:cNvGrpSpPr>
            <a:grpSpLocks/>
          </p:cNvGrpSpPr>
          <p:nvPr/>
        </p:nvGrpSpPr>
        <p:grpSpPr bwMode="auto">
          <a:xfrm>
            <a:off x="1139825" y="2605088"/>
            <a:ext cx="4887913" cy="3063875"/>
            <a:chOff x="682" y="2361"/>
            <a:chExt cx="3079" cy="1930"/>
          </a:xfrm>
        </p:grpSpPr>
        <p:sp>
          <p:nvSpPr>
            <p:cNvPr id="66571" name="Text Box 6"/>
            <p:cNvSpPr txBox="1">
              <a:spLocks noChangeArrowheads="1"/>
            </p:cNvSpPr>
            <p:nvPr/>
          </p:nvSpPr>
          <p:spPr bwMode="auto">
            <a:xfrm>
              <a:off x="682" y="2361"/>
              <a:ext cx="989" cy="1919"/>
            </a:xfrm>
            <a:prstGeom prst="rect">
              <a:avLst/>
            </a:prstGeom>
            <a:solidFill>
              <a:srgbClr val="FFCCFF"/>
            </a:solidFill>
            <a:ln w="9525">
              <a:solidFill>
                <a:srgbClr val="FF99CC"/>
              </a:solidFill>
              <a:miter lim="800000"/>
              <a:headEnd/>
              <a:tailEnd/>
            </a:ln>
          </p:spPr>
          <p:txBody>
            <a:bodyPr wrap="none">
              <a:spAutoFit/>
            </a:bodyPr>
            <a:lstStyle>
              <a:lvl1pPr>
                <a:defRPr kumimoji="1" sz="2400">
                  <a:solidFill>
                    <a:schemeClr val="tx1"/>
                  </a:solidFill>
                  <a:latin typeface="Times New Roman" pitchFamily="18" charset="0"/>
                  <a:ea typeface="宋体" pitchFamily="2" charset="-122"/>
                </a:defRPr>
              </a:lvl1pPr>
              <a:lvl2pPr marL="742950" indent="-285750">
                <a:defRPr kumimoji="1" sz="2400">
                  <a:solidFill>
                    <a:schemeClr val="tx1"/>
                  </a:solidFill>
                  <a:latin typeface="Times New Roman" pitchFamily="18" charset="0"/>
                  <a:ea typeface="宋体" pitchFamily="2" charset="-122"/>
                </a:defRPr>
              </a:lvl2pPr>
              <a:lvl3pPr marL="1143000" indent="-228600">
                <a:defRPr kumimoji="1" sz="2400">
                  <a:solidFill>
                    <a:schemeClr val="tx1"/>
                  </a:solidFill>
                  <a:latin typeface="Times New Roman" pitchFamily="18" charset="0"/>
                  <a:ea typeface="宋体" pitchFamily="2" charset="-122"/>
                </a:defRPr>
              </a:lvl3pPr>
              <a:lvl4pPr marL="1600200" indent="-228600">
                <a:defRPr kumimoji="1" sz="2400">
                  <a:solidFill>
                    <a:schemeClr val="tx1"/>
                  </a:solidFill>
                  <a:latin typeface="Times New Roman" pitchFamily="18" charset="0"/>
                  <a:ea typeface="宋体" pitchFamily="2" charset="-122"/>
                </a:defRPr>
              </a:lvl4pPr>
              <a:lvl5pPr marL="2057400" indent="-22860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ctr"/>
              <a:r>
                <a:rPr lang="zh-CN" altLang="en-US">
                  <a:latin typeface="黑体" pitchFamily="2" charset="-122"/>
                  <a:ea typeface="黑体" pitchFamily="2" charset="-122"/>
                </a:rPr>
                <a:t>指针变量</a:t>
              </a:r>
              <a:r>
                <a:rPr lang="en-US" altLang="zh-CN">
                  <a:latin typeface="黑体" pitchFamily="2" charset="-122"/>
                  <a:ea typeface="黑体" pitchFamily="2" charset="-122"/>
                </a:rPr>
                <a:t>p</a:t>
              </a:r>
            </a:p>
            <a:p>
              <a:pPr algn="ctr"/>
              <a:r>
                <a:rPr lang="en-US" altLang="zh-CN">
                  <a:latin typeface="黑体" pitchFamily="2" charset="-122"/>
                  <a:ea typeface="黑体" pitchFamily="2" charset="-122"/>
                </a:rPr>
                <a:t>p</a:t>
              </a:r>
            </a:p>
            <a:p>
              <a:pPr algn="ctr"/>
              <a:r>
                <a:rPr lang="en-US" altLang="zh-CN">
                  <a:latin typeface="黑体" pitchFamily="2" charset="-122"/>
                  <a:ea typeface="黑体" pitchFamily="2" charset="-122"/>
                </a:rPr>
                <a:t>p+1</a:t>
              </a:r>
            </a:p>
            <a:p>
              <a:pPr algn="ctr"/>
              <a:r>
                <a:rPr lang="en-US" altLang="zh-CN">
                  <a:latin typeface="黑体" pitchFamily="2" charset="-122"/>
                  <a:ea typeface="黑体" pitchFamily="2" charset="-122"/>
                </a:rPr>
                <a:t>p+2</a:t>
              </a:r>
            </a:p>
            <a:p>
              <a:pPr algn="ctr"/>
              <a:r>
                <a:rPr lang="en-US" altLang="zh-CN">
                  <a:latin typeface="黑体" pitchFamily="2" charset="-122"/>
                  <a:ea typeface="黑体" pitchFamily="2" charset="-122"/>
                </a:rPr>
                <a:t>……</a:t>
              </a:r>
            </a:p>
            <a:p>
              <a:pPr algn="ctr"/>
              <a:r>
                <a:rPr lang="en-US" altLang="zh-CN" b="1">
                  <a:solidFill>
                    <a:srgbClr val="00B050"/>
                  </a:solidFill>
                  <a:latin typeface="黑体" pitchFamily="2" charset="-122"/>
                  <a:ea typeface="黑体" pitchFamily="2" charset="-122"/>
                </a:rPr>
                <a:t>p+i</a:t>
              </a:r>
            </a:p>
            <a:p>
              <a:pPr algn="ctr"/>
              <a:r>
                <a:rPr lang="en-US" altLang="zh-CN">
                  <a:latin typeface="黑体" pitchFamily="2" charset="-122"/>
                  <a:ea typeface="黑体" pitchFamily="2" charset="-122"/>
                </a:rPr>
                <a:t>……</a:t>
              </a:r>
            </a:p>
            <a:p>
              <a:pPr algn="ctr"/>
              <a:r>
                <a:rPr lang="en-US" altLang="zh-CN">
                  <a:latin typeface="黑体" pitchFamily="2" charset="-122"/>
                  <a:ea typeface="黑体" pitchFamily="2" charset="-122"/>
                </a:rPr>
                <a:t>p+9</a:t>
              </a:r>
            </a:p>
          </p:txBody>
        </p:sp>
        <p:sp>
          <p:nvSpPr>
            <p:cNvPr id="66572" name="Text Box 7"/>
            <p:cNvSpPr txBox="1">
              <a:spLocks noChangeArrowheads="1"/>
            </p:cNvSpPr>
            <p:nvPr/>
          </p:nvSpPr>
          <p:spPr bwMode="auto">
            <a:xfrm>
              <a:off x="1663" y="2370"/>
              <a:ext cx="989" cy="1919"/>
            </a:xfrm>
            <a:prstGeom prst="rect">
              <a:avLst/>
            </a:prstGeom>
            <a:solidFill>
              <a:srgbClr val="FFCCFF"/>
            </a:solidFill>
            <a:ln w="9525">
              <a:solidFill>
                <a:srgbClr val="FF99CC"/>
              </a:solidFill>
              <a:miter lim="800000"/>
              <a:headEnd/>
              <a:tailEnd/>
            </a:ln>
          </p:spPr>
          <p:txBody>
            <a:bodyPr wrap="none">
              <a:spAutoFit/>
            </a:bodyPr>
            <a:lstStyle>
              <a:lvl1pPr>
                <a:defRPr kumimoji="1" sz="2400">
                  <a:solidFill>
                    <a:schemeClr val="tx1"/>
                  </a:solidFill>
                  <a:latin typeface="Times New Roman" pitchFamily="18" charset="0"/>
                  <a:ea typeface="宋体" pitchFamily="2" charset="-122"/>
                </a:defRPr>
              </a:lvl1pPr>
              <a:lvl2pPr marL="742950" indent="-285750">
                <a:defRPr kumimoji="1" sz="2400">
                  <a:solidFill>
                    <a:schemeClr val="tx1"/>
                  </a:solidFill>
                  <a:latin typeface="Times New Roman" pitchFamily="18" charset="0"/>
                  <a:ea typeface="宋体" pitchFamily="2" charset="-122"/>
                </a:defRPr>
              </a:lvl2pPr>
              <a:lvl3pPr marL="1143000" indent="-228600">
                <a:defRPr kumimoji="1" sz="2400">
                  <a:solidFill>
                    <a:schemeClr val="tx1"/>
                  </a:solidFill>
                  <a:latin typeface="Times New Roman" pitchFamily="18" charset="0"/>
                  <a:ea typeface="宋体" pitchFamily="2" charset="-122"/>
                </a:defRPr>
              </a:lvl3pPr>
              <a:lvl4pPr marL="1600200" indent="-228600">
                <a:defRPr kumimoji="1" sz="2400">
                  <a:solidFill>
                    <a:schemeClr val="tx1"/>
                  </a:solidFill>
                  <a:latin typeface="Times New Roman" pitchFamily="18" charset="0"/>
                  <a:ea typeface="宋体" pitchFamily="2" charset="-122"/>
                </a:defRPr>
              </a:lvl4pPr>
              <a:lvl5pPr marL="2057400" indent="-22860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ctr"/>
              <a:r>
                <a:rPr lang="zh-CN" altLang="en-US">
                  <a:latin typeface="黑体" pitchFamily="2" charset="-122"/>
                  <a:ea typeface="黑体" pitchFamily="2" charset="-122"/>
                </a:rPr>
                <a:t>数组指针</a:t>
              </a:r>
              <a:r>
                <a:rPr lang="en-US" altLang="zh-CN">
                  <a:latin typeface="黑体" pitchFamily="2" charset="-122"/>
                  <a:ea typeface="黑体" pitchFamily="2" charset="-122"/>
                </a:rPr>
                <a:t>a</a:t>
              </a:r>
            </a:p>
            <a:p>
              <a:pPr algn="ctr"/>
              <a:r>
                <a:rPr lang="en-US" altLang="zh-CN">
                  <a:latin typeface="黑体" pitchFamily="2" charset="-122"/>
                  <a:ea typeface="黑体" pitchFamily="2" charset="-122"/>
                </a:rPr>
                <a:t>a</a:t>
              </a:r>
            </a:p>
            <a:p>
              <a:pPr algn="ctr"/>
              <a:r>
                <a:rPr lang="en-US" altLang="zh-CN">
                  <a:latin typeface="黑体" pitchFamily="2" charset="-122"/>
                  <a:ea typeface="黑体" pitchFamily="2" charset="-122"/>
                </a:rPr>
                <a:t>a+1</a:t>
              </a:r>
            </a:p>
            <a:p>
              <a:pPr algn="ctr"/>
              <a:r>
                <a:rPr lang="en-US" altLang="zh-CN">
                  <a:latin typeface="黑体" pitchFamily="2" charset="-122"/>
                  <a:ea typeface="黑体" pitchFamily="2" charset="-122"/>
                </a:rPr>
                <a:t>a+2</a:t>
              </a:r>
            </a:p>
            <a:p>
              <a:pPr algn="ctr"/>
              <a:r>
                <a:rPr lang="en-US" altLang="zh-CN">
                  <a:latin typeface="黑体" pitchFamily="2" charset="-122"/>
                  <a:ea typeface="黑体" pitchFamily="2" charset="-122"/>
                </a:rPr>
                <a:t>……</a:t>
              </a:r>
            </a:p>
            <a:p>
              <a:pPr algn="ctr"/>
              <a:r>
                <a:rPr lang="en-US" altLang="zh-CN" b="1">
                  <a:solidFill>
                    <a:srgbClr val="00B050"/>
                  </a:solidFill>
                  <a:latin typeface="黑体" pitchFamily="2" charset="-122"/>
                  <a:ea typeface="黑体" pitchFamily="2" charset="-122"/>
                </a:rPr>
                <a:t>a+i</a:t>
              </a:r>
            </a:p>
            <a:p>
              <a:pPr algn="ctr"/>
              <a:r>
                <a:rPr lang="en-US" altLang="zh-CN">
                  <a:latin typeface="黑体" pitchFamily="2" charset="-122"/>
                  <a:ea typeface="黑体" pitchFamily="2" charset="-122"/>
                </a:rPr>
                <a:t>……</a:t>
              </a:r>
            </a:p>
            <a:p>
              <a:pPr algn="ctr"/>
              <a:r>
                <a:rPr lang="en-US" altLang="zh-CN">
                  <a:latin typeface="黑体" pitchFamily="2" charset="-122"/>
                  <a:ea typeface="黑体" pitchFamily="2" charset="-122"/>
                </a:rPr>
                <a:t>a+9</a:t>
              </a:r>
            </a:p>
          </p:txBody>
        </p:sp>
        <p:sp>
          <p:nvSpPr>
            <p:cNvPr id="66573" name="Text Box 8"/>
            <p:cNvSpPr txBox="1">
              <a:spLocks noChangeArrowheads="1"/>
            </p:cNvSpPr>
            <p:nvPr/>
          </p:nvSpPr>
          <p:spPr bwMode="auto">
            <a:xfrm>
              <a:off x="2675" y="2372"/>
              <a:ext cx="1086" cy="1919"/>
            </a:xfrm>
            <a:prstGeom prst="rect">
              <a:avLst/>
            </a:prstGeom>
            <a:solidFill>
              <a:srgbClr val="FFCCFF"/>
            </a:solidFill>
            <a:ln w="9525">
              <a:solidFill>
                <a:srgbClr val="FF99CC"/>
              </a:solidFill>
              <a:miter lim="800000"/>
              <a:headEnd/>
              <a:tailEnd/>
            </a:ln>
          </p:spPr>
          <p:txBody>
            <a:bodyPr wrap="none">
              <a:spAutoFit/>
            </a:bodyPr>
            <a:lstStyle>
              <a:lvl1pPr>
                <a:defRPr kumimoji="1" sz="2400">
                  <a:solidFill>
                    <a:schemeClr val="tx1"/>
                  </a:solidFill>
                  <a:latin typeface="Times New Roman" pitchFamily="18" charset="0"/>
                  <a:ea typeface="宋体" pitchFamily="2" charset="-122"/>
                </a:defRPr>
              </a:lvl1pPr>
              <a:lvl2pPr marL="742950" indent="-285750">
                <a:defRPr kumimoji="1" sz="2400">
                  <a:solidFill>
                    <a:schemeClr val="tx1"/>
                  </a:solidFill>
                  <a:latin typeface="Times New Roman" pitchFamily="18" charset="0"/>
                  <a:ea typeface="宋体" pitchFamily="2" charset="-122"/>
                </a:defRPr>
              </a:lvl2pPr>
              <a:lvl3pPr marL="1143000" indent="-228600">
                <a:defRPr kumimoji="1" sz="2400">
                  <a:solidFill>
                    <a:schemeClr val="tx1"/>
                  </a:solidFill>
                  <a:latin typeface="Times New Roman" pitchFamily="18" charset="0"/>
                  <a:ea typeface="宋体" pitchFamily="2" charset="-122"/>
                </a:defRPr>
              </a:lvl3pPr>
              <a:lvl4pPr marL="1600200" indent="-228600">
                <a:defRPr kumimoji="1" sz="2400">
                  <a:solidFill>
                    <a:schemeClr val="tx1"/>
                  </a:solidFill>
                  <a:latin typeface="Times New Roman" pitchFamily="18" charset="0"/>
                  <a:ea typeface="宋体" pitchFamily="2" charset="-122"/>
                </a:defRPr>
              </a:lvl4pPr>
              <a:lvl5pPr marL="2057400" indent="-22860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ctr"/>
              <a:r>
                <a:rPr lang="en-US" altLang="zh-CN">
                  <a:latin typeface="黑体" pitchFamily="2" charset="-122"/>
                  <a:ea typeface="黑体" pitchFamily="2" charset="-122"/>
                </a:rPr>
                <a:t> </a:t>
              </a:r>
              <a:r>
                <a:rPr lang="zh-CN" altLang="en-US">
                  <a:latin typeface="黑体" pitchFamily="2" charset="-122"/>
                  <a:ea typeface="黑体" pitchFamily="2" charset="-122"/>
                </a:rPr>
                <a:t>数组元素 </a:t>
              </a:r>
            </a:p>
            <a:p>
              <a:pPr algn="ctr"/>
              <a:r>
                <a:rPr lang="en-US" altLang="zh-CN">
                  <a:latin typeface="黑体" pitchFamily="2" charset="-122"/>
                  <a:ea typeface="黑体" pitchFamily="2" charset="-122"/>
                </a:rPr>
                <a:t>&amp;a[0]</a:t>
              </a:r>
            </a:p>
            <a:p>
              <a:pPr algn="ctr"/>
              <a:r>
                <a:rPr lang="en-US" altLang="zh-CN">
                  <a:latin typeface="黑体" pitchFamily="2" charset="-122"/>
                  <a:ea typeface="黑体" pitchFamily="2" charset="-122"/>
                </a:rPr>
                <a:t>&amp;a[1]</a:t>
              </a:r>
            </a:p>
            <a:p>
              <a:pPr algn="ctr"/>
              <a:r>
                <a:rPr lang="en-US" altLang="zh-CN">
                  <a:latin typeface="黑体" pitchFamily="2" charset="-122"/>
                  <a:ea typeface="黑体" pitchFamily="2" charset="-122"/>
                </a:rPr>
                <a:t>&amp;a[2]</a:t>
              </a:r>
            </a:p>
            <a:p>
              <a:pPr algn="ctr"/>
              <a:r>
                <a:rPr lang="en-US" altLang="zh-CN">
                  <a:latin typeface="黑体" pitchFamily="2" charset="-122"/>
                  <a:ea typeface="黑体" pitchFamily="2" charset="-122"/>
                </a:rPr>
                <a:t>……</a:t>
              </a:r>
            </a:p>
            <a:p>
              <a:pPr algn="ctr"/>
              <a:r>
                <a:rPr lang="en-US" altLang="zh-CN" b="1">
                  <a:solidFill>
                    <a:srgbClr val="00B050"/>
                  </a:solidFill>
                  <a:latin typeface="黑体" pitchFamily="2" charset="-122"/>
                  <a:ea typeface="黑体" pitchFamily="2" charset="-122"/>
                </a:rPr>
                <a:t>&amp;a[i]</a:t>
              </a:r>
            </a:p>
            <a:p>
              <a:pPr algn="ctr"/>
              <a:r>
                <a:rPr lang="en-US" altLang="zh-CN">
                  <a:latin typeface="黑体" pitchFamily="2" charset="-122"/>
                  <a:ea typeface="黑体" pitchFamily="2" charset="-122"/>
                </a:rPr>
                <a:t>……</a:t>
              </a:r>
            </a:p>
            <a:p>
              <a:pPr algn="ctr"/>
              <a:r>
                <a:rPr lang="en-US" altLang="zh-CN">
                  <a:latin typeface="黑体" pitchFamily="2" charset="-122"/>
                  <a:ea typeface="黑体" pitchFamily="2" charset="-122"/>
                </a:rPr>
                <a:t>&amp;a[9]</a:t>
              </a:r>
            </a:p>
          </p:txBody>
        </p:sp>
      </p:grpSp>
      <p:grpSp>
        <p:nvGrpSpPr>
          <p:cNvPr id="3" name="Group 13"/>
          <p:cNvGrpSpPr>
            <a:grpSpLocks/>
          </p:cNvGrpSpPr>
          <p:nvPr/>
        </p:nvGrpSpPr>
        <p:grpSpPr bwMode="auto">
          <a:xfrm>
            <a:off x="1379538" y="2584450"/>
            <a:ext cx="4846637" cy="3089275"/>
            <a:chOff x="1053" y="2015"/>
            <a:chExt cx="2078" cy="1946"/>
          </a:xfrm>
        </p:grpSpPr>
        <p:sp>
          <p:nvSpPr>
            <p:cNvPr id="66568" name="Text Box 14"/>
            <p:cNvSpPr txBox="1">
              <a:spLocks noChangeArrowheads="1"/>
            </p:cNvSpPr>
            <p:nvPr/>
          </p:nvSpPr>
          <p:spPr bwMode="auto">
            <a:xfrm>
              <a:off x="1053" y="2015"/>
              <a:ext cx="718" cy="1919"/>
            </a:xfrm>
            <a:prstGeom prst="rect">
              <a:avLst/>
            </a:prstGeom>
            <a:solidFill>
              <a:srgbClr val="FFCCFF"/>
            </a:solidFill>
            <a:ln w="9525">
              <a:solidFill>
                <a:srgbClr val="FF99CC"/>
              </a:solidFill>
              <a:miter lim="800000"/>
              <a:headEnd/>
              <a:tailEnd/>
            </a:ln>
          </p:spPr>
          <p:txBody>
            <a:bodyPr>
              <a:spAutoFit/>
            </a:bodyPr>
            <a:lstStyle>
              <a:lvl1pPr>
                <a:defRPr kumimoji="1" sz="2400">
                  <a:solidFill>
                    <a:schemeClr val="tx1"/>
                  </a:solidFill>
                  <a:latin typeface="Times New Roman" pitchFamily="18" charset="0"/>
                  <a:ea typeface="宋体" pitchFamily="2" charset="-122"/>
                </a:defRPr>
              </a:lvl1pPr>
              <a:lvl2pPr marL="742950" indent="-285750">
                <a:defRPr kumimoji="1" sz="2400">
                  <a:solidFill>
                    <a:schemeClr val="tx1"/>
                  </a:solidFill>
                  <a:latin typeface="Times New Roman" pitchFamily="18" charset="0"/>
                  <a:ea typeface="宋体" pitchFamily="2" charset="-122"/>
                </a:defRPr>
              </a:lvl2pPr>
              <a:lvl3pPr marL="1143000" indent="-228600">
                <a:defRPr kumimoji="1" sz="2400">
                  <a:solidFill>
                    <a:schemeClr val="tx1"/>
                  </a:solidFill>
                  <a:latin typeface="Times New Roman" pitchFamily="18" charset="0"/>
                  <a:ea typeface="宋体" pitchFamily="2" charset="-122"/>
                </a:defRPr>
              </a:lvl3pPr>
              <a:lvl4pPr marL="1600200" indent="-228600">
                <a:defRPr kumimoji="1" sz="2400">
                  <a:solidFill>
                    <a:schemeClr val="tx1"/>
                  </a:solidFill>
                  <a:latin typeface="Times New Roman" pitchFamily="18" charset="0"/>
                  <a:ea typeface="宋体" pitchFamily="2" charset="-122"/>
                </a:defRPr>
              </a:lvl4pPr>
              <a:lvl5pPr marL="2057400" indent="-22860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ctr"/>
              <a:r>
                <a:rPr lang="zh-CN" altLang="en-US">
                  <a:latin typeface="黑体" pitchFamily="2" charset="-122"/>
                  <a:ea typeface="黑体" pitchFamily="2" charset="-122"/>
                </a:rPr>
                <a:t>指针变量</a:t>
              </a:r>
              <a:r>
                <a:rPr lang="en-US" altLang="zh-CN">
                  <a:latin typeface="黑体" pitchFamily="2" charset="-122"/>
                  <a:ea typeface="黑体" pitchFamily="2" charset="-122"/>
                </a:rPr>
                <a:t>p</a:t>
              </a:r>
            </a:p>
            <a:p>
              <a:pPr algn="ctr"/>
              <a:r>
                <a:rPr lang="en-US" altLang="zh-CN">
                  <a:latin typeface="黑体" pitchFamily="2" charset="-122"/>
                  <a:ea typeface="黑体" pitchFamily="2" charset="-122"/>
                </a:rPr>
                <a:t>*p</a:t>
              </a:r>
            </a:p>
            <a:p>
              <a:pPr algn="ctr"/>
              <a:r>
                <a:rPr lang="en-US" altLang="zh-CN">
                  <a:latin typeface="黑体" pitchFamily="2" charset="-122"/>
                  <a:ea typeface="黑体" pitchFamily="2" charset="-122"/>
                </a:rPr>
                <a:t>*(p+1)</a:t>
              </a:r>
            </a:p>
            <a:p>
              <a:pPr algn="ctr"/>
              <a:r>
                <a:rPr lang="en-US" altLang="zh-CN">
                  <a:latin typeface="黑体" pitchFamily="2" charset="-122"/>
                  <a:ea typeface="黑体" pitchFamily="2" charset="-122"/>
                </a:rPr>
                <a:t>*(p+2)</a:t>
              </a:r>
            </a:p>
            <a:p>
              <a:pPr algn="ctr"/>
              <a:r>
                <a:rPr lang="en-US" altLang="zh-CN">
                  <a:latin typeface="黑体" pitchFamily="2" charset="-122"/>
                  <a:ea typeface="黑体" pitchFamily="2" charset="-122"/>
                </a:rPr>
                <a:t>……</a:t>
              </a:r>
            </a:p>
            <a:p>
              <a:pPr algn="ctr"/>
              <a:r>
                <a:rPr lang="en-US" altLang="zh-CN" b="1">
                  <a:solidFill>
                    <a:srgbClr val="00B050"/>
                  </a:solidFill>
                  <a:latin typeface="黑体" pitchFamily="2" charset="-122"/>
                  <a:ea typeface="黑体" pitchFamily="2" charset="-122"/>
                </a:rPr>
                <a:t>*(p+i)</a:t>
              </a:r>
            </a:p>
            <a:p>
              <a:pPr algn="ctr"/>
              <a:r>
                <a:rPr lang="en-US" altLang="zh-CN">
                  <a:latin typeface="黑体" pitchFamily="2" charset="-122"/>
                  <a:ea typeface="黑体" pitchFamily="2" charset="-122"/>
                </a:rPr>
                <a:t>……</a:t>
              </a:r>
            </a:p>
            <a:p>
              <a:pPr algn="ctr"/>
              <a:r>
                <a:rPr lang="en-US" altLang="zh-CN">
                  <a:latin typeface="黑体" pitchFamily="2" charset="-122"/>
                  <a:ea typeface="黑体" pitchFamily="2" charset="-122"/>
                </a:rPr>
                <a:t>*(p+9)</a:t>
              </a:r>
            </a:p>
          </p:txBody>
        </p:sp>
        <p:sp>
          <p:nvSpPr>
            <p:cNvPr id="66569" name="Text Box 15"/>
            <p:cNvSpPr txBox="1">
              <a:spLocks noChangeArrowheads="1"/>
            </p:cNvSpPr>
            <p:nvPr/>
          </p:nvSpPr>
          <p:spPr bwMode="auto">
            <a:xfrm>
              <a:off x="1772" y="2033"/>
              <a:ext cx="710" cy="1919"/>
            </a:xfrm>
            <a:prstGeom prst="rect">
              <a:avLst/>
            </a:prstGeom>
            <a:solidFill>
              <a:srgbClr val="FFCCFF"/>
            </a:solidFill>
            <a:ln w="9525">
              <a:solidFill>
                <a:srgbClr val="FF99CC"/>
              </a:solidFill>
              <a:miter lim="800000"/>
              <a:headEnd/>
              <a:tailEnd/>
            </a:ln>
          </p:spPr>
          <p:txBody>
            <a:bodyPr>
              <a:spAutoFit/>
            </a:bodyPr>
            <a:lstStyle>
              <a:lvl1pPr>
                <a:defRPr kumimoji="1" sz="2400">
                  <a:solidFill>
                    <a:schemeClr val="tx1"/>
                  </a:solidFill>
                  <a:latin typeface="Times New Roman" pitchFamily="18" charset="0"/>
                  <a:ea typeface="宋体" pitchFamily="2" charset="-122"/>
                </a:defRPr>
              </a:lvl1pPr>
              <a:lvl2pPr marL="742950" indent="-285750">
                <a:defRPr kumimoji="1" sz="2400">
                  <a:solidFill>
                    <a:schemeClr val="tx1"/>
                  </a:solidFill>
                  <a:latin typeface="Times New Roman" pitchFamily="18" charset="0"/>
                  <a:ea typeface="宋体" pitchFamily="2" charset="-122"/>
                </a:defRPr>
              </a:lvl2pPr>
              <a:lvl3pPr marL="1143000" indent="-228600">
                <a:defRPr kumimoji="1" sz="2400">
                  <a:solidFill>
                    <a:schemeClr val="tx1"/>
                  </a:solidFill>
                  <a:latin typeface="Times New Roman" pitchFamily="18" charset="0"/>
                  <a:ea typeface="宋体" pitchFamily="2" charset="-122"/>
                </a:defRPr>
              </a:lvl3pPr>
              <a:lvl4pPr marL="1600200" indent="-228600">
                <a:defRPr kumimoji="1" sz="2400">
                  <a:solidFill>
                    <a:schemeClr val="tx1"/>
                  </a:solidFill>
                  <a:latin typeface="Times New Roman" pitchFamily="18" charset="0"/>
                  <a:ea typeface="宋体" pitchFamily="2" charset="-122"/>
                </a:defRPr>
              </a:lvl4pPr>
              <a:lvl5pPr marL="2057400" indent="-22860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ctr"/>
              <a:r>
                <a:rPr lang="zh-CN" altLang="en-US">
                  <a:latin typeface="黑体" pitchFamily="2" charset="-122"/>
                  <a:ea typeface="黑体" pitchFamily="2" charset="-122"/>
                </a:rPr>
                <a:t>数组指针</a:t>
              </a:r>
              <a:r>
                <a:rPr lang="en-US" altLang="zh-CN">
                  <a:latin typeface="黑体" pitchFamily="2" charset="-122"/>
                  <a:ea typeface="黑体" pitchFamily="2" charset="-122"/>
                </a:rPr>
                <a:t>a</a:t>
              </a:r>
            </a:p>
            <a:p>
              <a:pPr algn="ctr"/>
              <a:r>
                <a:rPr lang="en-US" altLang="zh-CN">
                  <a:latin typeface="黑体" pitchFamily="2" charset="-122"/>
                  <a:ea typeface="黑体" pitchFamily="2" charset="-122"/>
                </a:rPr>
                <a:t>*a</a:t>
              </a:r>
            </a:p>
            <a:p>
              <a:pPr algn="ctr"/>
              <a:r>
                <a:rPr lang="en-US" altLang="zh-CN">
                  <a:latin typeface="黑体" pitchFamily="2" charset="-122"/>
                  <a:ea typeface="黑体" pitchFamily="2" charset="-122"/>
                </a:rPr>
                <a:t>*(a+1)</a:t>
              </a:r>
            </a:p>
            <a:p>
              <a:pPr algn="ctr"/>
              <a:r>
                <a:rPr lang="en-US" altLang="zh-CN">
                  <a:latin typeface="黑体" pitchFamily="2" charset="-122"/>
                  <a:ea typeface="黑体" pitchFamily="2" charset="-122"/>
                </a:rPr>
                <a:t>*(a+2)</a:t>
              </a:r>
            </a:p>
            <a:p>
              <a:pPr algn="ctr"/>
              <a:r>
                <a:rPr lang="en-US" altLang="zh-CN">
                  <a:latin typeface="黑体" pitchFamily="2" charset="-122"/>
                  <a:ea typeface="黑体" pitchFamily="2" charset="-122"/>
                </a:rPr>
                <a:t>……</a:t>
              </a:r>
            </a:p>
            <a:p>
              <a:pPr algn="ctr"/>
              <a:r>
                <a:rPr lang="en-US" altLang="zh-CN" b="1">
                  <a:solidFill>
                    <a:srgbClr val="00B050"/>
                  </a:solidFill>
                  <a:latin typeface="黑体" pitchFamily="2" charset="-122"/>
                  <a:ea typeface="黑体" pitchFamily="2" charset="-122"/>
                </a:rPr>
                <a:t>*(a+i)</a:t>
              </a:r>
            </a:p>
            <a:p>
              <a:pPr algn="ctr"/>
              <a:r>
                <a:rPr lang="en-US" altLang="zh-CN">
                  <a:latin typeface="黑体" pitchFamily="2" charset="-122"/>
                  <a:ea typeface="黑体" pitchFamily="2" charset="-122"/>
                </a:rPr>
                <a:t>……</a:t>
              </a:r>
            </a:p>
            <a:p>
              <a:pPr algn="ctr"/>
              <a:r>
                <a:rPr lang="en-US" altLang="zh-CN">
                  <a:latin typeface="黑体" pitchFamily="2" charset="-122"/>
                  <a:ea typeface="黑体" pitchFamily="2" charset="-122"/>
                </a:rPr>
                <a:t>*(a+9)</a:t>
              </a:r>
            </a:p>
          </p:txBody>
        </p:sp>
        <p:sp>
          <p:nvSpPr>
            <p:cNvPr id="66570" name="Text Box 16"/>
            <p:cNvSpPr txBox="1">
              <a:spLocks noChangeArrowheads="1"/>
            </p:cNvSpPr>
            <p:nvPr/>
          </p:nvSpPr>
          <p:spPr bwMode="auto">
            <a:xfrm>
              <a:off x="2492" y="2042"/>
              <a:ext cx="639" cy="1919"/>
            </a:xfrm>
            <a:prstGeom prst="rect">
              <a:avLst/>
            </a:prstGeom>
            <a:solidFill>
              <a:srgbClr val="FFCCFF"/>
            </a:solidFill>
            <a:ln w="9525">
              <a:solidFill>
                <a:srgbClr val="FF99CC"/>
              </a:solidFill>
              <a:miter lim="800000"/>
              <a:headEnd/>
              <a:tailEnd/>
            </a:ln>
          </p:spPr>
          <p:txBody>
            <a:bodyPr>
              <a:spAutoFit/>
            </a:bodyPr>
            <a:lstStyle>
              <a:lvl1pPr>
                <a:defRPr kumimoji="1" sz="2400">
                  <a:solidFill>
                    <a:schemeClr val="tx1"/>
                  </a:solidFill>
                  <a:latin typeface="Times New Roman" pitchFamily="18" charset="0"/>
                  <a:ea typeface="宋体" pitchFamily="2" charset="-122"/>
                </a:defRPr>
              </a:lvl1pPr>
              <a:lvl2pPr marL="742950" indent="-285750">
                <a:defRPr kumimoji="1" sz="2400">
                  <a:solidFill>
                    <a:schemeClr val="tx1"/>
                  </a:solidFill>
                  <a:latin typeface="Times New Roman" pitchFamily="18" charset="0"/>
                  <a:ea typeface="宋体" pitchFamily="2" charset="-122"/>
                </a:defRPr>
              </a:lvl2pPr>
              <a:lvl3pPr marL="1143000" indent="-228600">
                <a:defRPr kumimoji="1" sz="2400">
                  <a:solidFill>
                    <a:schemeClr val="tx1"/>
                  </a:solidFill>
                  <a:latin typeface="Times New Roman" pitchFamily="18" charset="0"/>
                  <a:ea typeface="宋体" pitchFamily="2" charset="-122"/>
                </a:defRPr>
              </a:lvl3pPr>
              <a:lvl4pPr marL="1600200" indent="-228600">
                <a:defRPr kumimoji="1" sz="2400">
                  <a:solidFill>
                    <a:schemeClr val="tx1"/>
                  </a:solidFill>
                  <a:latin typeface="Times New Roman" pitchFamily="18" charset="0"/>
                  <a:ea typeface="宋体" pitchFamily="2" charset="-122"/>
                </a:defRPr>
              </a:lvl4pPr>
              <a:lvl5pPr marL="2057400" indent="-22860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ctr"/>
              <a:r>
                <a:rPr lang="zh-CN" altLang="en-US">
                  <a:latin typeface="黑体" pitchFamily="2" charset="-122"/>
                  <a:ea typeface="黑体" pitchFamily="2" charset="-122"/>
                </a:rPr>
                <a:t>数组元素 </a:t>
              </a:r>
            </a:p>
            <a:p>
              <a:pPr algn="ctr"/>
              <a:r>
                <a:rPr lang="en-US" altLang="zh-CN">
                  <a:latin typeface="黑体" pitchFamily="2" charset="-122"/>
                  <a:ea typeface="黑体" pitchFamily="2" charset="-122"/>
                </a:rPr>
                <a:t>a[0]</a:t>
              </a:r>
            </a:p>
            <a:p>
              <a:pPr algn="ctr"/>
              <a:r>
                <a:rPr lang="en-US" altLang="zh-CN">
                  <a:latin typeface="黑体" pitchFamily="2" charset="-122"/>
                  <a:ea typeface="黑体" pitchFamily="2" charset="-122"/>
                </a:rPr>
                <a:t>a[1]</a:t>
              </a:r>
            </a:p>
            <a:p>
              <a:pPr algn="ctr"/>
              <a:r>
                <a:rPr lang="en-US" altLang="zh-CN">
                  <a:latin typeface="黑体" pitchFamily="2" charset="-122"/>
                  <a:ea typeface="黑体" pitchFamily="2" charset="-122"/>
                </a:rPr>
                <a:t>a[2]</a:t>
              </a:r>
            </a:p>
            <a:p>
              <a:pPr algn="ctr"/>
              <a:r>
                <a:rPr lang="en-US" altLang="zh-CN">
                  <a:latin typeface="黑体" pitchFamily="2" charset="-122"/>
                  <a:ea typeface="黑体" pitchFamily="2" charset="-122"/>
                </a:rPr>
                <a:t>……</a:t>
              </a:r>
            </a:p>
            <a:p>
              <a:pPr algn="ctr"/>
              <a:r>
                <a:rPr lang="en-US" altLang="zh-CN" b="1">
                  <a:solidFill>
                    <a:srgbClr val="00B050"/>
                  </a:solidFill>
                  <a:latin typeface="黑体" pitchFamily="2" charset="-122"/>
                  <a:ea typeface="黑体" pitchFamily="2" charset="-122"/>
                </a:rPr>
                <a:t>a[i]</a:t>
              </a:r>
            </a:p>
            <a:p>
              <a:pPr algn="ctr"/>
              <a:r>
                <a:rPr lang="en-US" altLang="zh-CN">
                  <a:latin typeface="黑体" pitchFamily="2" charset="-122"/>
                  <a:ea typeface="黑体" pitchFamily="2" charset="-122"/>
                </a:rPr>
                <a:t>……</a:t>
              </a:r>
            </a:p>
            <a:p>
              <a:pPr algn="ctr"/>
              <a:r>
                <a:rPr lang="en-US" altLang="zh-CN">
                  <a:latin typeface="黑体" pitchFamily="2" charset="-122"/>
                  <a:ea typeface="黑体" pitchFamily="2" charset="-122"/>
                </a:rPr>
                <a:t>a[9]</a:t>
              </a:r>
            </a:p>
          </p:txBody>
        </p:sp>
      </p:grpSp>
      <p:sp>
        <p:nvSpPr>
          <p:cNvPr id="124" name="Text Box 19"/>
          <p:cNvSpPr txBox="1">
            <a:spLocks noChangeArrowheads="1"/>
          </p:cNvSpPr>
          <p:nvPr/>
        </p:nvSpPr>
        <p:spPr bwMode="auto">
          <a:xfrm>
            <a:off x="2630488" y="1912938"/>
            <a:ext cx="1620837"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itchFamily="18" charset="0"/>
                <a:ea typeface="宋体" pitchFamily="2" charset="-122"/>
              </a:defRPr>
            </a:lvl1pPr>
            <a:lvl2pPr marL="742950" indent="-285750">
              <a:defRPr kumimoji="1" sz="2400">
                <a:solidFill>
                  <a:schemeClr val="tx1"/>
                </a:solidFill>
                <a:latin typeface="Times New Roman" pitchFamily="18" charset="0"/>
                <a:ea typeface="宋体" pitchFamily="2" charset="-122"/>
              </a:defRPr>
            </a:lvl2pPr>
            <a:lvl3pPr marL="1143000" indent="-228600">
              <a:defRPr kumimoji="1" sz="2400">
                <a:solidFill>
                  <a:schemeClr val="tx1"/>
                </a:solidFill>
                <a:latin typeface="Times New Roman" pitchFamily="18" charset="0"/>
                <a:ea typeface="宋体" pitchFamily="2" charset="-122"/>
              </a:defRPr>
            </a:lvl3pPr>
            <a:lvl4pPr marL="1600200" indent="-228600">
              <a:defRPr kumimoji="1" sz="2400">
                <a:solidFill>
                  <a:schemeClr val="tx1"/>
                </a:solidFill>
                <a:latin typeface="Times New Roman" pitchFamily="18" charset="0"/>
                <a:ea typeface="宋体" pitchFamily="2" charset="-122"/>
              </a:defRPr>
            </a:lvl4pPr>
            <a:lvl5pPr marL="2057400" indent="-22860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zh-CN" altLang="en-US" sz="2800">
                <a:latin typeface="黑体" pitchFamily="2" charset="-122"/>
                <a:ea typeface="黑体" pitchFamily="2" charset="-122"/>
              </a:rPr>
              <a:t>地址关系</a:t>
            </a:r>
          </a:p>
        </p:txBody>
      </p:sp>
      <p:sp>
        <p:nvSpPr>
          <p:cNvPr id="125" name="Text Box 20"/>
          <p:cNvSpPr txBox="1">
            <a:spLocks noChangeArrowheads="1"/>
          </p:cNvSpPr>
          <p:nvPr/>
        </p:nvSpPr>
        <p:spPr bwMode="auto">
          <a:xfrm>
            <a:off x="4459288" y="1870075"/>
            <a:ext cx="1620837"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itchFamily="18" charset="0"/>
                <a:ea typeface="宋体" pitchFamily="2" charset="-122"/>
              </a:defRPr>
            </a:lvl1pPr>
            <a:lvl2pPr marL="742950" indent="-285750">
              <a:defRPr kumimoji="1" sz="2400">
                <a:solidFill>
                  <a:schemeClr val="tx1"/>
                </a:solidFill>
                <a:latin typeface="Times New Roman" pitchFamily="18" charset="0"/>
                <a:ea typeface="宋体" pitchFamily="2" charset="-122"/>
              </a:defRPr>
            </a:lvl2pPr>
            <a:lvl3pPr marL="1143000" indent="-228600">
              <a:defRPr kumimoji="1" sz="2400">
                <a:solidFill>
                  <a:schemeClr val="tx1"/>
                </a:solidFill>
                <a:latin typeface="Times New Roman" pitchFamily="18" charset="0"/>
                <a:ea typeface="宋体" pitchFamily="2" charset="-122"/>
              </a:defRPr>
            </a:lvl3pPr>
            <a:lvl4pPr marL="1600200" indent="-228600">
              <a:defRPr kumimoji="1" sz="2400">
                <a:solidFill>
                  <a:schemeClr val="tx1"/>
                </a:solidFill>
                <a:latin typeface="Times New Roman" pitchFamily="18" charset="0"/>
                <a:ea typeface="宋体" pitchFamily="2" charset="-122"/>
              </a:defRPr>
            </a:lvl4pPr>
            <a:lvl5pPr marL="2057400" indent="-22860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zh-CN" altLang="en-US" sz="2800">
                <a:latin typeface="黑体" pitchFamily="2" charset="-122"/>
                <a:ea typeface="黑体" pitchFamily="2" charset="-122"/>
              </a:rPr>
              <a:t>内容关系</a:t>
            </a:r>
          </a:p>
        </p:txBody>
      </p:sp>
    </p:spTree>
    <p:extLst>
      <p:ext uri="{BB962C8B-B14F-4D97-AF65-F5344CB8AC3E}">
        <p14:creationId xmlns:p14="http://schemas.microsoft.com/office/powerpoint/2010/main" val="428724572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nodeType="clickEffect">
                                  <p:stCondLst>
                                    <p:cond delay="0"/>
                                  </p:stCondLst>
                                  <p:childTnLst>
                                    <p:set>
                                      <p:cBhvr>
                                        <p:cTn id="6" dur="1" fill="hold">
                                          <p:stCondLst>
                                            <p:cond delay="0"/>
                                          </p:stCondLst>
                                        </p:cTn>
                                        <p:tgtEl>
                                          <p:spTgt spid="115">
                                            <p:txEl>
                                              <p:pRg st="0" end="0"/>
                                            </p:txEl>
                                          </p:spTgt>
                                        </p:tgtEl>
                                        <p:attrNameLst>
                                          <p:attrName>style.visibility</p:attrName>
                                        </p:attrNameLst>
                                      </p:cBhvr>
                                      <p:to>
                                        <p:strVal val="visible"/>
                                      </p:to>
                                    </p:set>
                                    <p:animEffect transition="in" filter="slide(fromBottom)">
                                      <p:cBhvr>
                                        <p:cTn id="7" dur="500"/>
                                        <p:tgtEl>
                                          <p:spTgt spid="11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4" fill="hold" nodeType="clickEffect">
                                  <p:stCondLst>
                                    <p:cond delay="0"/>
                                  </p:stCondLst>
                                  <p:childTnLst>
                                    <p:set>
                                      <p:cBhvr>
                                        <p:cTn id="11" dur="1" fill="hold">
                                          <p:stCondLst>
                                            <p:cond delay="0"/>
                                          </p:stCondLst>
                                        </p:cTn>
                                        <p:tgtEl>
                                          <p:spTgt spid="115">
                                            <p:txEl>
                                              <p:pRg st="1" end="1"/>
                                            </p:txEl>
                                          </p:spTgt>
                                        </p:tgtEl>
                                        <p:attrNameLst>
                                          <p:attrName>style.visibility</p:attrName>
                                        </p:attrNameLst>
                                      </p:cBhvr>
                                      <p:to>
                                        <p:strVal val="visible"/>
                                      </p:to>
                                    </p:set>
                                    <p:animEffect transition="in" filter="slide(fromBottom)">
                                      <p:cBhvr>
                                        <p:cTn id="12" dur="500"/>
                                        <p:tgtEl>
                                          <p:spTgt spid="11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2" presetClass="entr" presetSubtype="4" fill="hold" grpId="0" nodeType="clickEffect">
                                  <p:stCondLst>
                                    <p:cond delay="0"/>
                                  </p:stCondLst>
                                  <p:childTnLst>
                                    <p:set>
                                      <p:cBhvr>
                                        <p:cTn id="16" dur="1" fill="hold">
                                          <p:stCondLst>
                                            <p:cond delay="0"/>
                                          </p:stCondLst>
                                        </p:cTn>
                                        <p:tgtEl>
                                          <p:spTgt spid="124"/>
                                        </p:tgtEl>
                                        <p:attrNameLst>
                                          <p:attrName>style.visibility</p:attrName>
                                        </p:attrNameLst>
                                      </p:cBhvr>
                                      <p:to>
                                        <p:strVal val="visible"/>
                                      </p:to>
                                    </p:set>
                                    <p:animEffect transition="in" filter="slide(fromBottom)">
                                      <p:cBhvr>
                                        <p:cTn id="17" dur="500"/>
                                        <p:tgtEl>
                                          <p:spTgt spid="124"/>
                                        </p:tgtEl>
                                      </p:cBhvr>
                                    </p:animEffect>
                                  </p:childTnLst>
                                </p:cTn>
                              </p:par>
                            </p:childTnLst>
                          </p:cTn>
                        </p:par>
                        <p:par>
                          <p:cTn id="18" fill="hold" nodeType="afterGroup">
                            <p:stCondLst>
                              <p:cond delay="500"/>
                            </p:stCondLst>
                            <p:childTnLst>
                              <p:par>
                                <p:cTn id="19" presetID="10" presetClass="entr" presetSubtype="0" fill="hold" nodeType="afterEffect">
                                  <p:stCondLst>
                                    <p:cond delay="0"/>
                                  </p:stCondLst>
                                  <p:childTnLst>
                                    <p:set>
                                      <p:cBhvr>
                                        <p:cTn id="20" dur="1" fill="hold">
                                          <p:stCondLst>
                                            <p:cond delay="0"/>
                                          </p:stCondLst>
                                        </p:cTn>
                                        <p:tgtEl>
                                          <p:spTgt spid="2"/>
                                        </p:tgtEl>
                                        <p:attrNameLst>
                                          <p:attrName>style.visibility</p:attrName>
                                        </p:attrNameLst>
                                      </p:cBhvr>
                                      <p:to>
                                        <p:strVal val="visible"/>
                                      </p:to>
                                    </p:set>
                                    <p:animEffect transition="in" filter="fade">
                                      <p:cBhvr>
                                        <p:cTn id="21" dur="500"/>
                                        <p:tgtEl>
                                          <p:spTgt spid="2"/>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12" presetClass="exit" presetSubtype="4" fill="hold" grpId="1" nodeType="clickEffect">
                                  <p:stCondLst>
                                    <p:cond delay="0"/>
                                  </p:stCondLst>
                                  <p:childTnLst>
                                    <p:animEffect transition="out" filter="slide(fromBottom)">
                                      <p:cBhvr>
                                        <p:cTn id="25" dur="500"/>
                                        <p:tgtEl>
                                          <p:spTgt spid="124"/>
                                        </p:tgtEl>
                                      </p:cBhvr>
                                    </p:animEffect>
                                    <p:set>
                                      <p:cBhvr>
                                        <p:cTn id="26" dur="1" fill="hold">
                                          <p:stCondLst>
                                            <p:cond delay="499"/>
                                          </p:stCondLst>
                                        </p:cTn>
                                        <p:tgtEl>
                                          <p:spTgt spid="124"/>
                                        </p:tgtEl>
                                        <p:attrNameLst>
                                          <p:attrName>style.visibility</p:attrName>
                                        </p:attrNameLst>
                                      </p:cBhvr>
                                      <p:to>
                                        <p:strVal val="hidden"/>
                                      </p:to>
                                    </p:set>
                                  </p:childTnLst>
                                </p:cTn>
                              </p:par>
                              <p:par>
                                <p:cTn id="27" presetID="12" presetClass="exit" presetSubtype="4" fill="hold" nodeType="withEffect">
                                  <p:stCondLst>
                                    <p:cond delay="0"/>
                                  </p:stCondLst>
                                  <p:childTnLst>
                                    <p:animEffect transition="out" filter="slide(fromBottom)">
                                      <p:cBhvr>
                                        <p:cTn id="28" dur="500"/>
                                        <p:tgtEl>
                                          <p:spTgt spid="2"/>
                                        </p:tgtEl>
                                      </p:cBhvr>
                                    </p:animEffect>
                                    <p:set>
                                      <p:cBhvr>
                                        <p:cTn id="29" dur="1" fill="hold">
                                          <p:stCondLst>
                                            <p:cond delay="499"/>
                                          </p:stCondLst>
                                        </p:cTn>
                                        <p:tgtEl>
                                          <p:spTgt spid="2"/>
                                        </p:tgtEl>
                                        <p:attrNameLst>
                                          <p:attrName>style.visibility</p:attrName>
                                        </p:attrNameLst>
                                      </p:cBhvr>
                                      <p:to>
                                        <p:strVal val="hidden"/>
                                      </p:to>
                                    </p:set>
                                  </p:childTnLst>
                                </p:cTn>
                              </p:par>
                            </p:childTnLst>
                          </p:cTn>
                        </p:par>
                      </p:childTnLst>
                    </p:cTn>
                  </p:par>
                  <p:par>
                    <p:cTn id="30" fill="hold" nodeType="clickPar">
                      <p:stCondLst>
                        <p:cond delay="indefinite"/>
                      </p:stCondLst>
                      <p:childTnLst>
                        <p:par>
                          <p:cTn id="31" fill="hold" nodeType="withGroup">
                            <p:stCondLst>
                              <p:cond delay="0"/>
                            </p:stCondLst>
                            <p:childTnLst>
                              <p:par>
                                <p:cTn id="32" presetID="12" presetClass="entr" presetSubtype="4" fill="hold" grpId="0" nodeType="clickEffect">
                                  <p:stCondLst>
                                    <p:cond delay="0"/>
                                  </p:stCondLst>
                                  <p:childTnLst>
                                    <p:set>
                                      <p:cBhvr>
                                        <p:cTn id="33" dur="1" fill="hold">
                                          <p:stCondLst>
                                            <p:cond delay="0"/>
                                          </p:stCondLst>
                                        </p:cTn>
                                        <p:tgtEl>
                                          <p:spTgt spid="125"/>
                                        </p:tgtEl>
                                        <p:attrNameLst>
                                          <p:attrName>style.visibility</p:attrName>
                                        </p:attrNameLst>
                                      </p:cBhvr>
                                      <p:to>
                                        <p:strVal val="visible"/>
                                      </p:to>
                                    </p:set>
                                    <p:animEffect transition="in" filter="slide(fromBottom)">
                                      <p:cBhvr>
                                        <p:cTn id="34" dur="500"/>
                                        <p:tgtEl>
                                          <p:spTgt spid="125"/>
                                        </p:tgtEl>
                                      </p:cBhvr>
                                    </p:animEffect>
                                  </p:childTnLst>
                                </p:cTn>
                              </p:par>
                            </p:childTnLst>
                          </p:cTn>
                        </p:par>
                        <p:par>
                          <p:cTn id="35" fill="hold" nodeType="afterGroup">
                            <p:stCondLst>
                              <p:cond delay="500"/>
                            </p:stCondLst>
                            <p:childTnLst>
                              <p:par>
                                <p:cTn id="36" presetID="10" presetClass="entr" presetSubtype="0" fill="hold" nodeType="afterEffect">
                                  <p:stCondLst>
                                    <p:cond delay="0"/>
                                  </p:stCondLst>
                                  <p:childTnLst>
                                    <p:set>
                                      <p:cBhvr>
                                        <p:cTn id="37" dur="1" fill="hold">
                                          <p:stCondLst>
                                            <p:cond delay="0"/>
                                          </p:stCondLst>
                                        </p:cTn>
                                        <p:tgtEl>
                                          <p:spTgt spid="3"/>
                                        </p:tgtEl>
                                        <p:attrNameLst>
                                          <p:attrName>style.visibility</p:attrName>
                                        </p:attrNameLst>
                                      </p:cBhvr>
                                      <p:to>
                                        <p:strVal val="visible"/>
                                      </p:to>
                                    </p:set>
                                    <p:animEffect transition="in" filter="fade">
                                      <p:cBhvr>
                                        <p:cTn id="38"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4" grpId="0"/>
      <p:bldP spid="124" grpId="1"/>
      <p:bldP spid="125" grpId="0"/>
    </p:bldLst>
  </p:timing>
</p:sld>
</file>

<file path=ppt/slides/slide5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42" name="Rectangle 2"/>
          <p:cNvSpPr>
            <a:spLocks noGrp="1" noChangeArrowheads="1"/>
          </p:cNvSpPr>
          <p:nvPr>
            <p:ph type="title"/>
          </p:nvPr>
        </p:nvSpPr>
        <p:spPr>
          <a:xfrm>
            <a:off x="285750" y="642938"/>
            <a:ext cx="8572500" cy="769937"/>
          </a:xfrm>
          <a:effectLst/>
        </p:spPr>
        <p:txBody>
          <a:bodyPr anchor="ctr"/>
          <a:lstStyle/>
          <a:p>
            <a:pPr eaLnBrk="1" hangingPunct="1"/>
            <a:r>
              <a:rPr lang="en-US" altLang="zh-CN" sz="4000" b="1" dirty="0">
                <a:solidFill>
                  <a:schemeClr val="accent2"/>
                </a:solidFill>
                <a:latin typeface="黑体" panose="02010609060101010101" pitchFamily="49" charset="-122"/>
                <a:ea typeface="黑体" panose="02010609060101010101" pitchFamily="49" charset="-122"/>
              </a:rPr>
              <a:t>8.3.3 </a:t>
            </a:r>
            <a:r>
              <a:rPr lang="zh-CN" altLang="zh-CN" sz="4000" b="1" dirty="0">
                <a:solidFill>
                  <a:schemeClr val="accent2"/>
                </a:solidFill>
                <a:latin typeface="黑体" panose="02010609060101010101" pitchFamily="49" charset="-122"/>
                <a:ea typeface="黑体" panose="02010609060101010101" pitchFamily="49" charset="-122"/>
              </a:rPr>
              <a:t>通过指针引用数组元素</a:t>
            </a:r>
            <a:endParaRPr lang="zh-CN" altLang="en-US" sz="4000" b="1" dirty="0">
              <a:solidFill>
                <a:schemeClr val="accent2"/>
              </a:solidFill>
              <a:latin typeface="黑体" panose="02010609060101010101" pitchFamily="49" charset="-122"/>
              <a:ea typeface="黑体" panose="02010609060101010101" pitchFamily="49" charset="-122"/>
            </a:endParaRPr>
          </a:p>
        </p:txBody>
      </p:sp>
      <p:sp>
        <p:nvSpPr>
          <p:cNvPr id="51203" name="Rectangle 3"/>
          <p:cNvSpPr>
            <a:spLocks noGrp="1" noChangeArrowheads="1"/>
          </p:cNvSpPr>
          <p:nvPr>
            <p:ph type="body" idx="1"/>
          </p:nvPr>
        </p:nvSpPr>
        <p:spPr>
          <a:xfrm>
            <a:off x="395536" y="1484784"/>
            <a:ext cx="8503989" cy="4357688"/>
          </a:xfrm>
        </p:spPr>
        <p:txBody>
          <a:bodyPr/>
          <a:lstStyle/>
          <a:p>
            <a:pPr marL="0" indent="0">
              <a:lnSpc>
                <a:spcPct val="150000"/>
              </a:lnSpc>
              <a:spcBef>
                <a:spcPts val="0"/>
              </a:spcBef>
            </a:pPr>
            <a:r>
              <a:rPr lang="zh-CN" altLang="zh-CN" sz="2800" dirty="0" smtClean="0">
                <a:latin typeface="黑体" pitchFamily="49" charset="-122"/>
                <a:ea typeface="黑体" pitchFamily="49" charset="-122"/>
              </a:rPr>
              <a:t>引用一个数组元素，可用下面两种方法：</a:t>
            </a:r>
            <a:r>
              <a:rPr lang="en-US" altLang="zh-CN" sz="2800" dirty="0" smtClean="0">
                <a:latin typeface="黑体" pitchFamily="49" charset="-122"/>
                <a:ea typeface="黑体" pitchFamily="49" charset="-122"/>
              </a:rPr>
              <a:t> </a:t>
            </a:r>
          </a:p>
          <a:p>
            <a:pPr marL="0" indent="0">
              <a:lnSpc>
                <a:spcPct val="150000"/>
              </a:lnSpc>
              <a:spcBef>
                <a:spcPts val="0"/>
              </a:spcBef>
            </a:pPr>
            <a:r>
              <a:rPr lang="en-US" altLang="zh-CN" sz="2800" dirty="0">
                <a:latin typeface="黑体" pitchFamily="49" charset="-122"/>
                <a:ea typeface="黑体" pitchFamily="49" charset="-122"/>
              </a:rPr>
              <a:t> </a:t>
            </a:r>
            <a:r>
              <a:rPr lang="en-US" altLang="zh-CN" sz="2800" dirty="0" smtClean="0">
                <a:latin typeface="黑体" pitchFamily="49" charset="-122"/>
                <a:ea typeface="黑体" pitchFamily="49" charset="-122"/>
              </a:rPr>
              <a:t>  </a:t>
            </a:r>
            <a:r>
              <a:rPr lang="en-US" altLang="zh-CN" sz="2800" dirty="0" smtClean="0">
                <a:latin typeface="宋体" pitchFamily="2" charset="-122"/>
                <a:ea typeface="宋体" pitchFamily="2" charset="-122"/>
              </a:rPr>
              <a:t>(</a:t>
            </a:r>
            <a:r>
              <a:rPr lang="zh-CN" altLang="zh-CN" sz="2800" dirty="0" smtClean="0">
                <a:latin typeface="宋体" pitchFamily="2" charset="-122"/>
                <a:ea typeface="宋体" pitchFamily="2" charset="-122"/>
              </a:rPr>
              <a:t>１</a:t>
            </a:r>
            <a:r>
              <a:rPr lang="en-US" altLang="zh-CN" sz="2800" dirty="0" smtClean="0">
                <a:latin typeface="宋体" pitchFamily="2" charset="-122"/>
                <a:ea typeface="宋体" pitchFamily="2" charset="-122"/>
              </a:rPr>
              <a:t>)</a:t>
            </a:r>
            <a:r>
              <a:rPr lang="zh-CN" altLang="zh-CN" sz="2800" dirty="0" smtClean="0">
                <a:solidFill>
                  <a:srgbClr val="00B050"/>
                </a:solidFill>
                <a:latin typeface="黑体" pitchFamily="49" charset="-122"/>
                <a:ea typeface="黑体" pitchFamily="49" charset="-122"/>
              </a:rPr>
              <a:t>下标法</a:t>
            </a:r>
            <a:r>
              <a:rPr lang="zh-CN" altLang="zh-CN" sz="2800" dirty="0" smtClean="0">
                <a:latin typeface="黑体" pitchFamily="49" charset="-122"/>
                <a:ea typeface="黑体" pitchFamily="49" charset="-122"/>
              </a:rPr>
              <a:t>，如</a:t>
            </a:r>
            <a:r>
              <a:rPr lang="en-US" altLang="zh-CN" sz="2800" dirty="0" smtClean="0">
                <a:solidFill>
                  <a:srgbClr val="FF0000"/>
                </a:solidFill>
                <a:latin typeface="黑体" pitchFamily="49" charset="-122"/>
                <a:ea typeface="黑体" pitchFamily="49" charset="-122"/>
              </a:rPr>
              <a:t>a[i]</a:t>
            </a:r>
            <a:r>
              <a:rPr lang="zh-CN" altLang="zh-CN" sz="2800" dirty="0" smtClean="0">
                <a:latin typeface="黑体" pitchFamily="49" charset="-122"/>
                <a:ea typeface="黑体" pitchFamily="49" charset="-122"/>
              </a:rPr>
              <a:t>形式</a:t>
            </a:r>
          </a:p>
          <a:p>
            <a:pPr marL="0" indent="0">
              <a:lnSpc>
                <a:spcPct val="150000"/>
              </a:lnSpc>
              <a:spcBef>
                <a:spcPts val="0"/>
              </a:spcBef>
              <a:buFont typeface="Wingdings" pitchFamily="2" charset="2"/>
              <a:buNone/>
            </a:pPr>
            <a:r>
              <a:rPr lang="en-US" altLang="zh-CN" sz="2800" dirty="0" smtClean="0">
                <a:latin typeface="黑体" pitchFamily="49" charset="-122"/>
                <a:ea typeface="黑体" pitchFamily="49" charset="-122"/>
              </a:rPr>
              <a:t>   </a:t>
            </a:r>
            <a:r>
              <a:rPr lang="en-US" altLang="zh-CN" sz="2800" dirty="0" smtClean="0">
                <a:latin typeface="宋体" pitchFamily="2" charset="-122"/>
                <a:ea typeface="宋体" pitchFamily="2" charset="-122"/>
              </a:rPr>
              <a:t>(</a:t>
            </a:r>
            <a:r>
              <a:rPr lang="zh-CN" altLang="zh-CN" sz="2800" dirty="0" smtClean="0">
                <a:latin typeface="宋体" pitchFamily="2" charset="-122"/>
                <a:ea typeface="宋体" pitchFamily="2" charset="-122"/>
              </a:rPr>
              <a:t>２</a:t>
            </a:r>
            <a:r>
              <a:rPr lang="en-US" altLang="zh-CN" sz="2800" dirty="0" smtClean="0">
                <a:latin typeface="宋体" pitchFamily="2" charset="-122"/>
                <a:ea typeface="宋体" pitchFamily="2" charset="-122"/>
              </a:rPr>
              <a:t>)</a:t>
            </a:r>
            <a:r>
              <a:rPr lang="zh-CN" altLang="zh-CN" sz="2800" dirty="0" smtClean="0">
                <a:solidFill>
                  <a:srgbClr val="00B050"/>
                </a:solidFill>
                <a:latin typeface="黑体" pitchFamily="49" charset="-122"/>
                <a:ea typeface="黑体" pitchFamily="49" charset="-122"/>
              </a:rPr>
              <a:t>指针法</a:t>
            </a:r>
            <a:r>
              <a:rPr lang="zh-CN" altLang="zh-CN" sz="2800" dirty="0" smtClean="0">
                <a:latin typeface="黑体" pitchFamily="49" charset="-122"/>
                <a:ea typeface="黑体" pitchFamily="49" charset="-122"/>
              </a:rPr>
              <a:t>，如</a:t>
            </a:r>
            <a:r>
              <a:rPr lang="en-US" altLang="zh-CN" sz="2800" dirty="0" smtClean="0">
                <a:solidFill>
                  <a:srgbClr val="FF0000"/>
                </a:solidFill>
                <a:latin typeface="黑体" pitchFamily="49" charset="-122"/>
                <a:ea typeface="黑体" pitchFamily="49" charset="-122"/>
              </a:rPr>
              <a:t>*(</a:t>
            </a:r>
            <a:r>
              <a:rPr lang="en-US" altLang="zh-CN" sz="2800" dirty="0" err="1" smtClean="0">
                <a:solidFill>
                  <a:srgbClr val="FF0000"/>
                </a:solidFill>
                <a:latin typeface="黑体" pitchFamily="49" charset="-122"/>
                <a:ea typeface="黑体" pitchFamily="49" charset="-122"/>
              </a:rPr>
              <a:t>a+i</a:t>
            </a:r>
            <a:r>
              <a:rPr lang="en-US" altLang="zh-CN" sz="2800" dirty="0" smtClean="0">
                <a:solidFill>
                  <a:srgbClr val="FF0000"/>
                </a:solidFill>
                <a:latin typeface="黑体" pitchFamily="49" charset="-122"/>
                <a:ea typeface="黑体" pitchFamily="49" charset="-122"/>
              </a:rPr>
              <a:t>)</a:t>
            </a:r>
            <a:r>
              <a:rPr lang="zh-CN" altLang="zh-CN" sz="2800" dirty="0" smtClean="0">
                <a:latin typeface="黑体" pitchFamily="49" charset="-122"/>
                <a:ea typeface="黑体" pitchFamily="49" charset="-122"/>
              </a:rPr>
              <a:t>或</a:t>
            </a:r>
            <a:r>
              <a:rPr lang="en-US" altLang="zh-CN" sz="2800" dirty="0" smtClean="0">
                <a:solidFill>
                  <a:srgbClr val="FF0000"/>
                </a:solidFill>
                <a:latin typeface="黑体" pitchFamily="49" charset="-122"/>
                <a:ea typeface="黑体" pitchFamily="49" charset="-122"/>
              </a:rPr>
              <a:t>*(</a:t>
            </a:r>
            <a:r>
              <a:rPr lang="en-US" altLang="zh-CN" sz="2800" dirty="0" err="1" smtClean="0">
                <a:solidFill>
                  <a:srgbClr val="FF0000"/>
                </a:solidFill>
                <a:latin typeface="黑体" pitchFamily="49" charset="-122"/>
                <a:ea typeface="黑体" pitchFamily="49" charset="-122"/>
              </a:rPr>
              <a:t>p+i</a:t>
            </a:r>
            <a:r>
              <a:rPr lang="en-US" altLang="zh-CN" sz="2800" dirty="0" smtClean="0">
                <a:solidFill>
                  <a:srgbClr val="FF0000"/>
                </a:solidFill>
                <a:latin typeface="黑体" pitchFamily="49" charset="-122"/>
                <a:ea typeface="黑体" pitchFamily="49" charset="-122"/>
              </a:rPr>
              <a:t>)</a:t>
            </a:r>
          </a:p>
          <a:p>
            <a:pPr marL="0" indent="0">
              <a:lnSpc>
                <a:spcPct val="150000"/>
              </a:lnSpc>
              <a:spcBef>
                <a:spcPts val="0"/>
              </a:spcBef>
              <a:buFont typeface="Wingdings" pitchFamily="2" charset="2"/>
              <a:buNone/>
            </a:pPr>
            <a:r>
              <a:rPr lang="en-US" altLang="zh-CN" sz="2800" dirty="0" smtClean="0">
                <a:latin typeface="黑体" pitchFamily="49" charset="-122"/>
                <a:ea typeface="黑体" pitchFamily="49" charset="-122"/>
              </a:rPr>
              <a:t>  </a:t>
            </a:r>
            <a:r>
              <a:rPr lang="zh-CN" altLang="zh-CN" sz="2800" dirty="0" smtClean="0">
                <a:latin typeface="黑体" pitchFamily="49" charset="-122"/>
                <a:ea typeface="黑体" pitchFamily="49" charset="-122"/>
              </a:rPr>
              <a:t>其中</a:t>
            </a:r>
            <a:r>
              <a:rPr lang="en-US" altLang="zh-CN" sz="2800" dirty="0" smtClean="0">
                <a:latin typeface="黑体" pitchFamily="49" charset="-122"/>
                <a:ea typeface="黑体" pitchFamily="49" charset="-122"/>
              </a:rPr>
              <a:t>a</a:t>
            </a:r>
            <a:r>
              <a:rPr lang="zh-CN" altLang="zh-CN" sz="2800" dirty="0" smtClean="0">
                <a:latin typeface="黑体" pitchFamily="49" charset="-122"/>
                <a:ea typeface="黑体" pitchFamily="49" charset="-122"/>
              </a:rPr>
              <a:t>是数组名，</a:t>
            </a:r>
            <a:r>
              <a:rPr lang="en-US" altLang="zh-CN" sz="2800" dirty="0" smtClean="0">
                <a:latin typeface="黑体" pitchFamily="49" charset="-122"/>
                <a:ea typeface="黑体" pitchFamily="49" charset="-122"/>
              </a:rPr>
              <a:t>p</a:t>
            </a:r>
            <a:r>
              <a:rPr lang="zh-CN" altLang="zh-CN" sz="2800" dirty="0" smtClean="0">
                <a:latin typeface="黑体" pitchFamily="49" charset="-122"/>
                <a:ea typeface="黑体" pitchFamily="49" charset="-122"/>
              </a:rPr>
              <a:t>是指向数组元素的指针变量，其初值</a:t>
            </a:r>
            <a:r>
              <a:rPr lang="en-US" altLang="zh-CN" sz="2800" dirty="0" smtClean="0">
                <a:latin typeface="黑体" pitchFamily="49" charset="-122"/>
                <a:ea typeface="黑体" pitchFamily="49" charset="-122"/>
              </a:rPr>
              <a:t>p=a</a:t>
            </a:r>
            <a:r>
              <a:rPr lang="zh-CN" altLang="en-US" sz="2800" dirty="0" smtClean="0">
                <a:latin typeface="黑体" pitchFamily="49" charset="-122"/>
                <a:ea typeface="黑体" pitchFamily="49" charset="-122"/>
              </a:rPr>
              <a:t>。</a:t>
            </a:r>
            <a:endParaRPr lang="en-US" altLang="zh-CN" sz="2800" dirty="0" smtClean="0">
              <a:latin typeface="黑体" pitchFamily="49" charset="-122"/>
              <a:ea typeface="黑体" pitchFamily="49" charset="-122"/>
            </a:endParaRPr>
          </a:p>
        </p:txBody>
      </p:sp>
      <p:pic>
        <p:nvPicPr>
          <p:cNvPr id="51204" name="图片 3" descr="Untitled2.png">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429625" y="6143625"/>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57887312"/>
      </p:ext>
    </p:extLst>
  </p:cSld>
  <p:clrMapOvr>
    <a:masterClrMapping/>
  </p:clrMapOvr>
  <p:transition spd="med">
    <p:blinds/>
  </p:transition>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42" name="Rectangle 2"/>
          <p:cNvSpPr>
            <a:spLocks noGrp="1" noChangeArrowheads="1"/>
          </p:cNvSpPr>
          <p:nvPr>
            <p:ph type="title"/>
          </p:nvPr>
        </p:nvSpPr>
        <p:spPr>
          <a:xfrm>
            <a:off x="327025" y="404664"/>
            <a:ext cx="8572500" cy="769937"/>
          </a:xfrm>
          <a:effectLst/>
        </p:spPr>
        <p:txBody>
          <a:bodyPr anchor="ctr"/>
          <a:lstStyle/>
          <a:p>
            <a:pPr eaLnBrk="1" hangingPunct="1"/>
            <a:r>
              <a:rPr lang="en-US" altLang="zh-CN" sz="4000" b="1" dirty="0">
                <a:solidFill>
                  <a:schemeClr val="accent2"/>
                </a:solidFill>
                <a:latin typeface="黑体" panose="02010609060101010101" pitchFamily="49" charset="-122"/>
                <a:ea typeface="黑体" panose="02010609060101010101" pitchFamily="49" charset="-122"/>
              </a:rPr>
              <a:t>8.3.3 </a:t>
            </a:r>
            <a:r>
              <a:rPr lang="zh-CN" altLang="zh-CN" sz="4000" b="1" dirty="0">
                <a:solidFill>
                  <a:schemeClr val="accent2"/>
                </a:solidFill>
                <a:latin typeface="黑体" panose="02010609060101010101" pitchFamily="49" charset="-122"/>
                <a:ea typeface="黑体" panose="02010609060101010101" pitchFamily="49" charset="-122"/>
              </a:rPr>
              <a:t>通过指针引用数组元素</a:t>
            </a:r>
            <a:endParaRPr lang="zh-CN" altLang="en-US" sz="4000" b="1" dirty="0">
              <a:solidFill>
                <a:schemeClr val="accent2"/>
              </a:solidFill>
              <a:latin typeface="黑体" panose="02010609060101010101" pitchFamily="49" charset="-122"/>
              <a:ea typeface="黑体" panose="02010609060101010101" pitchFamily="49" charset="-122"/>
            </a:endParaRPr>
          </a:p>
        </p:txBody>
      </p:sp>
      <p:sp>
        <p:nvSpPr>
          <p:cNvPr id="6147" name="Rectangle 3"/>
          <p:cNvSpPr>
            <a:spLocks noGrp="1" noChangeArrowheads="1"/>
          </p:cNvSpPr>
          <p:nvPr>
            <p:ph type="body" idx="1"/>
          </p:nvPr>
        </p:nvSpPr>
        <p:spPr>
          <a:xfrm>
            <a:off x="592137" y="1196752"/>
            <a:ext cx="8307388" cy="4357688"/>
          </a:xfrm>
        </p:spPr>
        <p:txBody>
          <a:bodyPr/>
          <a:lstStyle/>
          <a:p>
            <a:pPr marL="0" indent="0">
              <a:lnSpc>
                <a:spcPct val="150000"/>
              </a:lnSpc>
              <a:spcBef>
                <a:spcPts val="0"/>
              </a:spcBef>
              <a:buFont typeface="Wingdings" pitchFamily="2" charset="2"/>
              <a:buNone/>
            </a:pPr>
            <a:r>
              <a:rPr lang="zh-CN" altLang="zh-CN" sz="2800" dirty="0" smtClean="0">
                <a:latin typeface="黑体" pitchFamily="49" charset="-122"/>
                <a:ea typeface="黑体" pitchFamily="49" charset="-122"/>
              </a:rPr>
              <a:t>例</a:t>
            </a:r>
            <a:r>
              <a:rPr lang="en-US" altLang="zh-CN" sz="2800" dirty="0" smtClean="0">
                <a:latin typeface="黑体" pitchFamily="49" charset="-122"/>
                <a:ea typeface="黑体" pitchFamily="49" charset="-122"/>
              </a:rPr>
              <a:t>8.6 </a:t>
            </a:r>
            <a:r>
              <a:rPr lang="zh-CN" altLang="zh-CN" sz="2800" dirty="0" smtClean="0">
                <a:latin typeface="黑体" pitchFamily="49" charset="-122"/>
                <a:ea typeface="黑体" pitchFamily="49" charset="-122"/>
              </a:rPr>
              <a:t>有一个整型数组</a:t>
            </a:r>
            <a:r>
              <a:rPr lang="en-US" altLang="zh-CN" sz="2800" dirty="0" smtClean="0">
                <a:latin typeface="黑体" pitchFamily="49" charset="-122"/>
                <a:ea typeface="黑体" pitchFamily="49" charset="-122"/>
              </a:rPr>
              <a:t>a</a:t>
            </a:r>
            <a:r>
              <a:rPr lang="zh-CN" altLang="zh-CN" sz="2800" dirty="0" smtClean="0">
                <a:latin typeface="黑体" pitchFamily="49" charset="-122"/>
                <a:ea typeface="黑体" pitchFamily="49" charset="-122"/>
              </a:rPr>
              <a:t>，有</a:t>
            </a:r>
            <a:r>
              <a:rPr lang="en-US" altLang="zh-CN" sz="2800" dirty="0" smtClean="0">
                <a:latin typeface="黑体" pitchFamily="49" charset="-122"/>
                <a:ea typeface="黑体" pitchFamily="49" charset="-122"/>
              </a:rPr>
              <a:t>10</a:t>
            </a:r>
            <a:r>
              <a:rPr lang="zh-CN" altLang="zh-CN" sz="2800" dirty="0" smtClean="0">
                <a:latin typeface="黑体" pitchFamily="49" charset="-122"/>
                <a:ea typeface="黑体" pitchFamily="49" charset="-122"/>
              </a:rPr>
              <a:t>个元素，要求输出数组中的全部元素。</a:t>
            </a:r>
          </a:p>
          <a:p>
            <a:pPr marL="0" indent="0">
              <a:lnSpc>
                <a:spcPct val="150000"/>
              </a:lnSpc>
              <a:spcBef>
                <a:spcPts val="0"/>
              </a:spcBef>
            </a:pPr>
            <a:r>
              <a:rPr lang="zh-CN" altLang="zh-CN" sz="2800" dirty="0" smtClean="0">
                <a:latin typeface="黑体" pitchFamily="49" charset="-122"/>
                <a:ea typeface="黑体" pitchFamily="49" charset="-122"/>
              </a:rPr>
              <a:t>解题思路：引用数组中各元素的值有</a:t>
            </a:r>
            <a:r>
              <a:rPr lang="en-US" altLang="zh-CN" sz="2800" dirty="0" smtClean="0">
                <a:latin typeface="黑体" pitchFamily="49" charset="-122"/>
                <a:ea typeface="黑体" pitchFamily="49" charset="-122"/>
              </a:rPr>
              <a:t>3</a:t>
            </a:r>
            <a:r>
              <a:rPr lang="zh-CN" altLang="zh-CN" sz="2800" dirty="0" smtClean="0">
                <a:latin typeface="黑体" pitchFamily="49" charset="-122"/>
                <a:ea typeface="黑体" pitchFamily="49" charset="-122"/>
              </a:rPr>
              <a:t>种方法：</a:t>
            </a:r>
            <a:endParaRPr lang="en-US" altLang="zh-CN" sz="2800" dirty="0" smtClean="0">
              <a:latin typeface="黑体" pitchFamily="49" charset="-122"/>
              <a:ea typeface="黑体" pitchFamily="49" charset="-122"/>
            </a:endParaRPr>
          </a:p>
          <a:p>
            <a:pPr marL="0" indent="0">
              <a:lnSpc>
                <a:spcPct val="150000"/>
              </a:lnSpc>
              <a:spcBef>
                <a:spcPts val="0"/>
              </a:spcBef>
            </a:pPr>
            <a:r>
              <a:rPr lang="en-US" altLang="zh-CN" sz="2800" dirty="0" smtClean="0">
                <a:latin typeface="黑体" pitchFamily="49" charset="-122"/>
                <a:ea typeface="黑体" pitchFamily="49" charset="-122"/>
              </a:rPr>
              <a:t>(1)</a:t>
            </a:r>
            <a:r>
              <a:rPr lang="zh-CN" altLang="zh-CN" sz="2800" dirty="0" smtClean="0">
                <a:solidFill>
                  <a:srgbClr val="0000FF"/>
                </a:solidFill>
                <a:latin typeface="黑体" pitchFamily="49" charset="-122"/>
                <a:ea typeface="黑体" pitchFamily="49" charset="-122"/>
              </a:rPr>
              <a:t>下标法</a:t>
            </a:r>
            <a:r>
              <a:rPr lang="zh-CN" altLang="en-US" sz="2800" dirty="0" smtClean="0">
                <a:latin typeface="黑体" pitchFamily="49" charset="-122"/>
                <a:ea typeface="黑体" pitchFamily="49" charset="-122"/>
              </a:rPr>
              <a:t>；</a:t>
            </a:r>
            <a:endParaRPr lang="en-US" altLang="zh-CN" sz="2800" dirty="0" smtClean="0">
              <a:latin typeface="黑体" pitchFamily="49" charset="-122"/>
              <a:ea typeface="黑体" pitchFamily="49" charset="-122"/>
            </a:endParaRPr>
          </a:p>
          <a:p>
            <a:pPr marL="0" indent="0">
              <a:lnSpc>
                <a:spcPct val="150000"/>
              </a:lnSpc>
              <a:spcBef>
                <a:spcPts val="0"/>
              </a:spcBef>
            </a:pPr>
            <a:r>
              <a:rPr lang="en-US" altLang="zh-CN" sz="2800" dirty="0" smtClean="0">
                <a:latin typeface="黑体" pitchFamily="49" charset="-122"/>
                <a:ea typeface="黑体" pitchFamily="49" charset="-122"/>
              </a:rPr>
              <a:t>(2)</a:t>
            </a:r>
            <a:r>
              <a:rPr lang="zh-CN" altLang="zh-CN" sz="2800" dirty="0" smtClean="0">
                <a:latin typeface="黑体" pitchFamily="49" charset="-122"/>
                <a:ea typeface="黑体" pitchFamily="49" charset="-122"/>
              </a:rPr>
              <a:t>通过</a:t>
            </a:r>
            <a:r>
              <a:rPr lang="zh-CN" altLang="zh-CN" sz="2800" dirty="0" smtClean="0">
                <a:solidFill>
                  <a:srgbClr val="0000FF"/>
                </a:solidFill>
                <a:latin typeface="黑体" pitchFamily="49" charset="-122"/>
                <a:ea typeface="黑体" pitchFamily="49" charset="-122"/>
              </a:rPr>
              <a:t>数组名计算数组元素地址</a:t>
            </a:r>
            <a:r>
              <a:rPr lang="zh-CN" altLang="zh-CN" sz="2800" dirty="0" smtClean="0">
                <a:latin typeface="黑体" pitchFamily="49" charset="-122"/>
                <a:ea typeface="黑体" pitchFamily="49" charset="-122"/>
              </a:rPr>
              <a:t>，找出元素的值</a:t>
            </a:r>
            <a:r>
              <a:rPr lang="zh-CN" altLang="en-US" sz="2800" dirty="0" smtClean="0">
                <a:latin typeface="黑体" pitchFamily="49" charset="-122"/>
                <a:ea typeface="黑体" pitchFamily="49" charset="-122"/>
              </a:rPr>
              <a:t>；</a:t>
            </a:r>
            <a:r>
              <a:rPr lang="en-US" altLang="zh-CN" sz="2800" dirty="0" smtClean="0">
                <a:latin typeface="黑体" pitchFamily="49" charset="-122"/>
                <a:ea typeface="黑体" pitchFamily="49" charset="-122"/>
              </a:rPr>
              <a:t>(3)</a:t>
            </a:r>
            <a:r>
              <a:rPr lang="zh-CN" altLang="zh-CN" sz="2800" dirty="0" smtClean="0">
                <a:solidFill>
                  <a:srgbClr val="0000FF"/>
                </a:solidFill>
                <a:latin typeface="黑体" pitchFamily="49" charset="-122"/>
                <a:ea typeface="黑体" pitchFamily="49" charset="-122"/>
              </a:rPr>
              <a:t>用指针变量指向数组元素</a:t>
            </a:r>
            <a:r>
              <a:rPr lang="zh-CN" altLang="en-US" sz="2800" dirty="0" smtClean="0">
                <a:solidFill>
                  <a:srgbClr val="0000FF"/>
                </a:solidFill>
                <a:latin typeface="黑体" pitchFamily="49" charset="-122"/>
                <a:ea typeface="黑体" pitchFamily="49" charset="-122"/>
              </a:rPr>
              <a:t>。</a:t>
            </a:r>
            <a:endParaRPr lang="en-US" altLang="zh-CN" sz="2800" dirty="0" smtClean="0">
              <a:solidFill>
                <a:srgbClr val="0000FF"/>
              </a:solidFill>
              <a:latin typeface="黑体" pitchFamily="49" charset="-122"/>
              <a:ea typeface="黑体" pitchFamily="49" charset="-122"/>
            </a:endParaRPr>
          </a:p>
          <a:p>
            <a:pPr marL="0" indent="0">
              <a:lnSpc>
                <a:spcPct val="150000"/>
              </a:lnSpc>
              <a:spcBef>
                <a:spcPts val="0"/>
              </a:spcBef>
            </a:pPr>
            <a:r>
              <a:rPr lang="zh-CN" altLang="zh-CN" sz="2800" dirty="0" smtClean="0">
                <a:latin typeface="黑体" pitchFamily="49" charset="-122"/>
                <a:ea typeface="黑体" pitchFamily="49" charset="-122"/>
              </a:rPr>
              <a:t>分别写出程序，以资比较分析。</a:t>
            </a:r>
            <a:endParaRPr lang="en-US" altLang="zh-CN" sz="2800" dirty="0" smtClean="0">
              <a:latin typeface="黑体" pitchFamily="49" charset="-122"/>
              <a:ea typeface="黑体" pitchFamily="49" charset="-122"/>
            </a:endParaRPr>
          </a:p>
        </p:txBody>
      </p:sp>
      <p:pic>
        <p:nvPicPr>
          <p:cNvPr id="52228" name="图片 3" descr="Untitled2.png">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429625" y="6143625"/>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24596308"/>
      </p:ext>
    </p:extLst>
  </p:cSld>
  <p:clrMapOvr>
    <a:masterClrMapping/>
  </p:clrMapOvr>
  <p:transition spd="med">
    <p:blinds/>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nodeType="afterEffect">
                                  <p:stCondLst>
                                    <p:cond delay="0"/>
                                  </p:stCondLst>
                                  <p:childTnLst>
                                    <p:set>
                                      <p:cBhvr>
                                        <p:cTn id="6" dur="1" fill="hold">
                                          <p:stCondLst>
                                            <p:cond delay="0"/>
                                          </p:stCondLst>
                                        </p:cTn>
                                        <p:tgtEl>
                                          <p:spTgt spid="6147">
                                            <p:txEl>
                                              <p:pRg st="1" end="1"/>
                                            </p:txEl>
                                          </p:spTgt>
                                        </p:tgtEl>
                                        <p:attrNameLst>
                                          <p:attrName>style.visibility</p:attrName>
                                        </p:attrNameLst>
                                      </p:cBhvr>
                                      <p:to>
                                        <p:strVal val="visible"/>
                                      </p:to>
                                    </p:set>
                                    <p:animEffect transition="in" filter="blinds(horizontal)">
                                      <p:cBhvr>
                                        <p:cTn id="7" dur="500"/>
                                        <p:tgtEl>
                                          <p:spTgt spid="6147">
                                            <p:txEl>
                                              <p:pRg st="1" end="1"/>
                                            </p:txEl>
                                          </p:spTgt>
                                        </p:tgtEl>
                                      </p:cBhvr>
                                    </p:animEffect>
                                  </p:childTnLst>
                                </p:cTn>
                              </p:par>
                            </p:childTnLst>
                          </p:cTn>
                        </p:par>
                        <p:par>
                          <p:cTn id="8" fill="hold">
                            <p:stCondLst>
                              <p:cond delay="500"/>
                            </p:stCondLst>
                            <p:childTnLst>
                              <p:par>
                                <p:cTn id="9" presetID="3" presetClass="entr" presetSubtype="10" fill="hold" nodeType="afterEffect">
                                  <p:stCondLst>
                                    <p:cond delay="0"/>
                                  </p:stCondLst>
                                  <p:childTnLst>
                                    <p:set>
                                      <p:cBhvr>
                                        <p:cTn id="10" dur="1" fill="hold">
                                          <p:stCondLst>
                                            <p:cond delay="0"/>
                                          </p:stCondLst>
                                        </p:cTn>
                                        <p:tgtEl>
                                          <p:spTgt spid="6147">
                                            <p:txEl>
                                              <p:pRg st="2" end="2"/>
                                            </p:txEl>
                                          </p:spTgt>
                                        </p:tgtEl>
                                        <p:attrNameLst>
                                          <p:attrName>style.visibility</p:attrName>
                                        </p:attrNameLst>
                                      </p:cBhvr>
                                      <p:to>
                                        <p:strVal val="visible"/>
                                      </p:to>
                                    </p:set>
                                    <p:animEffect transition="in" filter="blinds(horizontal)">
                                      <p:cBhvr>
                                        <p:cTn id="11" dur="500"/>
                                        <p:tgtEl>
                                          <p:spTgt spid="6147">
                                            <p:txEl>
                                              <p:pRg st="2" end="2"/>
                                            </p:txEl>
                                          </p:spTgt>
                                        </p:tgtEl>
                                      </p:cBhvr>
                                    </p:animEffect>
                                  </p:childTnLst>
                                </p:cTn>
                              </p:par>
                            </p:childTnLst>
                          </p:cTn>
                        </p:par>
                        <p:par>
                          <p:cTn id="12" fill="hold">
                            <p:stCondLst>
                              <p:cond delay="1000"/>
                            </p:stCondLst>
                            <p:childTnLst>
                              <p:par>
                                <p:cTn id="13" presetID="3" presetClass="entr" presetSubtype="10" fill="hold" nodeType="afterEffect">
                                  <p:stCondLst>
                                    <p:cond delay="0"/>
                                  </p:stCondLst>
                                  <p:childTnLst>
                                    <p:set>
                                      <p:cBhvr>
                                        <p:cTn id="14" dur="1" fill="hold">
                                          <p:stCondLst>
                                            <p:cond delay="0"/>
                                          </p:stCondLst>
                                        </p:cTn>
                                        <p:tgtEl>
                                          <p:spTgt spid="6147">
                                            <p:txEl>
                                              <p:pRg st="3" end="3"/>
                                            </p:txEl>
                                          </p:spTgt>
                                        </p:tgtEl>
                                        <p:attrNameLst>
                                          <p:attrName>style.visibility</p:attrName>
                                        </p:attrNameLst>
                                      </p:cBhvr>
                                      <p:to>
                                        <p:strVal val="visible"/>
                                      </p:to>
                                    </p:set>
                                    <p:animEffect transition="in" filter="blinds(horizontal)">
                                      <p:cBhvr>
                                        <p:cTn id="15" dur="500"/>
                                        <p:tgtEl>
                                          <p:spTgt spid="6147">
                                            <p:txEl>
                                              <p:pRg st="3" end="3"/>
                                            </p:txEl>
                                          </p:spTgt>
                                        </p:tgtEl>
                                      </p:cBhvr>
                                    </p:animEffect>
                                  </p:childTnLst>
                                </p:cTn>
                              </p:par>
                            </p:childTnLst>
                          </p:cTn>
                        </p:par>
                        <p:par>
                          <p:cTn id="16" fill="hold" nodeType="afterGroup">
                            <p:stCondLst>
                              <p:cond delay="1500"/>
                            </p:stCondLst>
                            <p:childTnLst>
                              <p:par>
                                <p:cTn id="17" presetID="3" presetClass="entr" presetSubtype="10" fill="hold" nodeType="afterEffect">
                                  <p:stCondLst>
                                    <p:cond delay="0"/>
                                  </p:stCondLst>
                                  <p:childTnLst>
                                    <p:set>
                                      <p:cBhvr>
                                        <p:cTn id="18" dur="1" fill="hold">
                                          <p:stCondLst>
                                            <p:cond delay="0"/>
                                          </p:stCondLst>
                                        </p:cTn>
                                        <p:tgtEl>
                                          <p:spTgt spid="6147">
                                            <p:txEl>
                                              <p:pRg st="4" end="4"/>
                                            </p:txEl>
                                          </p:spTgt>
                                        </p:tgtEl>
                                        <p:attrNameLst>
                                          <p:attrName>style.visibility</p:attrName>
                                        </p:attrNameLst>
                                      </p:cBhvr>
                                      <p:to>
                                        <p:strVal val="visible"/>
                                      </p:to>
                                    </p:set>
                                    <p:animEffect transition="in" filter="blinds(horizontal)">
                                      <p:cBhvr>
                                        <p:cTn id="19" dur="500"/>
                                        <p:tgtEl>
                                          <p:spTgt spid="614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内容占位符 2"/>
          <p:cNvSpPr>
            <a:spLocks noGrp="1"/>
          </p:cNvSpPr>
          <p:nvPr>
            <p:ph idx="1"/>
          </p:nvPr>
        </p:nvSpPr>
        <p:spPr>
          <a:xfrm>
            <a:off x="257175" y="471100"/>
            <a:ext cx="8407400" cy="5410200"/>
          </a:xfrm>
        </p:spPr>
        <p:txBody>
          <a:bodyPr/>
          <a:lstStyle/>
          <a:p>
            <a:pPr>
              <a:lnSpc>
                <a:spcPct val="100000"/>
              </a:lnSpc>
              <a:buFont typeface="Wingdings" pitchFamily="2" charset="2"/>
              <a:buNone/>
            </a:pPr>
            <a:r>
              <a:rPr lang="en-US" altLang="zh-CN" sz="2800" dirty="0" smtClean="0">
                <a:latin typeface="黑体" pitchFamily="49" charset="-122"/>
                <a:ea typeface="黑体" pitchFamily="49" charset="-122"/>
              </a:rPr>
              <a:t>(1) </a:t>
            </a:r>
            <a:r>
              <a:rPr lang="zh-CN" altLang="zh-CN" sz="2800" dirty="0" smtClean="0">
                <a:latin typeface="黑体" pitchFamily="49" charset="-122"/>
                <a:ea typeface="黑体" pitchFamily="49" charset="-122"/>
              </a:rPr>
              <a:t>下标法。</a:t>
            </a:r>
            <a:r>
              <a:rPr lang="en-US" altLang="zh-CN" sz="2800" dirty="0" smtClean="0">
                <a:latin typeface="黑体" pitchFamily="49" charset="-122"/>
                <a:ea typeface="黑体" pitchFamily="49" charset="-122"/>
              </a:rPr>
              <a:t> </a:t>
            </a:r>
            <a:endParaRPr lang="zh-CN" altLang="zh-CN" sz="2800" dirty="0" smtClean="0">
              <a:latin typeface="黑体" pitchFamily="49" charset="-122"/>
              <a:ea typeface="黑体" pitchFamily="49" charset="-122"/>
            </a:endParaRPr>
          </a:p>
          <a:p>
            <a:pPr>
              <a:lnSpc>
                <a:spcPct val="100000"/>
              </a:lnSpc>
              <a:buFont typeface="Wingdings" pitchFamily="2" charset="2"/>
              <a:buNone/>
            </a:pPr>
            <a:r>
              <a:rPr lang="en-US" altLang="zh-CN" sz="2800" dirty="0" smtClean="0"/>
              <a:t>#include &lt;</a:t>
            </a:r>
            <a:r>
              <a:rPr lang="en-US" altLang="zh-CN" sz="2800" dirty="0" err="1" smtClean="0"/>
              <a:t>stdio.h</a:t>
            </a:r>
            <a:r>
              <a:rPr lang="en-US" altLang="zh-CN" sz="2800" dirty="0" smtClean="0"/>
              <a:t>&gt;</a:t>
            </a:r>
            <a:endParaRPr lang="zh-CN" altLang="zh-CN" sz="2800" dirty="0" smtClean="0"/>
          </a:p>
          <a:p>
            <a:pPr>
              <a:lnSpc>
                <a:spcPct val="100000"/>
              </a:lnSpc>
              <a:buFont typeface="Wingdings" pitchFamily="2" charset="2"/>
              <a:buNone/>
            </a:pPr>
            <a:r>
              <a:rPr lang="en-US" altLang="zh-CN" sz="2800" dirty="0" err="1" smtClean="0"/>
              <a:t>int</a:t>
            </a:r>
            <a:r>
              <a:rPr lang="en-US" altLang="zh-CN" sz="2800" dirty="0" smtClean="0"/>
              <a:t> main()</a:t>
            </a:r>
            <a:endParaRPr lang="zh-CN" altLang="zh-CN" sz="2800" dirty="0" smtClean="0"/>
          </a:p>
          <a:p>
            <a:pPr>
              <a:lnSpc>
                <a:spcPct val="100000"/>
              </a:lnSpc>
              <a:buFont typeface="Wingdings" pitchFamily="2" charset="2"/>
              <a:buNone/>
            </a:pPr>
            <a:r>
              <a:rPr lang="en-US" altLang="zh-CN" sz="2800" dirty="0" smtClean="0"/>
              <a:t>{ </a:t>
            </a:r>
            <a:r>
              <a:rPr lang="en-US" altLang="zh-CN" sz="2800" dirty="0" err="1" smtClean="0"/>
              <a:t>int</a:t>
            </a:r>
            <a:r>
              <a:rPr lang="en-US" altLang="zh-CN" sz="2800" dirty="0" smtClean="0"/>
              <a:t> a[10];  </a:t>
            </a:r>
            <a:r>
              <a:rPr lang="en-US" altLang="zh-CN" sz="2800" dirty="0" err="1" smtClean="0"/>
              <a:t>int</a:t>
            </a:r>
            <a:r>
              <a:rPr lang="en-US" altLang="zh-CN" sz="2800" dirty="0" smtClean="0"/>
              <a:t> i;</a:t>
            </a:r>
            <a:endParaRPr lang="zh-CN" altLang="zh-CN" sz="2800" dirty="0" smtClean="0"/>
          </a:p>
          <a:p>
            <a:pPr>
              <a:lnSpc>
                <a:spcPct val="100000"/>
              </a:lnSpc>
              <a:buFont typeface="Wingdings" pitchFamily="2" charset="2"/>
              <a:buNone/>
            </a:pPr>
            <a:r>
              <a:rPr lang="en-US" altLang="zh-CN" sz="2800" dirty="0" smtClean="0"/>
              <a:t>   </a:t>
            </a:r>
            <a:r>
              <a:rPr lang="en-US" altLang="zh-CN" sz="2800" dirty="0" err="1" smtClean="0"/>
              <a:t>printf</a:t>
            </a:r>
            <a:r>
              <a:rPr lang="en-US" altLang="zh-CN" sz="2800" dirty="0" smtClean="0"/>
              <a:t>(“enter 10 integer numbers:\n");</a:t>
            </a:r>
            <a:endParaRPr lang="zh-CN" altLang="zh-CN" sz="2800" dirty="0" smtClean="0"/>
          </a:p>
          <a:p>
            <a:pPr>
              <a:lnSpc>
                <a:spcPct val="100000"/>
              </a:lnSpc>
              <a:buFont typeface="Wingdings" pitchFamily="2" charset="2"/>
              <a:buNone/>
            </a:pPr>
            <a:r>
              <a:rPr lang="en-US" altLang="zh-CN" sz="2800" dirty="0" smtClean="0"/>
              <a:t>   for(i=0;i&lt;10;i++) </a:t>
            </a:r>
          </a:p>
          <a:p>
            <a:pPr>
              <a:lnSpc>
                <a:spcPct val="100000"/>
              </a:lnSpc>
              <a:buFont typeface="Wingdings" pitchFamily="2" charset="2"/>
              <a:buNone/>
            </a:pPr>
            <a:r>
              <a:rPr lang="en-US" altLang="zh-CN" sz="2800" dirty="0"/>
              <a:t> </a:t>
            </a:r>
            <a:r>
              <a:rPr lang="en-US" altLang="zh-CN" sz="2800" dirty="0" smtClean="0"/>
              <a:t>      </a:t>
            </a:r>
            <a:r>
              <a:rPr lang="en-US" altLang="zh-CN" sz="2800" dirty="0" err="1" smtClean="0"/>
              <a:t>scanf</a:t>
            </a:r>
            <a:r>
              <a:rPr lang="en-US" altLang="zh-CN" sz="2800" dirty="0" smtClean="0"/>
              <a:t>("%</a:t>
            </a:r>
            <a:r>
              <a:rPr lang="en-US" altLang="zh-CN" sz="2800" dirty="0" err="1" smtClean="0"/>
              <a:t>d",&amp;a</a:t>
            </a:r>
            <a:r>
              <a:rPr lang="en-US" altLang="zh-CN" sz="2800" dirty="0" smtClean="0"/>
              <a:t>[i]);</a:t>
            </a:r>
            <a:endParaRPr lang="zh-CN" altLang="zh-CN" sz="2800" dirty="0" smtClean="0"/>
          </a:p>
          <a:p>
            <a:pPr>
              <a:lnSpc>
                <a:spcPct val="100000"/>
              </a:lnSpc>
              <a:buFont typeface="Wingdings" pitchFamily="2" charset="2"/>
              <a:buNone/>
            </a:pPr>
            <a:r>
              <a:rPr lang="en-US" altLang="zh-CN" sz="2800" dirty="0" smtClean="0"/>
              <a:t>   for(i=0;i&lt;10;i++)  </a:t>
            </a:r>
          </a:p>
          <a:p>
            <a:pPr>
              <a:lnSpc>
                <a:spcPct val="100000"/>
              </a:lnSpc>
              <a:buFont typeface="Wingdings" pitchFamily="2" charset="2"/>
              <a:buNone/>
            </a:pPr>
            <a:r>
              <a:rPr lang="en-US" altLang="zh-CN" sz="2800" dirty="0"/>
              <a:t> </a:t>
            </a:r>
            <a:r>
              <a:rPr lang="en-US" altLang="zh-CN" sz="2800" dirty="0" smtClean="0"/>
              <a:t>         </a:t>
            </a:r>
            <a:r>
              <a:rPr lang="en-US" altLang="zh-CN" sz="2800" dirty="0" err="1" smtClean="0"/>
              <a:t>printf</a:t>
            </a:r>
            <a:r>
              <a:rPr lang="en-US" altLang="zh-CN" sz="2800" dirty="0" smtClean="0"/>
              <a:t>(“%d ”,</a:t>
            </a:r>
            <a:r>
              <a:rPr lang="en-US" altLang="zh-CN" sz="2800" dirty="0" smtClean="0">
                <a:solidFill>
                  <a:srgbClr val="FF0000"/>
                </a:solidFill>
              </a:rPr>
              <a:t>a[i]); </a:t>
            </a:r>
            <a:endParaRPr lang="zh-CN" altLang="zh-CN" sz="2800" dirty="0" smtClean="0">
              <a:solidFill>
                <a:srgbClr val="FF0000"/>
              </a:solidFill>
            </a:endParaRPr>
          </a:p>
          <a:p>
            <a:pPr>
              <a:lnSpc>
                <a:spcPct val="100000"/>
              </a:lnSpc>
              <a:buFont typeface="Wingdings" pitchFamily="2" charset="2"/>
              <a:buNone/>
            </a:pPr>
            <a:r>
              <a:rPr lang="en-US" altLang="zh-CN" sz="2800" dirty="0" smtClean="0"/>
              <a:t>   </a:t>
            </a:r>
            <a:r>
              <a:rPr lang="en-US" altLang="zh-CN" sz="2800" dirty="0" err="1" smtClean="0"/>
              <a:t>printf</a:t>
            </a:r>
            <a:r>
              <a:rPr lang="en-US" altLang="zh-CN" sz="2800" dirty="0" smtClean="0"/>
              <a:t>("%\n");</a:t>
            </a:r>
            <a:endParaRPr lang="zh-CN" altLang="zh-CN" sz="2800" dirty="0" smtClean="0"/>
          </a:p>
          <a:p>
            <a:pPr>
              <a:lnSpc>
                <a:spcPct val="100000"/>
              </a:lnSpc>
              <a:buFont typeface="Wingdings" pitchFamily="2" charset="2"/>
              <a:buNone/>
            </a:pPr>
            <a:r>
              <a:rPr lang="en-US" altLang="zh-CN" sz="2800" dirty="0" smtClean="0"/>
              <a:t>   return 0;</a:t>
            </a:r>
            <a:endParaRPr lang="zh-CN" altLang="zh-CN" sz="2800" dirty="0" smtClean="0"/>
          </a:p>
          <a:p>
            <a:pPr>
              <a:lnSpc>
                <a:spcPct val="100000"/>
              </a:lnSpc>
              <a:buFont typeface="Wingdings" pitchFamily="2" charset="2"/>
              <a:buNone/>
            </a:pPr>
            <a:r>
              <a:rPr lang="en-US" altLang="zh-CN" sz="2800" dirty="0" smtClean="0"/>
              <a:t> }</a:t>
            </a:r>
            <a:endParaRPr lang="zh-CN" altLang="zh-CN" sz="2800" dirty="0" smtClean="0"/>
          </a:p>
          <a:p>
            <a:pPr>
              <a:lnSpc>
                <a:spcPct val="100000"/>
              </a:lnSpc>
              <a:buFont typeface="Wingdings" pitchFamily="2" charset="2"/>
              <a:buNone/>
            </a:pPr>
            <a:endParaRPr lang="zh-CN" altLang="en-US" sz="2800" dirty="0" smtClean="0"/>
          </a:p>
        </p:txBody>
      </p:sp>
      <p:grpSp>
        <p:nvGrpSpPr>
          <p:cNvPr id="2" name="组合 7"/>
          <p:cNvGrpSpPr>
            <a:grpSpLocks/>
          </p:cNvGrpSpPr>
          <p:nvPr/>
        </p:nvGrpSpPr>
        <p:grpSpPr bwMode="auto">
          <a:xfrm>
            <a:off x="3649668" y="5343614"/>
            <a:ext cx="5241925" cy="1063625"/>
            <a:chOff x="3286115" y="5000636"/>
            <a:chExt cx="5241488" cy="1063352"/>
          </a:xfrm>
        </p:grpSpPr>
        <p:pic>
          <p:nvPicPr>
            <p:cNvPr id="53253"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86116" y="5000636"/>
              <a:ext cx="5241487" cy="3429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3254"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86115" y="5345300"/>
              <a:ext cx="3750495" cy="357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3255"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86115" y="5702490"/>
              <a:ext cx="3750495" cy="357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3256"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34753" y="5286388"/>
              <a:ext cx="1484509" cy="77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53252" name="图片 7" descr="Untitled2.png">
            <a:hlinkClick r:id="rId5" action="ppaction://hlinksldjump"/>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8429625" y="6143625"/>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6161542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53250">
                                            <p:txEl>
                                              <p:pRg st="7" end="7"/>
                                            </p:txEl>
                                          </p:spTgt>
                                        </p:tgtEl>
                                        <p:attrNameLst>
                                          <p:attrName>style.visibility</p:attrName>
                                        </p:attrNameLst>
                                      </p:cBhvr>
                                      <p:to>
                                        <p:strVal val="visible"/>
                                      </p:to>
                                    </p:set>
                                    <p:anim calcmode="lin" valueType="num">
                                      <p:cBhvr additive="base">
                                        <p:cTn id="12" dur="500" fill="hold"/>
                                        <p:tgtEl>
                                          <p:spTgt spid="53250">
                                            <p:txEl>
                                              <p:pRg st="7" end="7"/>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53250">
                                            <p:txEl>
                                              <p:pRg st="7" end="7"/>
                                            </p:txEl>
                                          </p:spTgt>
                                        </p:tgtEl>
                                        <p:attrNameLst>
                                          <p:attrName>ppt_y</p:attrName>
                                        </p:attrNameLst>
                                      </p:cBhvr>
                                      <p:tavLst>
                                        <p:tav tm="0">
                                          <p:val>
                                            <p:strVal val="1+#ppt_h/2"/>
                                          </p:val>
                                        </p:tav>
                                        <p:tav tm="100000">
                                          <p:val>
                                            <p:strVal val="#ppt_y"/>
                                          </p:val>
                                        </p:tav>
                                      </p:tavLst>
                                    </p:anim>
                                  </p:childTnLst>
                                </p:cTn>
                              </p:par>
                              <p:par>
                                <p:cTn id="14" presetID="2" presetClass="entr" presetSubtype="4" fill="hold" nodeType="withEffect">
                                  <p:stCondLst>
                                    <p:cond delay="0"/>
                                  </p:stCondLst>
                                  <p:childTnLst>
                                    <p:set>
                                      <p:cBhvr>
                                        <p:cTn id="15" dur="1" fill="hold">
                                          <p:stCondLst>
                                            <p:cond delay="0"/>
                                          </p:stCondLst>
                                        </p:cTn>
                                        <p:tgtEl>
                                          <p:spTgt spid="53250">
                                            <p:txEl>
                                              <p:pRg st="8" end="8"/>
                                            </p:txEl>
                                          </p:spTgt>
                                        </p:tgtEl>
                                        <p:attrNameLst>
                                          <p:attrName>style.visibility</p:attrName>
                                        </p:attrNameLst>
                                      </p:cBhvr>
                                      <p:to>
                                        <p:strVal val="visible"/>
                                      </p:to>
                                    </p:set>
                                    <p:anim calcmode="lin" valueType="num">
                                      <p:cBhvr additive="base">
                                        <p:cTn id="16" dur="500" fill="hold"/>
                                        <p:tgtEl>
                                          <p:spTgt spid="53250">
                                            <p:txEl>
                                              <p:pRg st="8" end="8"/>
                                            </p:txEl>
                                          </p:spTgt>
                                        </p:tgtEl>
                                        <p:attrNameLst>
                                          <p:attrName>ppt_x</p:attrName>
                                        </p:attrNameLst>
                                      </p:cBhvr>
                                      <p:tavLst>
                                        <p:tav tm="0">
                                          <p:val>
                                            <p:strVal val="#ppt_x"/>
                                          </p:val>
                                        </p:tav>
                                        <p:tav tm="100000">
                                          <p:val>
                                            <p:strVal val="#ppt_x"/>
                                          </p:val>
                                        </p:tav>
                                      </p:tavLst>
                                    </p:anim>
                                    <p:anim calcmode="lin" valueType="num">
                                      <p:cBhvr additive="base">
                                        <p:cTn id="17" dur="500" fill="hold"/>
                                        <p:tgtEl>
                                          <p:spTgt spid="53250">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内容占位符 2"/>
          <p:cNvSpPr>
            <a:spLocks noGrp="1"/>
          </p:cNvSpPr>
          <p:nvPr>
            <p:ph idx="1"/>
          </p:nvPr>
        </p:nvSpPr>
        <p:spPr>
          <a:xfrm>
            <a:off x="349250" y="496722"/>
            <a:ext cx="8550275" cy="5643563"/>
          </a:xfrm>
        </p:spPr>
        <p:txBody>
          <a:bodyPr/>
          <a:lstStyle/>
          <a:p>
            <a:pPr>
              <a:lnSpc>
                <a:spcPct val="100000"/>
              </a:lnSpc>
              <a:buFont typeface="Wingdings" pitchFamily="2" charset="2"/>
              <a:buNone/>
            </a:pPr>
            <a:r>
              <a:rPr lang="en-US" altLang="zh-CN" sz="2800" dirty="0" smtClean="0">
                <a:latin typeface="黑体" pitchFamily="49" charset="-122"/>
                <a:ea typeface="黑体" pitchFamily="49" charset="-122"/>
              </a:rPr>
              <a:t>(2)</a:t>
            </a:r>
            <a:r>
              <a:rPr lang="zh-CN" altLang="zh-CN" sz="2800" dirty="0" smtClean="0">
                <a:latin typeface="黑体" pitchFamily="49" charset="-122"/>
                <a:ea typeface="黑体" pitchFamily="49" charset="-122"/>
              </a:rPr>
              <a:t> 通过数组名计算数组元素地址，找出元素的值</a:t>
            </a:r>
            <a:r>
              <a:rPr lang="zh-CN" altLang="en-US" sz="2800" dirty="0" smtClean="0">
                <a:latin typeface="黑体" pitchFamily="49" charset="-122"/>
                <a:ea typeface="黑体" pitchFamily="49" charset="-122"/>
              </a:rPr>
              <a:t>。</a:t>
            </a:r>
            <a:endParaRPr lang="zh-CN" altLang="zh-CN" sz="2800" dirty="0" smtClean="0">
              <a:latin typeface="黑体" pitchFamily="49" charset="-122"/>
              <a:ea typeface="黑体" pitchFamily="49" charset="-122"/>
            </a:endParaRPr>
          </a:p>
          <a:p>
            <a:pPr>
              <a:lnSpc>
                <a:spcPct val="100000"/>
              </a:lnSpc>
              <a:buFont typeface="Wingdings" pitchFamily="2" charset="2"/>
              <a:buNone/>
            </a:pPr>
            <a:r>
              <a:rPr lang="en-US" altLang="zh-CN" sz="2800" dirty="0" smtClean="0"/>
              <a:t>#include &lt;</a:t>
            </a:r>
            <a:r>
              <a:rPr lang="en-US" altLang="zh-CN" sz="2800" dirty="0" err="1" smtClean="0"/>
              <a:t>stdio.h</a:t>
            </a:r>
            <a:r>
              <a:rPr lang="en-US" altLang="zh-CN" sz="2800" dirty="0" smtClean="0"/>
              <a:t>&gt;</a:t>
            </a:r>
            <a:endParaRPr lang="zh-CN" altLang="zh-CN" sz="2800" dirty="0" smtClean="0"/>
          </a:p>
          <a:p>
            <a:pPr>
              <a:lnSpc>
                <a:spcPct val="100000"/>
              </a:lnSpc>
              <a:buFont typeface="Wingdings" pitchFamily="2" charset="2"/>
              <a:buNone/>
            </a:pPr>
            <a:r>
              <a:rPr lang="en-US" altLang="zh-CN" sz="2800" dirty="0" err="1" smtClean="0"/>
              <a:t>int</a:t>
            </a:r>
            <a:r>
              <a:rPr lang="en-US" altLang="zh-CN" sz="2800" dirty="0" smtClean="0"/>
              <a:t> main()</a:t>
            </a:r>
            <a:endParaRPr lang="zh-CN" altLang="zh-CN" sz="2800" dirty="0" smtClean="0"/>
          </a:p>
          <a:p>
            <a:pPr>
              <a:lnSpc>
                <a:spcPct val="100000"/>
              </a:lnSpc>
              <a:buFont typeface="Wingdings" pitchFamily="2" charset="2"/>
              <a:buNone/>
            </a:pPr>
            <a:r>
              <a:rPr lang="en-US" altLang="zh-CN" sz="2800" dirty="0" smtClean="0"/>
              <a:t>{ </a:t>
            </a:r>
            <a:r>
              <a:rPr lang="en-US" altLang="zh-CN" sz="2800" dirty="0" err="1" smtClean="0"/>
              <a:t>int</a:t>
            </a:r>
            <a:r>
              <a:rPr lang="en-US" altLang="zh-CN" sz="2800" dirty="0" smtClean="0"/>
              <a:t> a[10];  </a:t>
            </a:r>
            <a:r>
              <a:rPr lang="en-US" altLang="zh-CN" sz="2800" dirty="0" err="1" smtClean="0"/>
              <a:t>int</a:t>
            </a:r>
            <a:r>
              <a:rPr lang="en-US" altLang="zh-CN" sz="2800" dirty="0" smtClean="0"/>
              <a:t> i;</a:t>
            </a:r>
            <a:endParaRPr lang="zh-CN" altLang="zh-CN" sz="2800" dirty="0" smtClean="0"/>
          </a:p>
          <a:p>
            <a:pPr>
              <a:lnSpc>
                <a:spcPct val="100000"/>
              </a:lnSpc>
              <a:buFont typeface="Wingdings" pitchFamily="2" charset="2"/>
              <a:buNone/>
            </a:pPr>
            <a:r>
              <a:rPr lang="en-US" altLang="zh-CN" sz="2800" dirty="0" smtClean="0"/>
              <a:t>   </a:t>
            </a:r>
            <a:r>
              <a:rPr lang="en-US" altLang="zh-CN" sz="2800" dirty="0" err="1" smtClean="0"/>
              <a:t>printf</a:t>
            </a:r>
            <a:r>
              <a:rPr lang="en-US" altLang="zh-CN" sz="2800" dirty="0" smtClean="0"/>
              <a:t>(“enter 10 integer numbers:\n");</a:t>
            </a:r>
            <a:endParaRPr lang="zh-CN" altLang="zh-CN" sz="2800" dirty="0" smtClean="0"/>
          </a:p>
          <a:p>
            <a:pPr>
              <a:lnSpc>
                <a:spcPct val="100000"/>
              </a:lnSpc>
              <a:buFont typeface="Wingdings" pitchFamily="2" charset="2"/>
              <a:buNone/>
            </a:pPr>
            <a:r>
              <a:rPr lang="en-US" altLang="zh-CN" sz="2800" dirty="0" smtClean="0"/>
              <a:t>   for(i=0;i&lt;10;i++)  </a:t>
            </a:r>
          </a:p>
          <a:p>
            <a:pPr>
              <a:lnSpc>
                <a:spcPct val="100000"/>
              </a:lnSpc>
              <a:buFont typeface="Wingdings" pitchFamily="2" charset="2"/>
              <a:buNone/>
            </a:pPr>
            <a:r>
              <a:rPr lang="en-US" altLang="zh-CN" sz="2800" dirty="0"/>
              <a:t> </a:t>
            </a:r>
            <a:r>
              <a:rPr lang="en-US" altLang="zh-CN" sz="2800" dirty="0" smtClean="0"/>
              <a:t>         </a:t>
            </a:r>
            <a:r>
              <a:rPr lang="en-US" altLang="zh-CN" sz="2800" dirty="0" err="1" smtClean="0"/>
              <a:t>scanf</a:t>
            </a:r>
            <a:r>
              <a:rPr lang="en-US" altLang="zh-CN" sz="2800" dirty="0" smtClean="0"/>
              <a:t>("%</a:t>
            </a:r>
            <a:r>
              <a:rPr lang="en-US" altLang="zh-CN" sz="2800" dirty="0" err="1" smtClean="0"/>
              <a:t>d",&amp;a</a:t>
            </a:r>
            <a:r>
              <a:rPr lang="en-US" altLang="zh-CN" sz="2800" dirty="0" smtClean="0"/>
              <a:t>[i]);</a:t>
            </a:r>
            <a:endParaRPr lang="zh-CN" altLang="zh-CN" sz="2800" dirty="0" smtClean="0"/>
          </a:p>
          <a:p>
            <a:pPr>
              <a:lnSpc>
                <a:spcPct val="100000"/>
              </a:lnSpc>
              <a:buFont typeface="Wingdings" pitchFamily="2" charset="2"/>
              <a:buNone/>
            </a:pPr>
            <a:r>
              <a:rPr lang="en-US" altLang="zh-CN" sz="2800" dirty="0" smtClean="0"/>
              <a:t>   for(i=0;i&lt;10;i++)</a:t>
            </a:r>
          </a:p>
          <a:p>
            <a:pPr>
              <a:lnSpc>
                <a:spcPct val="100000"/>
              </a:lnSpc>
              <a:buFont typeface="Wingdings" pitchFamily="2" charset="2"/>
              <a:buNone/>
            </a:pPr>
            <a:r>
              <a:rPr lang="en-US" altLang="zh-CN" sz="2800" dirty="0" smtClean="0"/>
              <a:t>          </a:t>
            </a:r>
            <a:r>
              <a:rPr lang="en-US" altLang="zh-CN" sz="2800" dirty="0" err="1" smtClean="0"/>
              <a:t>printf</a:t>
            </a:r>
            <a:r>
              <a:rPr lang="en-US" altLang="zh-CN" sz="2800" dirty="0" smtClean="0"/>
              <a:t>(“%d </a:t>
            </a:r>
            <a:r>
              <a:rPr lang="en-US" altLang="zh-CN" sz="2800" dirty="0" smtClean="0">
                <a:solidFill>
                  <a:srgbClr val="FF0000"/>
                </a:solidFill>
              </a:rPr>
              <a:t>”,*(</a:t>
            </a:r>
            <a:r>
              <a:rPr lang="en-US" altLang="zh-CN" sz="2800" dirty="0" err="1" smtClean="0">
                <a:solidFill>
                  <a:srgbClr val="FF0000"/>
                </a:solidFill>
              </a:rPr>
              <a:t>a+i</a:t>
            </a:r>
            <a:r>
              <a:rPr lang="en-US" altLang="zh-CN" sz="2800" dirty="0" smtClean="0">
                <a:solidFill>
                  <a:srgbClr val="FF0000"/>
                </a:solidFill>
              </a:rPr>
              <a:t>)</a:t>
            </a:r>
            <a:r>
              <a:rPr lang="en-US" altLang="zh-CN" sz="2800" dirty="0" smtClean="0"/>
              <a:t>); </a:t>
            </a:r>
            <a:endParaRPr lang="zh-CN" altLang="zh-CN" sz="2800" dirty="0" smtClean="0"/>
          </a:p>
          <a:p>
            <a:pPr>
              <a:lnSpc>
                <a:spcPct val="100000"/>
              </a:lnSpc>
              <a:buFont typeface="Wingdings" pitchFamily="2" charset="2"/>
              <a:buNone/>
            </a:pPr>
            <a:r>
              <a:rPr lang="en-US" altLang="zh-CN" sz="2800" dirty="0" smtClean="0"/>
              <a:t>   </a:t>
            </a:r>
            <a:r>
              <a:rPr lang="en-US" altLang="zh-CN" sz="2800" dirty="0" err="1" smtClean="0"/>
              <a:t>printf</a:t>
            </a:r>
            <a:r>
              <a:rPr lang="en-US" altLang="zh-CN" sz="2800" dirty="0" smtClean="0"/>
              <a:t>("\n");</a:t>
            </a:r>
            <a:endParaRPr lang="zh-CN" altLang="zh-CN" sz="2800" dirty="0" smtClean="0"/>
          </a:p>
          <a:p>
            <a:pPr>
              <a:lnSpc>
                <a:spcPct val="100000"/>
              </a:lnSpc>
              <a:buFont typeface="Wingdings" pitchFamily="2" charset="2"/>
              <a:buNone/>
            </a:pPr>
            <a:r>
              <a:rPr lang="en-US" altLang="zh-CN" sz="2800" dirty="0" smtClean="0"/>
              <a:t>   return 0;</a:t>
            </a:r>
            <a:endParaRPr lang="zh-CN" altLang="zh-CN" sz="2800" dirty="0" smtClean="0"/>
          </a:p>
          <a:p>
            <a:pPr>
              <a:lnSpc>
                <a:spcPct val="100000"/>
              </a:lnSpc>
              <a:buFont typeface="Wingdings" pitchFamily="2" charset="2"/>
              <a:buNone/>
            </a:pPr>
            <a:r>
              <a:rPr lang="en-US" altLang="zh-CN" sz="2800" dirty="0" smtClean="0"/>
              <a:t> }</a:t>
            </a:r>
            <a:endParaRPr lang="zh-CN" altLang="en-US" sz="2800" dirty="0" smtClean="0"/>
          </a:p>
        </p:txBody>
      </p:sp>
      <p:sp>
        <p:nvSpPr>
          <p:cNvPr id="4" name="圆角矩形标注 3"/>
          <p:cNvSpPr/>
          <p:nvPr/>
        </p:nvSpPr>
        <p:spPr bwMode="auto">
          <a:xfrm>
            <a:off x="4211960" y="5257503"/>
            <a:ext cx="3168352" cy="642938"/>
          </a:xfrm>
          <a:prstGeom prst="wedgeRoundRectCallout">
            <a:avLst>
              <a:gd name="adj1" fmla="val -54108"/>
              <a:gd name="adj2" fmla="val -250918"/>
              <a:gd name="adj3" fmla="val 16667"/>
            </a:avLst>
          </a:prstGeom>
          <a:solidFill>
            <a:srgbClr val="FFFFCC"/>
          </a:solidFill>
          <a:ln w="9525" cap="flat" cmpd="sng" algn="ctr">
            <a:solidFill>
              <a:schemeClr val="tx1"/>
            </a:solidFill>
            <a:prstDash val="solid"/>
            <a:miter lim="800000"/>
            <a:headEnd type="none" w="med" len="med"/>
            <a:tailEnd type="none" w="med" len="med"/>
          </a:ln>
          <a:effectLst/>
        </p:spPr>
        <p:txBody>
          <a:bodyPr/>
          <a:lstStyle/>
          <a:p>
            <a:pPr algn="ctr">
              <a:defRPr/>
            </a:pPr>
            <a:r>
              <a:rPr lang="en-US" altLang="zh-CN" sz="2800" b="1" dirty="0" err="1">
                <a:solidFill>
                  <a:srgbClr val="0000CC"/>
                </a:solidFill>
                <a:latin typeface="+mn-lt"/>
                <a:ea typeface="+mn-ea"/>
              </a:rPr>
              <a:t>scanf</a:t>
            </a:r>
            <a:r>
              <a:rPr lang="en-US" altLang="zh-CN" sz="2800" b="1" dirty="0">
                <a:solidFill>
                  <a:srgbClr val="0000CC"/>
                </a:solidFill>
                <a:latin typeface="+mn-lt"/>
                <a:ea typeface="+mn-ea"/>
              </a:rPr>
              <a:t>("%</a:t>
            </a:r>
            <a:r>
              <a:rPr lang="en-US" altLang="zh-CN" sz="2800" b="1" dirty="0" err="1">
                <a:solidFill>
                  <a:srgbClr val="0000CC"/>
                </a:solidFill>
                <a:latin typeface="+mn-lt"/>
                <a:ea typeface="+mn-ea"/>
              </a:rPr>
              <a:t>d",a+i</a:t>
            </a:r>
            <a:r>
              <a:rPr lang="en-US" altLang="zh-CN" sz="2800" b="1" dirty="0">
                <a:solidFill>
                  <a:srgbClr val="0000CC"/>
                </a:solidFill>
                <a:latin typeface="+mn-lt"/>
                <a:ea typeface="+mn-ea"/>
              </a:rPr>
              <a:t>);</a:t>
            </a:r>
            <a:endParaRPr lang="zh-CN" altLang="en-US" sz="2800" b="1" dirty="0">
              <a:solidFill>
                <a:srgbClr val="0000CC"/>
              </a:solidFill>
              <a:latin typeface="+mn-lt"/>
              <a:ea typeface="+mn-ea"/>
            </a:endParaRPr>
          </a:p>
        </p:txBody>
      </p:sp>
      <p:pic>
        <p:nvPicPr>
          <p:cNvPr id="54276" name="图片 4" descr="Untitled2.png">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429625" y="6143625"/>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0065689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4274">
                                            <p:txEl>
                                              <p:pRg st="7" end="7"/>
                                            </p:txEl>
                                          </p:spTgt>
                                        </p:tgtEl>
                                        <p:attrNameLst>
                                          <p:attrName>style.visibility</p:attrName>
                                        </p:attrNameLst>
                                      </p:cBhvr>
                                      <p:to>
                                        <p:strVal val="visible"/>
                                      </p:to>
                                    </p:set>
                                    <p:anim calcmode="lin" valueType="num">
                                      <p:cBhvr additive="base">
                                        <p:cTn id="7" dur="500" fill="hold"/>
                                        <p:tgtEl>
                                          <p:spTgt spid="54274">
                                            <p:txEl>
                                              <p:pRg st="7" end="7"/>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4274">
                                            <p:txEl>
                                              <p:pRg st="7" end="7"/>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54274">
                                            <p:txEl>
                                              <p:pRg st="8" end="8"/>
                                            </p:txEl>
                                          </p:spTgt>
                                        </p:tgtEl>
                                        <p:attrNameLst>
                                          <p:attrName>style.visibility</p:attrName>
                                        </p:attrNameLst>
                                      </p:cBhvr>
                                      <p:to>
                                        <p:strVal val="visible"/>
                                      </p:to>
                                    </p:set>
                                    <p:anim calcmode="lin" valueType="num">
                                      <p:cBhvr additive="base">
                                        <p:cTn id="11" dur="500" fill="hold"/>
                                        <p:tgtEl>
                                          <p:spTgt spid="54274">
                                            <p:txEl>
                                              <p:pRg st="8" end="8"/>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54274">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blinds(horizontal)">
                                      <p:cBhvr>
                                        <p:cTn id="1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内容占位符 2"/>
          <p:cNvSpPr>
            <a:spLocks noGrp="1"/>
          </p:cNvSpPr>
          <p:nvPr>
            <p:ph idx="1"/>
          </p:nvPr>
        </p:nvSpPr>
        <p:spPr>
          <a:xfrm>
            <a:off x="323528" y="857250"/>
            <a:ext cx="8369622" cy="5267325"/>
          </a:xfrm>
        </p:spPr>
        <p:txBody>
          <a:bodyPr/>
          <a:lstStyle/>
          <a:p>
            <a:pPr marL="0" indent="0">
              <a:lnSpc>
                <a:spcPct val="150000"/>
              </a:lnSpc>
              <a:spcBef>
                <a:spcPts val="0"/>
              </a:spcBef>
            </a:pPr>
            <a:r>
              <a:rPr lang="en-US" altLang="zh-CN" sz="2800" dirty="0" smtClean="0">
                <a:latin typeface="黑体" pitchFamily="49" charset="-122"/>
                <a:ea typeface="黑体" pitchFamily="49" charset="-122"/>
              </a:rPr>
              <a:t>3</a:t>
            </a:r>
            <a:r>
              <a:rPr lang="zh-CN" altLang="zh-CN" sz="2800" dirty="0" smtClean="0">
                <a:latin typeface="黑体" pitchFamily="49" charset="-122"/>
                <a:ea typeface="黑体" pitchFamily="49" charset="-122"/>
              </a:rPr>
              <a:t>种方法的比较：</a:t>
            </a:r>
          </a:p>
          <a:p>
            <a:pPr marL="0" indent="0">
              <a:lnSpc>
                <a:spcPct val="150000"/>
              </a:lnSpc>
              <a:spcBef>
                <a:spcPts val="0"/>
              </a:spcBef>
              <a:buFont typeface="Wingdings" pitchFamily="2" charset="2"/>
              <a:buNone/>
            </a:pPr>
            <a:r>
              <a:rPr lang="zh-CN" altLang="zh-CN" sz="2800" dirty="0" smtClean="0">
                <a:latin typeface="黑体" pitchFamily="49" charset="-122"/>
                <a:ea typeface="黑体" pitchFamily="49" charset="-122"/>
              </a:rPr>
              <a:t>③ 用</a:t>
            </a:r>
            <a:r>
              <a:rPr lang="zh-CN" altLang="zh-CN" sz="2800" dirty="0" smtClean="0">
                <a:solidFill>
                  <a:srgbClr val="00B050"/>
                </a:solidFill>
                <a:latin typeface="黑体" pitchFamily="49" charset="-122"/>
                <a:ea typeface="黑体" pitchFamily="49" charset="-122"/>
              </a:rPr>
              <a:t>下标法</a:t>
            </a:r>
            <a:r>
              <a:rPr lang="zh-CN" altLang="zh-CN" sz="2800" dirty="0" smtClean="0">
                <a:latin typeface="黑体" pitchFamily="49" charset="-122"/>
                <a:ea typeface="黑体" pitchFamily="49" charset="-122"/>
              </a:rPr>
              <a:t>比较直观，能直接知道是第几个元素。</a:t>
            </a:r>
            <a:endParaRPr lang="en-US" altLang="zh-CN" sz="2800" dirty="0" smtClean="0">
              <a:latin typeface="黑体" pitchFamily="49" charset="-122"/>
              <a:ea typeface="黑体" pitchFamily="49" charset="-122"/>
            </a:endParaRPr>
          </a:p>
          <a:p>
            <a:pPr marL="0" indent="0">
              <a:lnSpc>
                <a:spcPct val="150000"/>
              </a:lnSpc>
              <a:spcBef>
                <a:spcPts val="0"/>
              </a:spcBef>
              <a:buFont typeface="Wingdings" pitchFamily="2" charset="2"/>
              <a:buNone/>
            </a:pPr>
            <a:r>
              <a:rPr lang="en-US" altLang="zh-CN" sz="2800" dirty="0" smtClean="0">
                <a:latin typeface="黑体" pitchFamily="49" charset="-122"/>
                <a:ea typeface="黑体" pitchFamily="49" charset="-122"/>
              </a:rPr>
              <a:t>   </a:t>
            </a:r>
            <a:r>
              <a:rPr lang="zh-CN" altLang="zh-CN" sz="2800" dirty="0" smtClean="0">
                <a:latin typeface="黑体" pitchFamily="49" charset="-122"/>
                <a:ea typeface="黑体" pitchFamily="49" charset="-122"/>
              </a:rPr>
              <a:t>用</a:t>
            </a:r>
            <a:r>
              <a:rPr lang="zh-CN" altLang="zh-CN" sz="2800" dirty="0" smtClean="0">
                <a:solidFill>
                  <a:srgbClr val="00B050"/>
                </a:solidFill>
                <a:latin typeface="黑体" pitchFamily="49" charset="-122"/>
                <a:ea typeface="黑体" pitchFamily="49" charset="-122"/>
              </a:rPr>
              <a:t>地址法</a:t>
            </a:r>
            <a:r>
              <a:rPr lang="zh-CN" altLang="zh-CN" sz="2800" dirty="0" smtClean="0">
                <a:latin typeface="黑体" pitchFamily="49" charset="-122"/>
                <a:ea typeface="黑体" pitchFamily="49" charset="-122"/>
              </a:rPr>
              <a:t>或</a:t>
            </a:r>
            <a:r>
              <a:rPr lang="zh-CN" altLang="zh-CN" sz="2800" dirty="0" smtClean="0">
                <a:solidFill>
                  <a:srgbClr val="00B050"/>
                </a:solidFill>
                <a:latin typeface="黑体" pitchFamily="49" charset="-122"/>
                <a:ea typeface="黑体" pitchFamily="49" charset="-122"/>
              </a:rPr>
              <a:t>指针变量的方法</a:t>
            </a:r>
            <a:r>
              <a:rPr lang="zh-CN" altLang="zh-CN" sz="2800" dirty="0" smtClean="0">
                <a:latin typeface="黑体" pitchFamily="49" charset="-122"/>
                <a:ea typeface="黑体" pitchFamily="49" charset="-122"/>
              </a:rPr>
              <a:t>不直观，难以很快地判断出当前处理的是哪一个元素。</a:t>
            </a:r>
            <a:endParaRPr lang="zh-CN" altLang="en-US" sz="2800" dirty="0" smtClean="0">
              <a:latin typeface="黑体" pitchFamily="49" charset="-122"/>
              <a:ea typeface="黑体" pitchFamily="49" charset="-122"/>
            </a:endParaRPr>
          </a:p>
        </p:txBody>
      </p:sp>
      <p:pic>
        <p:nvPicPr>
          <p:cNvPr id="58371" name="图片 2" descr="Untitled2.png">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429625" y="6143625"/>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4185687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8370">
                                            <p:txEl>
                                              <p:pRg st="2" end="2"/>
                                            </p:txEl>
                                          </p:spTgt>
                                        </p:tgtEl>
                                        <p:attrNameLst>
                                          <p:attrName>style.visibility</p:attrName>
                                        </p:attrNameLst>
                                      </p:cBhvr>
                                      <p:to>
                                        <p:strVal val="visible"/>
                                      </p:to>
                                    </p:set>
                                    <p:anim calcmode="lin" valueType="num">
                                      <p:cBhvr additive="base">
                                        <p:cTn id="7" dur="500" fill="hold"/>
                                        <p:tgtEl>
                                          <p:spTgt spid="58370">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8370">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内容占位符 2"/>
          <p:cNvSpPr>
            <a:spLocks noGrp="1"/>
          </p:cNvSpPr>
          <p:nvPr>
            <p:ph idx="1"/>
          </p:nvPr>
        </p:nvSpPr>
        <p:spPr>
          <a:xfrm>
            <a:off x="241084" y="476672"/>
            <a:ext cx="8693150" cy="5429250"/>
          </a:xfrm>
        </p:spPr>
        <p:txBody>
          <a:bodyPr/>
          <a:lstStyle/>
          <a:p>
            <a:pPr>
              <a:lnSpc>
                <a:spcPct val="100000"/>
              </a:lnSpc>
              <a:buFont typeface="Wingdings" pitchFamily="2" charset="2"/>
              <a:buNone/>
            </a:pPr>
            <a:r>
              <a:rPr lang="en-US" altLang="zh-CN" sz="2800" dirty="0" smtClean="0">
                <a:latin typeface="黑体" pitchFamily="49" charset="-122"/>
                <a:ea typeface="黑体" pitchFamily="49" charset="-122"/>
              </a:rPr>
              <a:t>(3) </a:t>
            </a:r>
            <a:r>
              <a:rPr lang="zh-CN" altLang="zh-CN" sz="2800" dirty="0" smtClean="0">
                <a:latin typeface="黑体" pitchFamily="49" charset="-122"/>
                <a:ea typeface="黑体" pitchFamily="49" charset="-122"/>
              </a:rPr>
              <a:t>用指针变量指向数组元素</a:t>
            </a:r>
            <a:r>
              <a:rPr lang="zh-CN" altLang="en-US" sz="2800" dirty="0" smtClean="0">
                <a:latin typeface="黑体" pitchFamily="49" charset="-122"/>
                <a:ea typeface="黑体" pitchFamily="49" charset="-122"/>
              </a:rPr>
              <a:t>。</a:t>
            </a:r>
            <a:r>
              <a:rPr lang="zh-CN" altLang="zh-CN" sz="2800" dirty="0" smtClean="0">
                <a:latin typeface="黑体" pitchFamily="49" charset="-122"/>
                <a:ea typeface="黑体" pitchFamily="49" charset="-122"/>
              </a:rPr>
              <a:t> </a:t>
            </a:r>
          </a:p>
          <a:p>
            <a:pPr>
              <a:lnSpc>
                <a:spcPct val="100000"/>
              </a:lnSpc>
              <a:buFont typeface="Wingdings" pitchFamily="2" charset="2"/>
              <a:buNone/>
            </a:pPr>
            <a:r>
              <a:rPr lang="en-US" altLang="zh-CN" sz="2800" dirty="0" smtClean="0"/>
              <a:t>#include &lt;</a:t>
            </a:r>
            <a:r>
              <a:rPr lang="en-US" altLang="zh-CN" sz="2800" dirty="0" err="1" smtClean="0"/>
              <a:t>stdio.h</a:t>
            </a:r>
            <a:r>
              <a:rPr lang="en-US" altLang="zh-CN" sz="2800" dirty="0" smtClean="0"/>
              <a:t>&gt;</a:t>
            </a:r>
            <a:endParaRPr lang="zh-CN" altLang="zh-CN" sz="2800" dirty="0" smtClean="0"/>
          </a:p>
          <a:p>
            <a:pPr>
              <a:lnSpc>
                <a:spcPct val="100000"/>
              </a:lnSpc>
              <a:buFont typeface="Wingdings" pitchFamily="2" charset="2"/>
              <a:buNone/>
            </a:pPr>
            <a:r>
              <a:rPr lang="en-US" altLang="zh-CN" sz="2800" dirty="0" err="1" smtClean="0"/>
              <a:t>int</a:t>
            </a:r>
            <a:r>
              <a:rPr lang="en-US" altLang="zh-CN" sz="2800" dirty="0" smtClean="0"/>
              <a:t> main()</a:t>
            </a:r>
            <a:endParaRPr lang="zh-CN" altLang="zh-CN" sz="2800" dirty="0" smtClean="0"/>
          </a:p>
          <a:p>
            <a:pPr>
              <a:lnSpc>
                <a:spcPct val="100000"/>
              </a:lnSpc>
              <a:buFont typeface="Wingdings" pitchFamily="2" charset="2"/>
              <a:buNone/>
            </a:pPr>
            <a:r>
              <a:rPr lang="en-US" altLang="zh-CN" sz="2800" dirty="0" smtClean="0"/>
              <a:t>{ </a:t>
            </a:r>
            <a:r>
              <a:rPr lang="en-US" altLang="zh-CN" sz="2800" dirty="0" err="1" smtClean="0"/>
              <a:t>int</a:t>
            </a:r>
            <a:r>
              <a:rPr lang="en-US" altLang="zh-CN" sz="2800" dirty="0" smtClean="0"/>
              <a:t> a[10];  </a:t>
            </a:r>
            <a:r>
              <a:rPr lang="en-US" altLang="zh-CN" sz="2800" dirty="0" err="1" smtClean="0"/>
              <a:t>int</a:t>
            </a:r>
            <a:r>
              <a:rPr lang="en-US" altLang="zh-CN" sz="2800" dirty="0" smtClean="0"/>
              <a:t> *</a:t>
            </a:r>
            <a:r>
              <a:rPr lang="en-US" altLang="zh-CN" sz="2800" dirty="0" err="1" smtClean="0"/>
              <a:t>p,i</a:t>
            </a:r>
            <a:r>
              <a:rPr lang="en-US" altLang="zh-CN" sz="2800" dirty="0" smtClean="0"/>
              <a:t>;</a:t>
            </a:r>
            <a:endParaRPr lang="zh-CN" altLang="zh-CN" sz="2800" dirty="0" smtClean="0"/>
          </a:p>
          <a:p>
            <a:pPr>
              <a:lnSpc>
                <a:spcPct val="100000"/>
              </a:lnSpc>
              <a:buFont typeface="Wingdings" pitchFamily="2" charset="2"/>
              <a:buNone/>
            </a:pPr>
            <a:r>
              <a:rPr lang="en-US" altLang="zh-CN" sz="2800" dirty="0" smtClean="0"/>
              <a:t>   </a:t>
            </a:r>
            <a:r>
              <a:rPr lang="en-US" altLang="zh-CN" sz="2800" dirty="0" err="1" smtClean="0"/>
              <a:t>printf</a:t>
            </a:r>
            <a:r>
              <a:rPr lang="en-US" altLang="zh-CN" sz="2800" dirty="0" smtClean="0"/>
              <a:t>(“enter 10 integer numbers:\n");</a:t>
            </a:r>
            <a:endParaRPr lang="zh-CN" altLang="zh-CN" sz="2800" dirty="0" smtClean="0"/>
          </a:p>
          <a:p>
            <a:pPr>
              <a:lnSpc>
                <a:spcPct val="100000"/>
              </a:lnSpc>
              <a:buFont typeface="Wingdings" pitchFamily="2" charset="2"/>
              <a:buNone/>
            </a:pPr>
            <a:r>
              <a:rPr lang="en-US" altLang="zh-CN" sz="2800" dirty="0" smtClean="0"/>
              <a:t>   for(i=0;i&lt;10;i++)  </a:t>
            </a:r>
            <a:r>
              <a:rPr lang="en-US" altLang="zh-CN" sz="2800" dirty="0" err="1" smtClean="0"/>
              <a:t>scanf</a:t>
            </a:r>
            <a:r>
              <a:rPr lang="en-US" altLang="zh-CN" sz="2800" dirty="0" smtClean="0"/>
              <a:t>("%</a:t>
            </a:r>
            <a:r>
              <a:rPr lang="en-US" altLang="zh-CN" sz="2800" dirty="0" err="1" smtClean="0"/>
              <a:t>d",&amp;a</a:t>
            </a:r>
            <a:r>
              <a:rPr lang="en-US" altLang="zh-CN" sz="2800" dirty="0" smtClean="0"/>
              <a:t>[i]);</a:t>
            </a:r>
            <a:endParaRPr lang="zh-CN" altLang="zh-CN" sz="2800" dirty="0" smtClean="0"/>
          </a:p>
          <a:p>
            <a:pPr>
              <a:lnSpc>
                <a:spcPct val="100000"/>
              </a:lnSpc>
              <a:buFont typeface="Wingdings" pitchFamily="2" charset="2"/>
              <a:buNone/>
            </a:pPr>
            <a:r>
              <a:rPr lang="en-US" altLang="zh-CN" sz="2800" dirty="0" smtClean="0"/>
              <a:t>   for(</a:t>
            </a:r>
            <a:r>
              <a:rPr lang="en-US" altLang="zh-CN" sz="2800" dirty="0" smtClean="0">
                <a:solidFill>
                  <a:srgbClr val="00B050"/>
                </a:solidFill>
              </a:rPr>
              <a:t>p=</a:t>
            </a:r>
            <a:r>
              <a:rPr lang="en-US" altLang="zh-CN" sz="2800" dirty="0" err="1" smtClean="0">
                <a:solidFill>
                  <a:srgbClr val="00B050"/>
                </a:solidFill>
              </a:rPr>
              <a:t>a;p</a:t>
            </a:r>
            <a:r>
              <a:rPr lang="en-US" altLang="zh-CN" sz="2800" dirty="0" smtClean="0">
                <a:solidFill>
                  <a:srgbClr val="00B050"/>
                </a:solidFill>
              </a:rPr>
              <a:t>&lt;(a+10);p++</a:t>
            </a:r>
            <a:r>
              <a:rPr lang="en-US" altLang="zh-CN" sz="2800" dirty="0" smtClean="0"/>
              <a:t>)</a:t>
            </a:r>
            <a:endParaRPr lang="zh-CN" altLang="zh-CN" sz="2800" dirty="0" smtClean="0"/>
          </a:p>
          <a:p>
            <a:pPr>
              <a:lnSpc>
                <a:spcPct val="100000"/>
              </a:lnSpc>
              <a:buFont typeface="Wingdings" pitchFamily="2" charset="2"/>
              <a:buNone/>
            </a:pPr>
            <a:r>
              <a:rPr lang="en-US" altLang="zh-CN" sz="2800" dirty="0" smtClean="0"/>
              <a:t>        </a:t>
            </a:r>
            <a:r>
              <a:rPr lang="en-US" altLang="zh-CN" sz="2800" dirty="0" err="1" smtClean="0"/>
              <a:t>printf</a:t>
            </a:r>
            <a:r>
              <a:rPr lang="en-US" altLang="zh-CN" sz="2800" dirty="0" smtClean="0"/>
              <a:t>(“%d ”,</a:t>
            </a:r>
            <a:r>
              <a:rPr lang="en-US" altLang="zh-CN" sz="2800" dirty="0" smtClean="0">
                <a:solidFill>
                  <a:srgbClr val="FF0000"/>
                </a:solidFill>
              </a:rPr>
              <a:t>*p</a:t>
            </a:r>
            <a:r>
              <a:rPr lang="en-US" altLang="zh-CN" sz="2800" dirty="0" smtClean="0"/>
              <a:t>); </a:t>
            </a:r>
            <a:endParaRPr lang="zh-CN" altLang="zh-CN" sz="2800" dirty="0" smtClean="0"/>
          </a:p>
          <a:p>
            <a:pPr>
              <a:lnSpc>
                <a:spcPct val="100000"/>
              </a:lnSpc>
              <a:buFont typeface="Wingdings" pitchFamily="2" charset="2"/>
              <a:buNone/>
            </a:pPr>
            <a:r>
              <a:rPr lang="en-US" altLang="zh-CN" sz="2800" dirty="0" smtClean="0"/>
              <a:t>   </a:t>
            </a:r>
            <a:r>
              <a:rPr lang="en-US" altLang="zh-CN" sz="2800" dirty="0" err="1" smtClean="0"/>
              <a:t>printf</a:t>
            </a:r>
            <a:r>
              <a:rPr lang="en-US" altLang="zh-CN" sz="2800" dirty="0" smtClean="0"/>
              <a:t>("\n");</a:t>
            </a:r>
            <a:endParaRPr lang="zh-CN" altLang="zh-CN" sz="2800" dirty="0" smtClean="0"/>
          </a:p>
          <a:p>
            <a:pPr>
              <a:lnSpc>
                <a:spcPct val="100000"/>
              </a:lnSpc>
              <a:buFont typeface="Wingdings" pitchFamily="2" charset="2"/>
              <a:buNone/>
            </a:pPr>
            <a:r>
              <a:rPr lang="en-US" altLang="zh-CN" sz="2800" dirty="0" smtClean="0"/>
              <a:t>   return 0;</a:t>
            </a:r>
            <a:endParaRPr lang="zh-CN" altLang="zh-CN" sz="2800" dirty="0" smtClean="0"/>
          </a:p>
          <a:p>
            <a:pPr>
              <a:lnSpc>
                <a:spcPct val="100000"/>
              </a:lnSpc>
              <a:buFont typeface="Wingdings" pitchFamily="2" charset="2"/>
              <a:buNone/>
            </a:pPr>
            <a:r>
              <a:rPr lang="en-US" altLang="zh-CN" sz="2800" dirty="0" smtClean="0"/>
              <a:t>}</a:t>
            </a:r>
            <a:endParaRPr lang="zh-CN" altLang="en-US" sz="2800" dirty="0" smtClean="0"/>
          </a:p>
        </p:txBody>
      </p:sp>
      <p:sp>
        <p:nvSpPr>
          <p:cNvPr id="4" name="圆角矩形标注 3"/>
          <p:cNvSpPr/>
          <p:nvPr/>
        </p:nvSpPr>
        <p:spPr bwMode="auto">
          <a:xfrm>
            <a:off x="3575861" y="4221088"/>
            <a:ext cx="4277568" cy="1285875"/>
          </a:xfrm>
          <a:prstGeom prst="wedgeRoundRectCallout">
            <a:avLst>
              <a:gd name="adj1" fmla="val 5637"/>
              <a:gd name="adj2" fmla="val -116825"/>
              <a:gd name="adj3" fmla="val 16667"/>
            </a:avLst>
          </a:prstGeom>
          <a:solidFill>
            <a:srgbClr val="FFFFCC"/>
          </a:solidFill>
          <a:ln w="9525" cap="flat" cmpd="sng" algn="ctr">
            <a:solidFill>
              <a:schemeClr val="tx1"/>
            </a:solidFill>
            <a:prstDash val="solid"/>
            <a:miter lim="800000"/>
            <a:headEnd type="none" w="med" len="med"/>
            <a:tailEnd type="none" w="med" len="med"/>
          </a:ln>
          <a:effectLst/>
        </p:spPr>
        <p:txBody>
          <a:bodyPr/>
          <a:lstStyle/>
          <a:p>
            <a:pPr>
              <a:defRPr/>
            </a:pPr>
            <a:r>
              <a:rPr lang="en-US" altLang="zh-CN" sz="2800" b="1" dirty="0">
                <a:solidFill>
                  <a:srgbClr val="0000CC"/>
                </a:solidFill>
                <a:latin typeface="+mn-lt"/>
                <a:ea typeface="+mn-ea"/>
              </a:rPr>
              <a:t>for(p=</a:t>
            </a:r>
            <a:r>
              <a:rPr lang="en-US" altLang="zh-CN" sz="2800" b="1" dirty="0" err="1">
                <a:solidFill>
                  <a:srgbClr val="0000CC"/>
                </a:solidFill>
                <a:latin typeface="+mn-lt"/>
                <a:ea typeface="+mn-ea"/>
              </a:rPr>
              <a:t>a;p</a:t>
            </a:r>
            <a:r>
              <a:rPr lang="en-US" altLang="zh-CN" sz="2800" b="1" dirty="0">
                <a:solidFill>
                  <a:srgbClr val="0000CC"/>
                </a:solidFill>
                <a:latin typeface="+mn-lt"/>
                <a:ea typeface="+mn-ea"/>
              </a:rPr>
              <a:t>&lt;(a+10);p++)</a:t>
            </a:r>
            <a:endParaRPr lang="zh-CN" altLang="zh-CN" sz="2800" b="1" dirty="0">
              <a:solidFill>
                <a:srgbClr val="0000CC"/>
              </a:solidFill>
              <a:latin typeface="+mn-lt"/>
              <a:ea typeface="+mn-ea"/>
            </a:endParaRPr>
          </a:p>
          <a:p>
            <a:pPr>
              <a:defRPr/>
            </a:pPr>
            <a:r>
              <a:rPr lang="en-US" altLang="zh-CN" sz="2800" b="1" dirty="0">
                <a:solidFill>
                  <a:srgbClr val="0000CC"/>
                </a:solidFill>
                <a:latin typeface="+mn-lt"/>
                <a:ea typeface="+mn-ea"/>
              </a:rPr>
              <a:t>     </a:t>
            </a:r>
            <a:r>
              <a:rPr lang="en-US" altLang="zh-CN" sz="2800" b="1" dirty="0" err="1">
                <a:solidFill>
                  <a:srgbClr val="0000CC"/>
                </a:solidFill>
                <a:latin typeface="+mn-lt"/>
                <a:ea typeface="+mn-ea"/>
              </a:rPr>
              <a:t>scanf</a:t>
            </a:r>
            <a:r>
              <a:rPr lang="en-US" altLang="zh-CN" sz="2800" b="1" dirty="0">
                <a:solidFill>
                  <a:srgbClr val="0000CC"/>
                </a:solidFill>
                <a:latin typeface="+mn-lt"/>
                <a:ea typeface="+mn-ea"/>
              </a:rPr>
              <a:t>("%</a:t>
            </a:r>
            <a:r>
              <a:rPr lang="en-US" altLang="zh-CN" sz="2800" b="1" dirty="0" err="1">
                <a:solidFill>
                  <a:srgbClr val="0000CC"/>
                </a:solidFill>
                <a:latin typeface="+mn-lt"/>
                <a:ea typeface="+mn-ea"/>
              </a:rPr>
              <a:t>d",p</a:t>
            </a:r>
            <a:r>
              <a:rPr lang="en-US" altLang="zh-CN" sz="2800" b="1" dirty="0">
                <a:solidFill>
                  <a:srgbClr val="0000CC"/>
                </a:solidFill>
                <a:latin typeface="+mn-lt"/>
                <a:ea typeface="+mn-ea"/>
              </a:rPr>
              <a:t>);</a:t>
            </a:r>
            <a:endParaRPr lang="zh-CN" altLang="zh-CN" sz="2800" b="1" dirty="0">
              <a:solidFill>
                <a:srgbClr val="0000CC"/>
              </a:solidFill>
              <a:latin typeface="+mn-lt"/>
              <a:ea typeface="+mn-ea"/>
            </a:endParaRPr>
          </a:p>
        </p:txBody>
      </p:sp>
      <p:sp>
        <p:nvSpPr>
          <p:cNvPr id="5" name="圆角矩形标注 4"/>
          <p:cNvSpPr>
            <a:spLocks noChangeArrowheads="1"/>
          </p:cNvSpPr>
          <p:nvPr/>
        </p:nvSpPr>
        <p:spPr bwMode="auto">
          <a:xfrm>
            <a:off x="3543219" y="5357813"/>
            <a:ext cx="4310210" cy="1285875"/>
          </a:xfrm>
          <a:prstGeom prst="wedgeRoundRectCallout">
            <a:avLst>
              <a:gd name="adj1" fmla="val -30042"/>
              <a:gd name="adj2" fmla="val -92593"/>
              <a:gd name="adj3" fmla="val 16667"/>
            </a:avLst>
          </a:prstGeom>
          <a:solidFill>
            <a:srgbClr val="FFFFCC"/>
          </a:solidFill>
          <a:ln w="9525" algn="ctr">
            <a:solidFill>
              <a:schemeClr val="tx1"/>
            </a:solidFill>
            <a:miter lim="800000"/>
            <a:headEnd/>
            <a:tailEnd/>
          </a:ln>
        </p:spPr>
        <p:txBody>
          <a:bodyPr/>
          <a:lstStyle/>
          <a:p>
            <a:r>
              <a:rPr lang="en-US" altLang="zh-CN" sz="2800" b="1" dirty="0">
                <a:solidFill>
                  <a:srgbClr val="0000CC"/>
                </a:solidFill>
                <a:latin typeface="Times New Roman" pitchFamily="18" charset="0"/>
                <a:cs typeface="Times New Roman" pitchFamily="18" charset="0"/>
              </a:rPr>
              <a:t>for(p=</a:t>
            </a:r>
            <a:r>
              <a:rPr lang="en-US" altLang="zh-CN" sz="2800" b="1" dirty="0" err="1">
                <a:solidFill>
                  <a:srgbClr val="0000CC"/>
                </a:solidFill>
                <a:latin typeface="Times New Roman" pitchFamily="18" charset="0"/>
                <a:cs typeface="Times New Roman" pitchFamily="18" charset="0"/>
              </a:rPr>
              <a:t>a;p</a:t>
            </a:r>
            <a:r>
              <a:rPr lang="en-US" altLang="zh-CN" sz="2800" b="1" dirty="0">
                <a:solidFill>
                  <a:srgbClr val="0000CC"/>
                </a:solidFill>
                <a:latin typeface="Times New Roman" pitchFamily="18" charset="0"/>
                <a:cs typeface="Times New Roman" pitchFamily="18" charset="0"/>
              </a:rPr>
              <a:t>&lt;(a+10);</a:t>
            </a:r>
            <a:r>
              <a:rPr lang="en-US" altLang="zh-CN" sz="2800" b="1" dirty="0">
                <a:solidFill>
                  <a:srgbClr val="FF0000"/>
                </a:solidFill>
                <a:latin typeface="Times New Roman" pitchFamily="18" charset="0"/>
                <a:cs typeface="Times New Roman" pitchFamily="18" charset="0"/>
              </a:rPr>
              <a:t>a</a:t>
            </a:r>
            <a:r>
              <a:rPr lang="en-US" altLang="zh-CN" sz="2800" b="1" dirty="0">
                <a:solidFill>
                  <a:srgbClr val="0000CC"/>
                </a:solidFill>
                <a:latin typeface="Times New Roman" pitchFamily="18" charset="0"/>
                <a:cs typeface="Times New Roman" pitchFamily="18" charset="0"/>
              </a:rPr>
              <a:t>++)</a:t>
            </a:r>
            <a:endParaRPr lang="zh-CN" altLang="zh-CN" sz="2800" b="1" dirty="0">
              <a:solidFill>
                <a:srgbClr val="0000CC"/>
              </a:solidFill>
              <a:latin typeface="Times New Roman" pitchFamily="18" charset="0"/>
              <a:cs typeface="Times New Roman" pitchFamily="18" charset="0"/>
            </a:endParaRPr>
          </a:p>
          <a:p>
            <a:r>
              <a:rPr lang="en-US" altLang="zh-CN" sz="2800" b="1" dirty="0">
                <a:solidFill>
                  <a:srgbClr val="0000CC"/>
                </a:solidFill>
                <a:latin typeface="Times New Roman" pitchFamily="18" charset="0"/>
                <a:cs typeface="Times New Roman" pitchFamily="18" charset="0"/>
              </a:rPr>
              <a:t>     </a:t>
            </a:r>
            <a:r>
              <a:rPr lang="en-US" altLang="zh-CN" sz="2800" b="1" dirty="0" err="1">
                <a:solidFill>
                  <a:srgbClr val="0000CC"/>
                </a:solidFill>
                <a:latin typeface="Times New Roman" pitchFamily="18" charset="0"/>
                <a:cs typeface="Times New Roman" pitchFamily="18" charset="0"/>
              </a:rPr>
              <a:t>printf</a:t>
            </a:r>
            <a:r>
              <a:rPr lang="en-US" altLang="zh-CN" sz="2800" b="1" dirty="0">
                <a:solidFill>
                  <a:srgbClr val="0000CC"/>
                </a:solidFill>
                <a:latin typeface="Times New Roman" pitchFamily="18" charset="0"/>
                <a:cs typeface="Times New Roman" pitchFamily="18" charset="0"/>
              </a:rPr>
              <a:t>(“%d ”,*</a:t>
            </a:r>
            <a:r>
              <a:rPr lang="en-US" altLang="zh-CN" sz="2800" b="1" dirty="0">
                <a:solidFill>
                  <a:srgbClr val="FF0000"/>
                </a:solidFill>
                <a:latin typeface="Times New Roman" pitchFamily="18" charset="0"/>
                <a:cs typeface="Times New Roman" pitchFamily="18" charset="0"/>
              </a:rPr>
              <a:t>a</a:t>
            </a:r>
            <a:r>
              <a:rPr lang="en-US" altLang="zh-CN" sz="2800" b="1" dirty="0">
                <a:solidFill>
                  <a:srgbClr val="0000CC"/>
                </a:solidFill>
                <a:latin typeface="Times New Roman" pitchFamily="18" charset="0"/>
                <a:cs typeface="Times New Roman" pitchFamily="18" charset="0"/>
              </a:rPr>
              <a:t>); </a:t>
            </a:r>
            <a:r>
              <a:rPr lang="zh-CN" altLang="en-US" sz="2800" b="1" dirty="0">
                <a:solidFill>
                  <a:srgbClr val="FF0000"/>
                </a:solidFill>
                <a:latin typeface="Times New Roman" pitchFamily="18" charset="0"/>
                <a:cs typeface="Times New Roman" pitchFamily="18" charset="0"/>
              </a:rPr>
              <a:t>错！</a:t>
            </a:r>
            <a:endParaRPr lang="zh-CN" altLang="zh-CN" sz="2800" b="1" dirty="0">
              <a:solidFill>
                <a:srgbClr val="FF0000"/>
              </a:solidFill>
              <a:latin typeface="Times New Roman" pitchFamily="18" charset="0"/>
              <a:cs typeface="Times New Roman" pitchFamily="18" charset="0"/>
            </a:endParaRPr>
          </a:p>
        </p:txBody>
      </p:sp>
    </p:spTree>
    <p:extLst>
      <p:ext uri="{BB962C8B-B14F-4D97-AF65-F5344CB8AC3E}">
        <p14:creationId xmlns:p14="http://schemas.microsoft.com/office/powerpoint/2010/main" val="303307501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55298">
                                            <p:txEl>
                                              <p:pRg st="6" end="6"/>
                                            </p:txEl>
                                          </p:spTgt>
                                        </p:tgtEl>
                                        <p:attrNameLst>
                                          <p:attrName>style.visibility</p:attrName>
                                        </p:attrNameLst>
                                      </p:cBhvr>
                                      <p:to>
                                        <p:strVal val="visible"/>
                                      </p:to>
                                    </p:set>
                                    <p:anim calcmode="lin" valueType="num">
                                      <p:cBhvr additive="base">
                                        <p:cTn id="7" dur="500" fill="hold"/>
                                        <p:tgtEl>
                                          <p:spTgt spid="55298">
                                            <p:txEl>
                                              <p:pRg st="6" end="6"/>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5298">
                                            <p:txEl>
                                              <p:pRg st="6" end="6"/>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55298">
                                            <p:txEl>
                                              <p:pRg st="7" end="7"/>
                                            </p:txEl>
                                          </p:spTgt>
                                        </p:tgtEl>
                                        <p:attrNameLst>
                                          <p:attrName>style.visibility</p:attrName>
                                        </p:attrNameLst>
                                      </p:cBhvr>
                                      <p:to>
                                        <p:strVal val="visible"/>
                                      </p:to>
                                    </p:set>
                                    <p:anim calcmode="lin" valueType="num">
                                      <p:cBhvr additive="base">
                                        <p:cTn id="11" dur="500" fill="hold"/>
                                        <p:tgtEl>
                                          <p:spTgt spid="55298">
                                            <p:txEl>
                                              <p:pRg st="7" end="7"/>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55298">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blinds(horizontal)">
                                      <p:cBhvr>
                                        <p:cTn id="17" dur="500"/>
                                        <p:tgtEl>
                                          <p:spTgt spid="4"/>
                                        </p:tgtEl>
                                      </p:cBhvr>
                                    </p:animEffect>
                                  </p:childTnLst>
                                  <p:subTnLst>
                                    <p:set>
                                      <p:cBhvr override="childStyle">
                                        <p:cTn dur="1" fill="hold" display="0" masterRel="nextClick" afterEffect="1"/>
                                        <p:tgtEl>
                                          <p:spTgt spid="4"/>
                                        </p:tgtEl>
                                        <p:attrNameLst>
                                          <p:attrName>style.visibility</p:attrName>
                                        </p:attrNameLst>
                                      </p:cBhvr>
                                      <p:to>
                                        <p:strVal val="hidden"/>
                                      </p:to>
                                    </p:set>
                                  </p:sub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blinds(horizontal)">
                                      <p:cBhvr>
                                        <p:cTn id="2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内容占位符 2"/>
          <p:cNvSpPr>
            <a:spLocks noGrp="1"/>
          </p:cNvSpPr>
          <p:nvPr>
            <p:ph idx="1"/>
          </p:nvPr>
        </p:nvSpPr>
        <p:spPr>
          <a:xfrm>
            <a:off x="237379" y="548680"/>
            <a:ext cx="8441630" cy="5267325"/>
          </a:xfrm>
        </p:spPr>
        <p:txBody>
          <a:bodyPr/>
          <a:lstStyle/>
          <a:p>
            <a:pPr marL="0" indent="0">
              <a:lnSpc>
                <a:spcPct val="150000"/>
              </a:lnSpc>
              <a:spcBef>
                <a:spcPts val="0"/>
              </a:spcBef>
            </a:pPr>
            <a:r>
              <a:rPr lang="en-US" altLang="zh-CN" sz="2800" dirty="0" smtClean="0">
                <a:latin typeface="黑体" pitchFamily="49" charset="-122"/>
                <a:ea typeface="黑体" pitchFamily="49" charset="-122"/>
              </a:rPr>
              <a:t>3</a:t>
            </a:r>
            <a:r>
              <a:rPr lang="zh-CN" altLang="zh-CN" sz="2800" dirty="0" smtClean="0">
                <a:latin typeface="黑体" pitchFamily="49" charset="-122"/>
                <a:ea typeface="黑体" pitchFamily="49" charset="-122"/>
              </a:rPr>
              <a:t>种方法的比较：</a:t>
            </a:r>
          </a:p>
          <a:p>
            <a:pPr marL="0" indent="0">
              <a:lnSpc>
                <a:spcPct val="150000"/>
              </a:lnSpc>
              <a:spcBef>
                <a:spcPts val="0"/>
              </a:spcBef>
              <a:buFont typeface="Wingdings" pitchFamily="2" charset="2"/>
              <a:buNone/>
            </a:pPr>
            <a:r>
              <a:rPr lang="zh-CN" altLang="zh-CN" sz="2800" dirty="0" smtClean="0">
                <a:latin typeface="黑体" pitchFamily="49" charset="-122"/>
                <a:ea typeface="黑体" pitchFamily="49" charset="-122"/>
              </a:rPr>
              <a:t>①第</a:t>
            </a:r>
            <a:r>
              <a:rPr lang="en-US" altLang="zh-CN" sz="2800" dirty="0" smtClean="0">
                <a:latin typeface="黑体" pitchFamily="49" charset="-122"/>
                <a:ea typeface="黑体" pitchFamily="49" charset="-122"/>
              </a:rPr>
              <a:t>(1)</a:t>
            </a:r>
            <a:r>
              <a:rPr lang="zh-CN" altLang="zh-CN" sz="2800" dirty="0" smtClean="0">
                <a:latin typeface="黑体" pitchFamily="49" charset="-122"/>
                <a:ea typeface="黑体" pitchFamily="49" charset="-122"/>
              </a:rPr>
              <a:t>和第</a:t>
            </a:r>
            <a:r>
              <a:rPr lang="en-US" altLang="zh-CN" sz="2800" dirty="0" smtClean="0">
                <a:latin typeface="黑体" pitchFamily="49" charset="-122"/>
                <a:ea typeface="黑体" pitchFamily="49" charset="-122"/>
              </a:rPr>
              <a:t>(2)</a:t>
            </a:r>
            <a:r>
              <a:rPr lang="zh-CN" altLang="zh-CN" sz="2800" dirty="0" smtClean="0">
                <a:latin typeface="黑体" pitchFamily="49" charset="-122"/>
                <a:ea typeface="黑体" pitchFamily="49" charset="-122"/>
              </a:rPr>
              <a:t>种方法执行效率相同</a:t>
            </a:r>
            <a:endParaRPr lang="en-US" altLang="zh-CN" sz="2800" dirty="0" smtClean="0">
              <a:latin typeface="黑体" pitchFamily="49" charset="-122"/>
              <a:ea typeface="黑体" pitchFamily="49" charset="-122"/>
            </a:endParaRPr>
          </a:p>
          <a:p>
            <a:pPr marL="0" lvl="1" indent="0">
              <a:lnSpc>
                <a:spcPct val="150000"/>
              </a:lnSpc>
              <a:spcBef>
                <a:spcPts val="0"/>
              </a:spcBef>
            </a:pPr>
            <a:r>
              <a:rPr lang="zh-CN" altLang="zh-CN" sz="2800" dirty="0" smtClean="0">
                <a:latin typeface="黑体" pitchFamily="49" charset="-122"/>
                <a:ea typeface="黑体" pitchFamily="49" charset="-122"/>
              </a:rPr>
              <a:t>Ｃ编译系统是</a:t>
            </a:r>
            <a:r>
              <a:rPr lang="zh-CN" altLang="zh-CN" sz="2800" dirty="0" smtClean="0">
                <a:solidFill>
                  <a:srgbClr val="0000FF"/>
                </a:solidFill>
                <a:latin typeface="黑体" pitchFamily="49" charset="-122"/>
                <a:ea typeface="黑体" pitchFamily="49" charset="-122"/>
              </a:rPr>
              <a:t>将</a:t>
            </a:r>
            <a:r>
              <a:rPr lang="en-US" altLang="zh-CN" sz="2800" dirty="0" smtClean="0">
                <a:solidFill>
                  <a:srgbClr val="0000FF"/>
                </a:solidFill>
                <a:latin typeface="黑体" pitchFamily="49" charset="-122"/>
                <a:ea typeface="黑体" pitchFamily="49" charset="-122"/>
              </a:rPr>
              <a:t>a[i]</a:t>
            </a:r>
            <a:r>
              <a:rPr lang="zh-CN" altLang="zh-CN" sz="2800" dirty="0" smtClean="0">
                <a:solidFill>
                  <a:srgbClr val="0000FF"/>
                </a:solidFill>
                <a:latin typeface="黑体" pitchFamily="49" charset="-122"/>
                <a:ea typeface="黑体" pitchFamily="49" charset="-122"/>
              </a:rPr>
              <a:t>转换为</a:t>
            </a:r>
            <a:r>
              <a:rPr lang="en-US" altLang="zh-CN" sz="2800" dirty="0" smtClean="0">
                <a:solidFill>
                  <a:srgbClr val="0000FF"/>
                </a:solidFill>
                <a:latin typeface="黑体" pitchFamily="49" charset="-122"/>
                <a:ea typeface="黑体" pitchFamily="49" charset="-122"/>
              </a:rPr>
              <a:t>*(</a:t>
            </a:r>
            <a:r>
              <a:rPr lang="en-US" altLang="zh-CN" sz="2800" dirty="0" err="1" smtClean="0">
                <a:solidFill>
                  <a:srgbClr val="0000FF"/>
                </a:solidFill>
                <a:latin typeface="黑体" pitchFamily="49" charset="-122"/>
                <a:ea typeface="黑体" pitchFamily="49" charset="-122"/>
              </a:rPr>
              <a:t>a+i</a:t>
            </a:r>
            <a:r>
              <a:rPr lang="en-US" altLang="zh-CN" sz="2800" dirty="0" smtClean="0">
                <a:solidFill>
                  <a:srgbClr val="0000FF"/>
                </a:solidFill>
                <a:latin typeface="黑体" pitchFamily="49" charset="-122"/>
                <a:ea typeface="黑体" pitchFamily="49" charset="-122"/>
              </a:rPr>
              <a:t>)</a:t>
            </a:r>
            <a:r>
              <a:rPr lang="zh-CN" altLang="zh-CN" sz="2800" dirty="0" smtClean="0">
                <a:solidFill>
                  <a:srgbClr val="0000FF"/>
                </a:solidFill>
                <a:latin typeface="黑体" pitchFamily="49" charset="-122"/>
                <a:ea typeface="黑体" pitchFamily="49" charset="-122"/>
              </a:rPr>
              <a:t>处理</a:t>
            </a:r>
            <a:r>
              <a:rPr lang="zh-CN" altLang="zh-CN" sz="2800" dirty="0" smtClean="0">
                <a:latin typeface="黑体" pitchFamily="49" charset="-122"/>
                <a:ea typeface="黑体" pitchFamily="49" charset="-122"/>
              </a:rPr>
              <a:t>的，即先</a:t>
            </a:r>
            <a:r>
              <a:rPr lang="zh-CN" altLang="zh-CN" sz="2800" dirty="0" smtClean="0">
                <a:solidFill>
                  <a:srgbClr val="0000FF"/>
                </a:solidFill>
                <a:latin typeface="黑体" pitchFamily="49" charset="-122"/>
                <a:ea typeface="黑体" pitchFamily="49" charset="-122"/>
              </a:rPr>
              <a:t>计算元素地址</a:t>
            </a:r>
            <a:r>
              <a:rPr lang="zh-CN" altLang="zh-CN" sz="2800" dirty="0" smtClean="0">
                <a:latin typeface="黑体" pitchFamily="49" charset="-122"/>
                <a:ea typeface="黑体" pitchFamily="49" charset="-122"/>
              </a:rPr>
              <a:t>。</a:t>
            </a:r>
            <a:endParaRPr lang="en-US" altLang="zh-CN" sz="2800" dirty="0" smtClean="0">
              <a:latin typeface="黑体" pitchFamily="49" charset="-122"/>
              <a:ea typeface="黑体" pitchFamily="49" charset="-122"/>
            </a:endParaRPr>
          </a:p>
          <a:p>
            <a:pPr marL="0" lvl="1" indent="0">
              <a:lnSpc>
                <a:spcPct val="150000"/>
              </a:lnSpc>
              <a:spcBef>
                <a:spcPts val="0"/>
              </a:spcBef>
            </a:pPr>
            <a:r>
              <a:rPr lang="zh-CN" altLang="zh-CN" sz="2800" dirty="0" smtClean="0">
                <a:latin typeface="黑体" pitchFamily="49" charset="-122"/>
                <a:ea typeface="黑体" pitchFamily="49" charset="-122"/>
              </a:rPr>
              <a:t>因此用第</a:t>
            </a:r>
            <a:r>
              <a:rPr lang="en-US" altLang="zh-CN" sz="2800" dirty="0" smtClean="0">
                <a:latin typeface="黑体" pitchFamily="49" charset="-122"/>
                <a:ea typeface="黑体" pitchFamily="49" charset="-122"/>
              </a:rPr>
              <a:t>(1)</a:t>
            </a:r>
            <a:r>
              <a:rPr lang="zh-CN" altLang="zh-CN" sz="2800" dirty="0" smtClean="0">
                <a:latin typeface="黑体" pitchFamily="49" charset="-122"/>
                <a:ea typeface="黑体" pitchFamily="49" charset="-122"/>
              </a:rPr>
              <a:t>和第</a:t>
            </a:r>
            <a:r>
              <a:rPr lang="en-US" altLang="zh-CN" sz="2800" dirty="0" smtClean="0">
                <a:latin typeface="黑体" pitchFamily="49" charset="-122"/>
                <a:ea typeface="黑体" pitchFamily="49" charset="-122"/>
              </a:rPr>
              <a:t>(2)</a:t>
            </a:r>
            <a:r>
              <a:rPr lang="zh-CN" altLang="zh-CN" sz="2800" dirty="0" smtClean="0">
                <a:latin typeface="黑体" pitchFamily="49" charset="-122"/>
                <a:ea typeface="黑体" pitchFamily="49" charset="-122"/>
              </a:rPr>
              <a:t>种方法找数组元素费时较多。</a:t>
            </a:r>
            <a:endParaRPr lang="zh-CN" altLang="en-US" sz="2800" dirty="0" smtClean="0">
              <a:latin typeface="黑体" pitchFamily="49" charset="-122"/>
              <a:ea typeface="黑体" pitchFamily="49" charset="-122"/>
            </a:endParaRPr>
          </a:p>
        </p:txBody>
      </p:sp>
      <p:pic>
        <p:nvPicPr>
          <p:cNvPr id="56323" name="图片 2" descr="Untitled2.png">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429625" y="6143625"/>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2059708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6322">
                                            <p:txEl>
                                              <p:pRg st="3" end="3"/>
                                            </p:txEl>
                                          </p:spTgt>
                                        </p:tgtEl>
                                        <p:attrNameLst>
                                          <p:attrName>style.visibility</p:attrName>
                                        </p:attrNameLst>
                                      </p:cBhvr>
                                      <p:to>
                                        <p:strVal val="visible"/>
                                      </p:to>
                                    </p:set>
                                    <p:anim calcmode="lin" valueType="num">
                                      <p:cBhvr additive="base">
                                        <p:cTn id="7" dur="500" fill="hold"/>
                                        <p:tgtEl>
                                          <p:spTgt spid="56322">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6322">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内容占位符 2"/>
          <p:cNvSpPr>
            <a:spLocks noGrp="1"/>
          </p:cNvSpPr>
          <p:nvPr>
            <p:ph idx="1"/>
          </p:nvPr>
        </p:nvSpPr>
        <p:spPr>
          <a:xfrm>
            <a:off x="179513" y="857250"/>
            <a:ext cx="8720012" cy="5267325"/>
          </a:xfrm>
        </p:spPr>
        <p:txBody>
          <a:bodyPr/>
          <a:lstStyle/>
          <a:p>
            <a:pPr marL="0" indent="0">
              <a:lnSpc>
                <a:spcPct val="150000"/>
              </a:lnSpc>
              <a:spcBef>
                <a:spcPts val="0"/>
              </a:spcBef>
            </a:pPr>
            <a:r>
              <a:rPr lang="en-US" altLang="zh-CN" sz="2800" dirty="0" smtClean="0">
                <a:latin typeface="黑体" pitchFamily="49" charset="-122"/>
                <a:ea typeface="黑体" pitchFamily="49" charset="-122"/>
              </a:rPr>
              <a:t>3</a:t>
            </a:r>
            <a:r>
              <a:rPr lang="zh-CN" altLang="zh-CN" sz="2800" dirty="0" smtClean="0">
                <a:latin typeface="黑体" pitchFamily="49" charset="-122"/>
                <a:ea typeface="黑体" pitchFamily="49" charset="-122"/>
              </a:rPr>
              <a:t>种方法的比较：</a:t>
            </a:r>
          </a:p>
          <a:p>
            <a:pPr marL="0" indent="0">
              <a:lnSpc>
                <a:spcPct val="150000"/>
              </a:lnSpc>
              <a:spcBef>
                <a:spcPts val="0"/>
              </a:spcBef>
              <a:buFont typeface="Wingdings" pitchFamily="2" charset="2"/>
              <a:buNone/>
            </a:pPr>
            <a:r>
              <a:rPr lang="zh-CN" altLang="zh-CN" sz="2800" dirty="0" smtClean="0">
                <a:latin typeface="黑体" pitchFamily="49" charset="-122"/>
                <a:ea typeface="黑体" pitchFamily="49" charset="-122"/>
              </a:rPr>
              <a:t>② 第</a:t>
            </a:r>
            <a:r>
              <a:rPr lang="en-US" altLang="zh-CN" sz="2800" dirty="0" smtClean="0">
                <a:latin typeface="黑体" pitchFamily="49" charset="-122"/>
                <a:ea typeface="黑体" pitchFamily="49" charset="-122"/>
              </a:rPr>
              <a:t>(3)</a:t>
            </a:r>
            <a:r>
              <a:rPr lang="zh-CN" altLang="zh-CN" sz="2800" dirty="0" smtClean="0">
                <a:latin typeface="黑体" pitchFamily="49" charset="-122"/>
                <a:ea typeface="黑体" pitchFamily="49" charset="-122"/>
              </a:rPr>
              <a:t>种方法比第</a:t>
            </a:r>
            <a:r>
              <a:rPr lang="en-US" altLang="zh-CN" sz="2800" dirty="0" smtClean="0">
                <a:latin typeface="黑体" pitchFamily="49" charset="-122"/>
                <a:ea typeface="黑体" pitchFamily="49" charset="-122"/>
              </a:rPr>
              <a:t>(1)</a:t>
            </a:r>
            <a:r>
              <a:rPr lang="zh-CN" altLang="zh-CN" sz="2800" dirty="0" smtClean="0">
                <a:latin typeface="黑体" pitchFamily="49" charset="-122"/>
                <a:ea typeface="黑体" pitchFamily="49" charset="-122"/>
              </a:rPr>
              <a:t>、第</a:t>
            </a:r>
            <a:r>
              <a:rPr lang="en-US" altLang="zh-CN" sz="2800" dirty="0" smtClean="0">
                <a:latin typeface="黑体" pitchFamily="49" charset="-122"/>
                <a:ea typeface="黑体" pitchFamily="49" charset="-122"/>
              </a:rPr>
              <a:t>(2)</a:t>
            </a:r>
            <a:r>
              <a:rPr lang="zh-CN" altLang="zh-CN" sz="2800" dirty="0" smtClean="0">
                <a:latin typeface="黑体" pitchFamily="49" charset="-122"/>
                <a:ea typeface="黑体" pitchFamily="49" charset="-122"/>
              </a:rPr>
              <a:t>种方法快</a:t>
            </a:r>
            <a:endParaRPr lang="en-US" altLang="zh-CN" sz="2800" dirty="0" smtClean="0">
              <a:latin typeface="黑体" pitchFamily="49" charset="-122"/>
              <a:ea typeface="黑体" pitchFamily="49" charset="-122"/>
            </a:endParaRPr>
          </a:p>
          <a:p>
            <a:pPr marL="0" lvl="1" indent="0">
              <a:lnSpc>
                <a:spcPct val="150000"/>
              </a:lnSpc>
              <a:spcBef>
                <a:spcPts val="0"/>
              </a:spcBef>
            </a:pPr>
            <a:r>
              <a:rPr lang="zh-CN" altLang="zh-CN" sz="2800" dirty="0" smtClean="0">
                <a:latin typeface="黑体" pitchFamily="49" charset="-122"/>
                <a:ea typeface="黑体" pitchFamily="49" charset="-122"/>
              </a:rPr>
              <a:t>用</a:t>
            </a:r>
            <a:r>
              <a:rPr lang="zh-CN" altLang="zh-CN" sz="2800" dirty="0" smtClean="0">
                <a:solidFill>
                  <a:srgbClr val="0000FF"/>
                </a:solidFill>
                <a:latin typeface="黑体" pitchFamily="49" charset="-122"/>
                <a:ea typeface="黑体" pitchFamily="49" charset="-122"/>
              </a:rPr>
              <a:t>指针变量直接指向元素</a:t>
            </a:r>
            <a:r>
              <a:rPr lang="zh-CN" altLang="zh-CN" sz="2800" dirty="0" smtClean="0">
                <a:latin typeface="黑体" pitchFamily="49" charset="-122"/>
                <a:ea typeface="黑体" pitchFamily="49" charset="-122"/>
              </a:rPr>
              <a:t>，不必每次都重新计算地址，像</a:t>
            </a:r>
            <a:r>
              <a:rPr lang="en-US" altLang="zh-CN" sz="2800" dirty="0" smtClean="0">
                <a:latin typeface="黑体" pitchFamily="49" charset="-122"/>
                <a:ea typeface="黑体" pitchFamily="49" charset="-122"/>
              </a:rPr>
              <a:t>p++</a:t>
            </a:r>
            <a:r>
              <a:rPr lang="zh-CN" altLang="zh-CN" sz="2800" dirty="0" smtClean="0">
                <a:latin typeface="黑体" pitchFamily="49" charset="-122"/>
                <a:ea typeface="黑体" pitchFamily="49" charset="-122"/>
              </a:rPr>
              <a:t>这样的自加操作是比较快的</a:t>
            </a:r>
            <a:r>
              <a:rPr lang="zh-CN" altLang="en-US" sz="2800" dirty="0" smtClean="0">
                <a:latin typeface="黑体" pitchFamily="49" charset="-122"/>
                <a:ea typeface="黑体" pitchFamily="49" charset="-122"/>
              </a:rPr>
              <a:t>。</a:t>
            </a:r>
            <a:endParaRPr lang="en-US" altLang="zh-CN" sz="2800" dirty="0" smtClean="0">
              <a:latin typeface="黑体" pitchFamily="49" charset="-122"/>
              <a:ea typeface="黑体" pitchFamily="49" charset="-122"/>
            </a:endParaRPr>
          </a:p>
          <a:p>
            <a:pPr marL="0" lvl="1" indent="0">
              <a:lnSpc>
                <a:spcPct val="150000"/>
              </a:lnSpc>
              <a:spcBef>
                <a:spcPts val="0"/>
              </a:spcBef>
            </a:pPr>
            <a:r>
              <a:rPr lang="zh-CN" altLang="zh-CN" sz="2800" dirty="0" smtClean="0">
                <a:latin typeface="黑体" pitchFamily="49" charset="-122"/>
                <a:ea typeface="黑体" pitchFamily="49" charset="-122"/>
              </a:rPr>
              <a:t>这种有规律地改变地址值</a:t>
            </a:r>
            <a:r>
              <a:rPr lang="en-US" altLang="zh-CN" sz="2800" dirty="0" smtClean="0">
                <a:solidFill>
                  <a:srgbClr val="0000FF"/>
                </a:solidFill>
                <a:latin typeface="黑体" pitchFamily="49" charset="-122"/>
                <a:ea typeface="黑体" pitchFamily="49" charset="-122"/>
              </a:rPr>
              <a:t>(p++)</a:t>
            </a:r>
            <a:r>
              <a:rPr lang="zh-CN" altLang="zh-CN" sz="2800" dirty="0" smtClean="0">
                <a:latin typeface="黑体" pitchFamily="49" charset="-122"/>
                <a:ea typeface="黑体" pitchFamily="49" charset="-122"/>
              </a:rPr>
              <a:t>能大大</a:t>
            </a:r>
            <a:r>
              <a:rPr lang="zh-CN" altLang="zh-CN" sz="2800" dirty="0" smtClean="0">
                <a:solidFill>
                  <a:srgbClr val="00B050"/>
                </a:solidFill>
                <a:latin typeface="黑体" pitchFamily="49" charset="-122"/>
                <a:ea typeface="黑体" pitchFamily="49" charset="-122"/>
              </a:rPr>
              <a:t>提高执行效率</a:t>
            </a:r>
            <a:r>
              <a:rPr lang="zh-CN" altLang="en-US" sz="2800" dirty="0" smtClean="0">
                <a:latin typeface="黑体" pitchFamily="49" charset="-122"/>
                <a:ea typeface="黑体" pitchFamily="49" charset="-122"/>
              </a:rPr>
              <a:t>。</a:t>
            </a:r>
          </a:p>
        </p:txBody>
      </p:sp>
      <p:pic>
        <p:nvPicPr>
          <p:cNvPr id="57347" name="图片 2" descr="Untitled2.png">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429625" y="6143625"/>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3432838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7346">
                                            <p:txEl>
                                              <p:pRg st="3" end="3"/>
                                            </p:txEl>
                                          </p:spTgt>
                                        </p:tgtEl>
                                        <p:attrNameLst>
                                          <p:attrName>style.visibility</p:attrName>
                                        </p:attrNameLst>
                                      </p:cBhvr>
                                      <p:to>
                                        <p:strVal val="visible"/>
                                      </p:to>
                                    </p:set>
                                    <p:anim calcmode="lin" valueType="num">
                                      <p:cBhvr additive="base">
                                        <p:cTn id="7" dur="500" fill="hold"/>
                                        <p:tgtEl>
                                          <p:spTgt spid="57346">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7346">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39750" y="857250"/>
            <a:ext cx="8153400" cy="5267325"/>
          </a:xfrm>
        </p:spPr>
        <p:txBody>
          <a:bodyPr/>
          <a:lstStyle/>
          <a:p>
            <a:pPr marL="0" indent="0">
              <a:lnSpc>
                <a:spcPct val="150000"/>
              </a:lnSpc>
              <a:spcBef>
                <a:spcPts val="0"/>
              </a:spcBef>
              <a:buFont typeface="Wingdings" pitchFamily="2" charset="2"/>
              <a:buNone/>
            </a:pPr>
            <a:r>
              <a:rPr lang="zh-CN" altLang="zh-CN" sz="2800" dirty="0" smtClean="0">
                <a:latin typeface="黑体" pitchFamily="49" charset="-122"/>
                <a:ea typeface="黑体" pitchFamily="49" charset="-122"/>
              </a:rPr>
              <a:t>例</a:t>
            </a:r>
            <a:r>
              <a:rPr lang="en-US" altLang="zh-CN" sz="2800" dirty="0" smtClean="0">
                <a:latin typeface="黑体" pitchFamily="49" charset="-122"/>
                <a:ea typeface="黑体" pitchFamily="49" charset="-122"/>
              </a:rPr>
              <a:t>8.7 </a:t>
            </a:r>
            <a:r>
              <a:rPr lang="zh-CN" altLang="zh-CN" sz="2800" dirty="0" smtClean="0">
                <a:latin typeface="黑体" pitchFamily="49" charset="-122"/>
                <a:ea typeface="黑体" pitchFamily="49" charset="-122"/>
              </a:rPr>
              <a:t>通过指针变量输出整型数组</a:t>
            </a:r>
            <a:r>
              <a:rPr lang="en-US" altLang="zh-CN" sz="2800" dirty="0" smtClean="0">
                <a:latin typeface="黑体" pitchFamily="49" charset="-122"/>
                <a:ea typeface="黑体" pitchFamily="49" charset="-122"/>
              </a:rPr>
              <a:t>a</a:t>
            </a:r>
            <a:r>
              <a:rPr lang="zh-CN" altLang="zh-CN" sz="2800" dirty="0" smtClean="0">
                <a:latin typeface="黑体" pitchFamily="49" charset="-122"/>
                <a:ea typeface="黑体" pitchFamily="49" charset="-122"/>
              </a:rPr>
              <a:t>的</a:t>
            </a:r>
            <a:r>
              <a:rPr lang="en-US" altLang="zh-CN" sz="2800" dirty="0" smtClean="0">
                <a:latin typeface="黑体" pitchFamily="49" charset="-122"/>
                <a:ea typeface="黑体" pitchFamily="49" charset="-122"/>
              </a:rPr>
              <a:t>10</a:t>
            </a:r>
            <a:r>
              <a:rPr lang="zh-CN" altLang="zh-CN" sz="2800" dirty="0" smtClean="0">
                <a:latin typeface="黑体" pitchFamily="49" charset="-122"/>
                <a:ea typeface="黑体" pitchFamily="49" charset="-122"/>
              </a:rPr>
              <a:t>个元素。</a:t>
            </a:r>
          </a:p>
          <a:p>
            <a:pPr marL="0" indent="0">
              <a:lnSpc>
                <a:spcPct val="150000"/>
              </a:lnSpc>
              <a:spcBef>
                <a:spcPts val="0"/>
              </a:spcBef>
            </a:pPr>
            <a:r>
              <a:rPr lang="zh-CN" altLang="zh-CN" sz="2800" dirty="0" smtClean="0">
                <a:latin typeface="黑体" pitchFamily="49" charset="-122"/>
                <a:ea typeface="黑体" pitchFamily="49" charset="-122"/>
              </a:rPr>
              <a:t>解题思路：</a:t>
            </a:r>
          </a:p>
          <a:p>
            <a:pPr marL="0" indent="0">
              <a:lnSpc>
                <a:spcPct val="150000"/>
              </a:lnSpc>
              <a:spcBef>
                <a:spcPts val="0"/>
              </a:spcBef>
              <a:buFont typeface="Wingdings" pitchFamily="2" charset="2"/>
              <a:buNone/>
            </a:pPr>
            <a:r>
              <a:rPr lang="en-US" altLang="zh-CN" sz="2800" dirty="0" smtClean="0">
                <a:latin typeface="黑体" pitchFamily="49" charset="-122"/>
                <a:ea typeface="黑体" pitchFamily="49" charset="-122"/>
              </a:rPr>
              <a:t>   </a:t>
            </a:r>
            <a:r>
              <a:rPr lang="zh-CN" altLang="zh-CN" sz="2800" dirty="0" smtClean="0">
                <a:latin typeface="黑体" pitchFamily="49" charset="-122"/>
                <a:ea typeface="黑体" pitchFamily="49" charset="-122"/>
              </a:rPr>
              <a:t>用指针变量</a:t>
            </a:r>
            <a:r>
              <a:rPr lang="en-US" altLang="zh-CN" sz="2800" dirty="0" smtClean="0">
                <a:latin typeface="黑体" pitchFamily="49" charset="-122"/>
                <a:ea typeface="黑体" pitchFamily="49" charset="-122"/>
              </a:rPr>
              <a:t>p</a:t>
            </a:r>
            <a:r>
              <a:rPr lang="zh-CN" altLang="zh-CN" sz="2800" dirty="0" smtClean="0">
                <a:latin typeface="黑体" pitchFamily="49" charset="-122"/>
                <a:ea typeface="黑体" pitchFamily="49" charset="-122"/>
              </a:rPr>
              <a:t>指向数组元素，通过</a:t>
            </a:r>
            <a:r>
              <a:rPr lang="zh-CN" altLang="zh-CN" sz="2800" dirty="0" smtClean="0">
                <a:solidFill>
                  <a:srgbClr val="00B050"/>
                </a:solidFill>
                <a:latin typeface="黑体" pitchFamily="49" charset="-122"/>
                <a:ea typeface="黑体" pitchFamily="49" charset="-122"/>
              </a:rPr>
              <a:t>改变指针变量的值</a:t>
            </a:r>
            <a:r>
              <a:rPr lang="zh-CN" altLang="zh-CN" sz="2800" dirty="0" smtClean="0">
                <a:latin typeface="黑体" pitchFamily="49" charset="-122"/>
                <a:ea typeface="黑体" pitchFamily="49" charset="-122"/>
              </a:rPr>
              <a:t>，使</a:t>
            </a:r>
            <a:r>
              <a:rPr lang="en-US" altLang="zh-CN" sz="2800" dirty="0" smtClean="0">
                <a:latin typeface="黑体" pitchFamily="49" charset="-122"/>
                <a:ea typeface="黑体" pitchFamily="49" charset="-122"/>
              </a:rPr>
              <a:t>p</a:t>
            </a:r>
            <a:r>
              <a:rPr lang="zh-CN" altLang="zh-CN" sz="2800" dirty="0" smtClean="0">
                <a:latin typeface="黑体" pitchFamily="49" charset="-122"/>
                <a:ea typeface="黑体" pitchFamily="49" charset="-122"/>
              </a:rPr>
              <a:t>先后指向</a:t>
            </a:r>
            <a:r>
              <a:rPr lang="en-US" altLang="zh-CN" sz="2800" dirty="0" smtClean="0">
                <a:latin typeface="黑体" pitchFamily="49" charset="-122"/>
                <a:ea typeface="黑体" pitchFamily="49" charset="-122"/>
              </a:rPr>
              <a:t>a[0]</a:t>
            </a:r>
            <a:r>
              <a:rPr lang="zh-CN" altLang="zh-CN" sz="2800" dirty="0" smtClean="0">
                <a:latin typeface="黑体" pitchFamily="49" charset="-122"/>
                <a:ea typeface="黑体" pitchFamily="49" charset="-122"/>
              </a:rPr>
              <a:t>到</a:t>
            </a:r>
            <a:r>
              <a:rPr lang="en-US" altLang="zh-CN" sz="2800" dirty="0" smtClean="0">
                <a:latin typeface="黑体" pitchFamily="49" charset="-122"/>
                <a:ea typeface="黑体" pitchFamily="49" charset="-122"/>
              </a:rPr>
              <a:t>a[9]</a:t>
            </a:r>
            <a:r>
              <a:rPr lang="zh-CN" altLang="zh-CN" sz="2800" dirty="0" smtClean="0">
                <a:latin typeface="黑体" pitchFamily="49" charset="-122"/>
                <a:ea typeface="黑体" pitchFamily="49" charset="-122"/>
              </a:rPr>
              <a:t>各元素。</a:t>
            </a:r>
            <a:endParaRPr lang="zh-CN" altLang="en-US" sz="2800" dirty="0" smtClean="0">
              <a:latin typeface="黑体" pitchFamily="49" charset="-122"/>
              <a:ea typeface="黑体" pitchFamily="49" charset="-122"/>
            </a:endParaRPr>
          </a:p>
        </p:txBody>
      </p:sp>
      <p:pic>
        <p:nvPicPr>
          <p:cNvPr id="59395" name="图片 3" descr="Untitled2.png">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429625" y="6143625"/>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4654662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linds(horizontal)">
                                      <p:cBhvr>
                                        <p:cTn id="7" dur="500"/>
                                        <p:tgtEl>
                                          <p:spTgt spid="3">
                                            <p:txEl>
                                              <p:pRg st="1" end="1"/>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blinds(horizontal)">
                                      <p:cBhvr>
                                        <p:cTn id="10"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内容占位符 2"/>
          <p:cNvSpPr>
            <a:spLocks noGrp="1"/>
          </p:cNvSpPr>
          <p:nvPr>
            <p:ph idx="1"/>
          </p:nvPr>
        </p:nvSpPr>
        <p:spPr>
          <a:xfrm>
            <a:off x="357188" y="642938"/>
            <a:ext cx="8532812" cy="5715000"/>
          </a:xfrm>
        </p:spPr>
        <p:txBody>
          <a:bodyPr/>
          <a:lstStyle/>
          <a:p>
            <a:pPr>
              <a:lnSpc>
                <a:spcPct val="100000"/>
              </a:lnSpc>
              <a:buFont typeface="Wingdings" pitchFamily="2" charset="2"/>
              <a:buNone/>
            </a:pPr>
            <a:r>
              <a:rPr lang="en-US" altLang="zh-CN" sz="2800" smtClean="0"/>
              <a:t>#include &lt;stdio.h&gt;</a:t>
            </a:r>
            <a:endParaRPr lang="zh-CN" altLang="zh-CN" sz="2800" smtClean="0"/>
          </a:p>
          <a:p>
            <a:pPr>
              <a:lnSpc>
                <a:spcPct val="100000"/>
              </a:lnSpc>
              <a:buFont typeface="Wingdings" pitchFamily="2" charset="2"/>
              <a:buNone/>
            </a:pPr>
            <a:r>
              <a:rPr lang="en-US" altLang="zh-CN" sz="2800" smtClean="0"/>
              <a:t>int  main()</a:t>
            </a:r>
            <a:endParaRPr lang="zh-CN" altLang="zh-CN" sz="2800" smtClean="0"/>
          </a:p>
          <a:p>
            <a:pPr>
              <a:lnSpc>
                <a:spcPct val="100000"/>
              </a:lnSpc>
              <a:buFont typeface="Wingdings" pitchFamily="2" charset="2"/>
              <a:buNone/>
            </a:pPr>
            <a:r>
              <a:rPr lang="en-US" altLang="zh-CN" sz="2800" smtClean="0"/>
              <a:t>{ int *p,i,a[10];</a:t>
            </a:r>
            <a:endParaRPr lang="zh-CN" altLang="zh-CN" sz="2800" smtClean="0"/>
          </a:p>
          <a:p>
            <a:pPr>
              <a:lnSpc>
                <a:spcPct val="100000"/>
              </a:lnSpc>
              <a:buFont typeface="Wingdings" pitchFamily="2" charset="2"/>
              <a:buNone/>
            </a:pPr>
            <a:r>
              <a:rPr lang="en-US" altLang="zh-CN" sz="2800" smtClean="0"/>
              <a:t>   p=a;</a:t>
            </a:r>
            <a:endParaRPr lang="zh-CN" altLang="zh-CN" sz="2800" smtClean="0"/>
          </a:p>
          <a:p>
            <a:pPr>
              <a:lnSpc>
                <a:spcPct val="100000"/>
              </a:lnSpc>
              <a:buFont typeface="Wingdings" pitchFamily="2" charset="2"/>
              <a:buNone/>
            </a:pPr>
            <a:r>
              <a:rPr lang="en-US" altLang="zh-CN" sz="2800" smtClean="0"/>
              <a:t>   printf(“enter 10 integer numbers:\n");</a:t>
            </a:r>
            <a:endParaRPr lang="zh-CN" altLang="zh-CN" sz="2800" smtClean="0"/>
          </a:p>
          <a:p>
            <a:pPr>
              <a:lnSpc>
                <a:spcPct val="100000"/>
              </a:lnSpc>
              <a:buFont typeface="Wingdings" pitchFamily="2" charset="2"/>
              <a:buNone/>
            </a:pPr>
            <a:r>
              <a:rPr lang="en-US" altLang="zh-CN" sz="2800" smtClean="0"/>
              <a:t>   for(i=0;i&lt;10;i++) scanf(“%d”,p++); </a:t>
            </a:r>
            <a:endParaRPr lang="zh-CN" altLang="zh-CN" sz="2800" smtClean="0"/>
          </a:p>
          <a:p>
            <a:pPr>
              <a:lnSpc>
                <a:spcPct val="100000"/>
              </a:lnSpc>
              <a:buFont typeface="Wingdings" pitchFamily="2" charset="2"/>
              <a:buNone/>
            </a:pPr>
            <a:r>
              <a:rPr lang="en-US" altLang="zh-CN" sz="2800" smtClean="0"/>
              <a:t>   for(i=0;i&lt;10;i++,p++)</a:t>
            </a:r>
            <a:endParaRPr lang="zh-CN" altLang="zh-CN" sz="2800" smtClean="0"/>
          </a:p>
          <a:p>
            <a:pPr>
              <a:lnSpc>
                <a:spcPct val="100000"/>
              </a:lnSpc>
              <a:buFont typeface="Wingdings" pitchFamily="2" charset="2"/>
              <a:buNone/>
            </a:pPr>
            <a:r>
              <a:rPr lang="en-US" altLang="zh-CN" sz="2800" smtClean="0"/>
              <a:t>        printf(“%d ”,*p); </a:t>
            </a:r>
            <a:endParaRPr lang="zh-CN" altLang="zh-CN" sz="2800" smtClean="0"/>
          </a:p>
          <a:p>
            <a:pPr>
              <a:lnSpc>
                <a:spcPct val="100000"/>
              </a:lnSpc>
              <a:buFont typeface="Wingdings" pitchFamily="2" charset="2"/>
              <a:buNone/>
            </a:pPr>
            <a:r>
              <a:rPr lang="en-US" altLang="zh-CN" sz="2800" smtClean="0"/>
              <a:t>   printf("\n");</a:t>
            </a:r>
            <a:endParaRPr lang="zh-CN" altLang="zh-CN" sz="2800" smtClean="0"/>
          </a:p>
          <a:p>
            <a:pPr>
              <a:lnSpc>
                <a:spcPct val="100000"/>
              </a:lnSpc>
              <a:buFont typeface="Wingdings" pitchFamily="2" charset="2"/>
              <a:buNone/>
            </a:pPr>
            <a:r>
              <a:rPr lang="en-US" altLang="zh-CN" sz="2800" smtClean="0"/>
              <a:t>   return 0;</a:t>
            </a:r>
            <a:endParaRPr lang="zh-CN" altLang="zh-CN" sz="2800" smtClean="0"/>
          </a:p>
          <a:p>
            <a:pPr>
              <a:lnSpc>
                <a:spcPct val="100000"/>
              </a:lnSpc>
              <a:buFont typeface="Wingdings" pitchFamily="2" charset="2"/>
              <a:buNone/>
            </a:pPr>
            <a:r>
              <a:rPr lang="en-US" altLang="zh-CN" sz="2800" smtClean="0"/>
              <a:t>}</a:t>
            </a:r>
            <a:endParaRPr lang="zh-CN" altLang="zh-CN" sz="2800" smtClean="0"/>
          </a:p>
        </p:txBody>
      </p:sp>
      <p:sp>
        <p:nvSpPr>
          <p:cNvPr id="4" name="圆角矩形标注 3"/>
          <p:cNvSpPr/>
          <p:nvPr/>
        </p:nvSpPr>
        <p:spPr bwMode="auto">
          <a:xfrm>
            <a:off x="4071937" y="3980403"/>
            <a:ext cx="3528392" cy="1143000"/>
          </a:xfrm>
          <a:prstGeom prst="wedgeRoundRectCallout">
            <a:avLst>
              <a:gd name="adj1" fmla="val 667"/>
              <a:gd name="adj2" fmla="val -92734"/>
              <a:gd name="adj3" fmla="val 16667"/>
            </a:avLst>
          </a:prstGeom>
          <a:solidFill>
            <a:srgbClr val="FFFFCC"/>
          </a:solidFill>
          <a:ln w="9525" cap="flat" cmpd="sng" algn="ctr">
            <a:solidFill>
              <a:schemeClr val="tx1"/>
            </a:solidFill>
            <a:prstDash val="solid"/>
            <a:miter lim="800000"/>
            <a:headEnd type="none" w="med" len="med"/>
            <a:tailEnd type="none" w="med" len="med"/>
          </a:ln>
          <a:effectLst/>
        </p:spPr>
        <p:txBody>
          <a:bodyPr/>
          <a:lstStyle/>
          <a:p>
            <a:r>
              <a:rPr lang="zh-CN" altLang="en-US" sz="2800" b="1" dirty="0">
                <a:solidFill>
                  <a:srgbClr val="0000CC"/>
                </a:solidFill>
                <a:latin typeface="黑体" pitchFamily="49" charset="-122"/>
                <a:ea typeface="黑体" pitchFamily="49" charset="-122"/>
              </a:rPr>
              <a:t>退出循环时</a:t>
            </a:r>
            <a:r>
              <a:rPr lang="en-US" altLang="zh-CN" sz="2800" b="1" dirty="0">
                <a:solidFill>
                  <a:srgbClr val="0000CC"/>
                </a:solidFill>
                <a:latin typeface="黑体" pitchFamily="49" charset="-122"/>
                <a:ea typeface="黑体" pitchFamily="49" charset="-122"/>
              </a:rPr>
              <a:t>p</a:t>
            </a:r>
            <a:r>
              <a:rPr lang="zh-CN" altLang="en-US" sz="2800" b="1" dirty="0">
                <a:solidFill>
                  <a:srgbClr val="0000CC"/>
                </a:solidFill>
                <a:latin typeface="黑体" pitchFamily="49" charset="-122"/>
                <a:ea typeface="黑体" pitchFamily="49" charset="-122"/>
              </a:rPr>
              <a:t>指向</a:t>
            </a:r>
            <a:r>
              <a:rPr lang="en-US" altLang="zh-CN" sz="2800" b="1" dirty="0">
                <a:solidFill>
                  <a:srgbClr val="0000CC"/>
                </a:solidFill>
                <a:latin typeface="黑体" pitchFamily="49" charset="-122"/>
                <a:ea typeface="黑体" pitchFamily="49" charset="-122"/>
              </a:rPr>
              <a:t>a[9]</a:t>
            </a:r>
            <a:r>
              <a:rPr lang="zh-CN" altLang="en-US" sz="2800" b="1" dirty="0">
                <a:solidFill>
                  <a:srgbClr val="0000CC"/>
                </a:solidFill>
                <a:latin typeface="黑体" pitchFamily="49" charset="-122"/>
                <a:ea typeface="黑体" pitchFamily="49" charset="-122"/>
              </a:rPr>
              <a:t>后面的存储单元</a:t>
            </a:r>
            <a:endParaRPr lang="zh-CN" altLang="zh-CN" sz="2800" b="1" dirty="0">
              <a:solidFill>
                <a:srgbClr val="0000CC"/>
              </a:solidFill>
              <a:latin typeface="黑体" pitchFamily="49" charset="-122"/>
              <a:ea typeface="黑体" pitchFamily="49" charset="-122"/>
            </a:endParaRPr>
          </a:p>
        </p:txBody>
      </p:sp>
      <p:sp>
        <p:nvSpPr>
          <p:cNvPr id="5" name="圆角矩形标注 4"/>
          <p:cNvSpPr/>
          <p:nvPr/>
        </p:nvSpPr>
        <p:spPr bwMode="auto">
          <a:xfrm>
            <a:off x="2987824" y="5072063"/>
            <a:ext cx="2428875" cy="1143000"/>
          </a:xfrm>
          <a:prstGeom prst="wedgeRoundRectCallout">
            <a:avLst>
              <a:gd name="adj1" fmla="val -28279"/>
              <a:gd name="adj2" fmla="val -81464"/>
              <a:gd name="adj3" fmla="val 16667"/>
            </a:avLst>
          </a:prstGeom>
          <a:solidFill>
            <a:srgbClr val="FFFFCC"/>
          </a:solidFill>
          <a:ln w="9525" cap="flat" cmpd="sng" algn="ctr">
            <a:solidFill>
              <a:schemeClr val="tx1"/>
            </a:solidFill>
            <a:prstDash val="solid"/>
            <a:miter lim="800000"/>
            <a:headEnd type="none" w="med" len="med"/>
            <a:tailEnd type="none" w="med" len="med"/>
          </a:ln>
          <a:effectLst/>
        </p:spPr>
        <p:txBody>
          <a:bodyPr/>
          <a:lstStyle/>
          <a:p>
            <a:pPr algn="ctr"/>
            <a:r>
              <a:rPr lang="zh-CN" altLang="en-US" sz="2800" b="1" dirty="0">
                <a:solidFill>
                  <a:srgbClr val="0000CC"/>
                </a:solidFill>
                <a:latin typeface="黑体" pitchFamily="49" charset="-122"/>
                <a:ea typeface="黑体" pitchFamily="49" charset="-122"/>
              </a:rPr>
              <a:t>因此执行此循环出问题</a:t>
            </a:r>
            <a:endParaRPr lang="zh-CN" altLang="zh-CN" sz="2800" b="1" dirty="0">
              <a:solidFill>
                <a:srgbClr val="0000CC"/>
              </a:solidFill>
              <a:latin typeface="黑体" pitchFamily="49" charset="-122"/>
              <a:ea typeface="黑体" pitchFamily="49" charset="-122"/>
            </a:endParaRPr>
          </a:p>
        </p:txBody>
      </p:sp>
      <p:sp>
        <p:nvSpPr>
          <p:cNvPr id="6" name="圆角矩形标注 5"/>
          <p:cNvSpPr/>
          <p:nvPr/>
        </p:nvSpPr>
        <p:spPr bwMode="auto">
          <a:xfrm>
            <a:off x="2857500" y="1571625"/>
            <a:ext cx="2428875" cy="1143000"/>
          </a:xfrm>
          <a:prstGeom prst="wedgeRoundRectCallout">
            <a:avLst>
              <a:gd name="adj1" fmla="val -112855"/>
              <a:gd name="adj2" fmla="val 141000"/>
              <a:gd name="adj3" fmla="val 16667"/>
            </a:avLst>
          </a:prstGeom>
          <a:solidFill>
            <a:srgbClr val="FFFFCC"/>
          </a:solidFill>
          <a:ln w="9525" cap="flat" cmpd="sng" algn="ctr">
            <a:solidFill>
              <a:schemeClr val="tx1"/>
            </a:solidFill>
            <a:prstDash val="solid"/>
            <a:miter lim="800000"/>
            <a:headEnd type="none" w="med" len="med"/>
            <a:tailEnd type="none" w="med" len="med"/>
          </a:ln>
          <a:effectLst/>
        </p:spPr>
        <p:txBody>
          <a:bodyPr/>
          <a:lstStyle/>
          <a:p>
            <a:pPr algn="ctr"/>
            <a:r>
              <a:rPr lang="zh-CN" altLang="en-US" sz="2800" b="1" dirty="0">
                <a:solidFill>
                  <a:srgbClr val="0000CC"/>
                </a:solidFill>
                <a:latin typeface="黑体" pitchFamily="49" charset="-122"/>
                <a:ea typeface="黑体" pitchFamily="49" charset="-122"/>
              </a:rPr>
              <a:t>重新执行</a:t>
            </a:r>
            <a:endParaRPr lang="en-US" altLang="zh-CN" sz="2800" b="1" dirty="0">
              <a:solidFill>
                <a:srgbClr val="0000CC"/>
              </a:solidFill>
              <a:latin typeface="黑体" pitchFamily="49" charset="-122"/>
              <a:ea typeface="黑体" pitchFamily="49" charset="-122"/>
            </a:endParaRPr>
          </a:p>
          <a:p>
            <a:pPr algn="ctr"/>
            <a:r>
              <a:rPr lang="en-US" altLang="zh-CN" sz="2800" b="1" dirty="0">
                <a:solidFill>
                  <a:srgbClr val="0000CC"/>
                </a:solidFill>
                <a:latin typeface="Verdana" pitchFamily="34" charset="0"/>
              </a:rPr>
              <a:t>p=a;</a:t>
            </a:r>
            <a:endParaRPr lang="zh-CN" altLang="zh-CN" sz="2800" b="1" dirty="0">
              <a:solidFill>
                <a:srgbClr val="0000CC"/>
              </a:solidFill>
              <a:latin typeface="Verdana" pitchFamily="34" charset="0"/>
            </a:endParaRPr>
          </a:p>
        </p:txBody>
      </p:sp>
      <p:pic>
        <p:nvPicPr>
          <p:cNvPr id="60422" name="图片 6" descr="Untitled2.png">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429625" y="6143625"/>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524532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subTnLst>
                                    <p:set>
                                      <p:cBhvr override="childStyle">
                                        <p:cTn dur="1" fill="hold" display="0" masterRel="nextClick" afterEffect="1"/>
                                        <p:tgtEl>
                                          <p:spTgt spid="4"/>
                                        </p:tgtEl>
                                        <p:attrNameLst>
                                          <p:attrName>style.visibility</p:attrName>
                                        </p:attrNameLst>
                                      </p:cBhvr>
                                      <p:to>
                                        <p:strVal val="hidden"/>
                                      </p:to>
                                    </p:set>
                                  </p:sub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linds(horizontal)">
                                      <p:cBhvr>
                                        <p:cTn id="12" dur="500"/>
                                        <p:tgtEl>
                                          <p:spTgt spid="5"/>
                                        </p:tgtEl>
                                      </p:cBhvr>
                                    </p:animEffect>
                                  </p:childTnLst>
                                  <p:subTnLst>
                                    <p:set>
                                      <p:cBhvr override="childStyle">
                                        <p:cTn dur="1" fill="hold" display="0" masterRel="nextClick" afterEffect="1"/>
                                        <p:tgtEl>
                                          <p:spTgt spid="5"/>
                                        </p:tgtEl>
                                        <p:attrNameLst>
                                          <p:attrName>style.visibility</p:attrName>
                                        </p:attrNameLst>
                                      </p:cBhvr>
                                      <p:to>
                                        <p:strVal val="hidden"/>
                                      </p:to>
                                    </p:set>
                                  </p:sub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blinds(horizontal)">
                                      <p:cBhvr>
                                        <p:cTn id="1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3"/>
          <p:cNvSpPr>
            <a:spLocks noGrp="1" noChangeArrowheads="1"/>
          </p:cNvSpPr>
          <p:nvPr>
            <p:ph type="body" idx="1"/>
          </p:nvPr>
        </p:nvSpPr>
        <p:spPr>
          <a:xfrm>
            <a:off x="323850" y="692150"/>
            <a:ext cx="8496300" cy="4330700"/>
          </a:xfrm>
        </p:spPr>
        <p:txBody>
          <a:bodyPr/>
          <a:lstStyle/>
          <a:p>
            <a:pPr eaLnBrk="1" hangingPunct="1">
              <a:buFont typeface="Wingdings 2" pitchFamily="18" charset="2"/>
              <a:buNone/>
            </a:pPr>
            <a:r>
              <a:rPr lang="zh-CN" altLang="en-US" sz="2800" smtClean="0">
                <a:latin typeface="黑体" pitchFamily="2" charset="-122"/>
                <a:ea typeface="黑体" pitchFamily="2" charset="-122"/>
              </a:rPr>
              <a:t>例</a:t>
            </a:r>
            <a:r>
              <a:rPr lang="en-US" altLang="zh-CN" sz="2800" smtClean="0">
                <a:latin typeface="黑体" pitchFamily="2" charset="-122"/>
                <a:ea typeface="黑体" pitchFamily="2" charset="-122"/>
              </a:rPr>
              <a:t>.</a:t>
            </a:r>
            <a:r>
              <a:rPr lang="zh-CN" altLang="en-US" sz="2800" smtClean="0">
                <a:latin typeface="黑体" pitchFamily="2" charset="-122"/>
                <a:ea typeface="黑体" pitchFamily="2" charset="-122"/>
              </a:rPr>
              <a:t>设有如下定义：</a:t>
            </a:r>
          </a:p>
          <a:p>
            <a:pPr eaLnBrk="1" hangingPunct="1">
              <a:buFont typeface="Wingdings 2" pitchFamily="18" charset="2"/>
              <a:buNone/>
            </a:pPr>
            <a:r>
              <a:rPr lang="en-US" altLang="zh-CN" sz="2800" smtClean="0">
                <a:latin typeface="黑体" pitchFamily="2" charset="-122"/>
                <a:ea typeface="黑体" pitchFamily="2" charset="-122"/>
              </a:rPr>
              <a:t>int  arr[ ]={6,7,8,9,10};</a:t>
            </a:r>
          </a:p>
          <a:p>
            <a:pPr eaLnBrk="1" hangingPunct="1">
              <a:buFont typeface="Wingdings 2" pitchFamily="18" charset="2"/>
              <a:buNone/>
            </a:pPr>
            <a:r>
              <a:rPr lang="en-US" altLang="zh-CN" sz="2800" smtClean="0">
                <a:latin typeface="黑体" pitchFamily="2" charset="-122"/>
                <a:ea typeface="黑体" pitchFamily="2" charset="-122"/>
              </a:rPr>
              <a:t>int  *ptr;</a:t>
            </a:r>
          </a:p>
          <a:p>
            <a:pPr eaLnBrk="1" hangingPunct="1">
              <a:buFont typeface="Wingdings 2" pitchFamily="18" charset="2"/>
              <a:buNone/>
            </a:pPr>
            <a:r>
              <a:rPr lang="zh-CN" altLang="en-US" sz="2800" smtClean="0">
                <a:latin typeface="黑体" pitchFamily="2" charset="-122"/>
                <a:ea typeface="黑体" pitchFamily="2" charset="-122"/>
              </a:rPr>
              <a:t>则下列程序段输出的结果为（   ）</a:t>
            </a:r>
          </a:p>
          <a:p>
            <a:pPr eaLnBrk="1" hangingPunct="1">
              <a:buFont typeface="Wingdings 2" pitchFamily="18" charset="2"/>
              <a:buNone/>
            </a:pPr>
            <a:r>
              <a:rPr lang="en-US" altLang="zh-CN" sz="2800" smtClean="0">
                <a:latin typeface="黑体" pitchFamily="2" charset="-122"/>
                <a:ea typeface="黑体" pitchFamily="2" charset="-122"/>
              </a:rPr>
              <a:t>ptr=arr;</a:t>
            </a:r>
          </a:p>
          <a:p>
            <a:pPr eaLnBrk="1" hangingPunct="1">
              <a:buFont typeface="Wingdings 2" pitchFamily="18" charset="2"/>
              <a:buNone/>
            </a:pPr>
            <a:r>
              <a:rPr lang="en-US" altLang="zh-CN" sz="2800" smtClean="0">
                <a:latin typeface="黑体" pitchFamily="2" charset="-122"/>
                <a:ea typeface="黑体" pitchFamily="2" charset="-122"/>
              </a:rPr>
              <a:t>*(ptr+2)+=2;</a:t>
            </a:r>
          </a:p>
          <a:p>
            <a:pPr eaLnBrk="1" hangingPunct="1">
              <a:buFont typeface="Wingdings 2" pitchFamily="18" charset="2"/>
              <a:buNone/>
            </a:pPr>
            <a:r>
              <a:rPr lang="en-US" altLang="zh-CN" sz="2800" smtClean="0">
                <a:latin typeface="黑体" pitchFamily="2" charset="-122"/>
                <a:ea typeface="黑体" pitchFamily="2" charset="-122"/>
              </a:rPr>
              <a:t>printf(“%d,%d\n”,*ptr,*(ptr+2));</a:t>
            </a:r>
          </a:p>
          <a:p>
            <a:pPr eaLnBrk="1" hangingPunct="1">
              <a:buFont typeface="Wingdings 2" pitchFamily="18" charset="2"/>
              <a:buNone/>
            </a:pPr>
            <a:r>
              <a:rPr lang="en-US" altLang="zh-CN" sz="2800" smtClean="0">
                <a:latin typeface="黑体" pitchFamily="2" charset="-122"/>
                <a:ea typeface="黑体" pitchFamily="2" charset="-122"/>
              </a:rPr>
              <a:t>A   8,10    B  6,8    C  7,9      D   6,10</a:t>
            </a:r>
          </a:p>
        </p:txBody>
      </p:sp>
      <p:sp>
        <p:nvSpPr>
          <p:cNvPr id="3" name="TextBox 2"/>
          <p:cNvSpPr txBox="1">
            <a:spLocks noChangeArrowheads="1"/>
          </p:cNvSpPr>
          <p:nvPr/>
        </p:nvSpPr>
        <p:spPr bwMode="auto">
          <a:xfrm>
            <a:off x="5035550" y="2265363"/>
            <a:ext cx="73183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itchFamily="18" charset="0"/>
                <a:ea typeface="宋体" pitchFamily="2" charset="-122"/>
              </a:defRPr>
            </a:lvl1pPr>
            <a:lvl2pPr marL="742950" indent="-285750">
              <a:defRPr kumimoji="1" sz="2400">
                <a:solidFill>
                  <a:schemeClr val="tx1"/>
                </a:solidFill>
                <a:latin typeface="Times New Roman" pitchFamily="18" charset="0"/>
                <a:ea typeface="宋体" pitchFamily="2" charset="-122"/>
              </a:defRPr>
            </a:lvl2pPr>
            <a:lvl3pPr marL="1143000" indent="-228600">
              <a:defRPr kumimoji="1" sz="2400">
                <a:solidFill>
                  <a:schemeClr val="tx1"/>
                </a:solidFill>
                <a:latin typeface="Times New Roman" pitchFamily="18" charset="0"/>
                <a:ea typeface="宋体" pitchFamily="2" charset="-122"/>
              </a:defRPr>
            </a:lvl3pPr>
            <a:lvl4pPr marL="1600200" indent="-228600">
              <a:defRPr kumimoji="1" sz="2400">
                <a:solidFill>
                  <a:schemeClr val="tx1"/>
                </a:solidFill>
                <a:latin typeface="Times New Roman" pitchFamily="18" charset="0"/>
                <a:ea typeface="宋体" pitchFamily="2" charset="-122"/>
              </a:defRPr>
            </a:lvl4pPr>
            <a:lvl5pPr marL="2057400" indent="-22860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r>
              <a:rPr lang="en-US" altLang="zh-CN"/>
              <a:t>D</a:t>
            </a:r>
            <a:endParaRPr lang="zh-CN" altLang="en-US"/>
          </a:p>
        </p:txBody>
      </p:sp>
    </p:spTree>
    <p:extLst>
      <p:ext uri="{BB962C8B-B14F-4D97-AF65-F5344CB8AC3E}">
        <p14:creationId xmlns:p14="http://schemas.microsoft.com/office/powerpoint/2010/main" val="267004687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6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42" name="Rectangle 2"/>
          <p:cNvSpPr>
            <a:spLocks noGrp="1" noChangeArrowheads="1"/>
          </p:cNvSpPr>
          <p:nvPr>
            <p:ph type="title"/>
          </p:nvPr>
        </p:nvSpPr>
        <p:spPr>
          <a:xfrm>
            <a:off x="285750" y="642938"/>
            <a:ext cx="8572500" cy="769937"/>
          </a:xfrm>
          <a:effectLst/>
        </p:spPr>
        <p:txBody>
          <a:bodyPr anchor="ctr"/>
          <a:lstStyle/>
          <a:p>
            <a:pPr eaLnBrk="1" hangingPunct="1"/>
            <a:r>
              <a:rPr lang="en-US" altLang="zh-CN" sz="4000" b="1" dirty="0">
                <a:solidFill>
                  <a:schemeClr val="accent2"/>
                </a:solidFill>
                <a:latin typeface="黑体" panose="02010609060101010101" pitchFamily="49" charset="-122"/>
                <a:ea typeface="黑体" panose="02010609060101010101" pitchFamily="49" charset="-122"/>
              </a:rPr>
              <a:t>8.3.4 </a:t>
            </a:r>
            <a:r>
              <a:rPr lang="zh-CN" altLang="zh-CN" sz="4000" b="1" dirty="0">
                <a:solidFill>
                  <a:schemeClr val="accent2"/>
                </a:solidFill>
                <a:latin typeface="黑体" panose="02010609060101010101" pitchFamily="49" charset="-122"/>
                <a:ea typeface="黑体" panose="02010609060101010101" pitchFamily="49" charset="-122"/>
              </a:rPr>
              <a:t>用数组名作函数参数</a:t>
            </a:r>
            <a:endParaRPr lang="zh-CN" altLang="en-US" sz="4000" b="1" dirty="0">
              <a:solidFill>
                <a:schemeClr val="accent2"/>
              </a:solidFill>
              <a:latin typeface="黑体" panose="02010609060101010101" pitchFamily="49" charset="-122"/>
              <a:ea typeface="黑体" panose="02010609060101010101" pitchFamily="49" charset="-122"/>
            </a:endParaRPr>
          </a:p>
        </p:txBody>
      </p:sp>
      <p:sp>
        <p:nvSpPr>
          <p:cNvPr id="61443" name="Rectangle 3"/>
          <p:cNvSpPr>
            <a:spLocks noGrp="1" noChangeArrowheads="1"/>
          </p:cNvSpPr>
          <p:nvPr>
            <p:ph type="body" idx="1"/>
          </p:nvPr>
        </p:nvSpPr>
        <p:spPr>
          <a:xfrm>
            <a:off x="395536" y="1714500"/>
            <a:ext cx="8391277" cy="4357688"/>
          </a:xfrm>
        </p:spPr>
        <p:txBody>
          <a:bodyPr/>
          <a:lstStyle/>
          <a:p>
            <a:pPr marL="457200" indent="-457200">
              <a:lnSpc>
                <a:spcPct val="150000"/>
              </a:lnSpc>
              <a:spcBef>
                <a:spcPts val="0"/>
              </a:spcBef>
              <a:buFont typeface="Wingdings" pitchFamily="2" charset="2"/>
              <a:buChar char="u"/>
            </a:pPr>
            <a:r>
              <a:rPr lang="zh-CN" altLang="zh-CN" sz="2800" dirty="0" smtClean="0">
                <a:latin typeface="黑体" pitchFamily="49" charset="-122"/>
                <a:ea typeface="黑体" pitchFamily="49" charset="-122"/>
              </a:rPr>
              <a:t>用数组名作函数参数</a:t>
            </a:r>
            <a:r>
              <a:rPr lang="zh-CN" altLang="en-US" sz="2800" dirty="0" smtClean="0">
                <a:latin typeface="黑体" pitchFamily="49" charset="-122"/>
                <a:ea typeface="黑体" pitchFamily="49" charset="-122"/>
              </a:rPr>
              <a:t>时，因为</a:t>
            </a:r>
            <a:r>
              <a:rPr lang="zh-CN" altLang="zh-CN" sz="2800" dirty="0" smtClean="0">
                <a:latin typeface="黑体" pitchFamily="49" charset="-122"/>
                <a:ea typeface="黑体" pitchFamily="49" charset="-122"/>
              </a:rPr>
              <a:t>实参数组名代表该数组首元素的地址</a:t>
            </a:r>
            <a:r>
              <a:rPr lang="zh-CN" altLang="en-US" sz="2800" dirty="0" smtClean="0">
                <a:latin typeface="黑体" pitchFamily="49" charset="-122"/>
                <a:ea typeface="黑体" pitchFamily="49" charset="-122"/>
              </a:rPr>
              <a:t>，</a:t>
            </a:r>
            <a:r>
              <a:rPr lang="zh-CN" altLang="zh-CN" sz="2800" dirty="0" smtClean="0">
                <a:latin typeface="黑体" pitchFamily="49" charset="-122"/>
                <a:ea typeface="黑体" pitchFamily="49" charset="-122"/>
              </a:rPr>
              <a:t>形参应该是一个</a:t>
            </a:r>
            <a:r>
              <a:rPr lang="zh-CN" altLang="zh-CN" sz="2800" dirty="0" smtClean="0">
                <a:solidFill>
                  <a:srgbClr val="00B050"/>
                </a:solidFill>
                <a:latin typeface="黑体" pitchFamily="49" charset="-122"/>
                <a:ea typeface="黑体" pitchFamily="49" charset="-122"/>
              </a:rPr>
              <a:t>指针变量</a:t>
            </a:r>
            <a:r>
              <a:rPr lang="zh-CN" altLang="en-US" sz="2800" dirty="0" smtClean="0">
                <a:latin typeface="黑体" pitchFamily="49" charset="-122"/>
                <a:ea typeface="黑体" pitchFamily="49" charset="-122"/>
              </a:rPr>
              <a:t>。</a:t>
            </a:r>
            <a:endParaRPr lang="en-US" altLang="zh-CN" sz="2800" dirty="0" smtClean="0">
              <a:latin typeface="黑体" pitchFamily="49" charset="-122"/>
              <a:ea typeface="黑体" pitchFamily="49" charset="-122"/>
            </a:endParaRPr>
          </a:p>
          <a:p>
            <a:pPr marL="457200" indent="-457200">
              <a:lnSpc>
                <a:spcPct val="150000"/>
              </a:lnSpc>
              <a:spcBef>
                <a:spcPts val="0"/>
              </a:spcBef>
              <a:buFont typeface="Wingdings" pitchFamily="2" charset="2"/>
              <a:buChar char="u"/>
            </a:pPr>
            <a:r>
              <a:rPr lang="en-US" altLang="zh-CN" sz="2800" dirty="0" smtClean="0">
                <a:latin typeface="黑体" pitchFamily="49" charset="-122"/>
                <a:ea typeface="黑体" pitchFamily="49" charset="-122"/>
              </a:rPr>
              <a:t>C</a:t>
            </a:r>
            <a:r>
              <a:rPr lang="zh-CN" altLang="zh-CN" sz="2800" dirty="0" smtClean="0">
                <a:latin typeface="黑体" pitchFamily="49" charset="-122"/>
                <a:ea typeface="黑体" pitchFamily="49" charset="-122"/>
              </a:rPr>
              <a:t>编译都是</a:t>
            </a:r>
            <a:r>
              <a:rPr lang="zh-CN" altLang="zh-CN" sz="2800" dirty="0" smtClean="0">
                <a:solidFill>
                  <a:srgbClr val="00B050"/>
                </a:solidFill>
                <a:latin typeface="黑体" pitchFamily="49" charset="-122"/>
                <a:ea typeface="黑体" pitchFamily="49" charset="-122"/>
              </a:rPr>
              <a:t>将形参数组名作为指针变量</a:t>
            </a:r>
            <a:r>
              <a:rPr lang="zh-CN" altLang="zh-CN" sz="2800" dirty="0" smtClean="0">
                <a:latin typeface="黑体" pitchFamily="49" charset="-122"/>
                <a:ea typeface="黑体" pitchFamily="49" charset="-122"/>
              </a:rPr>
              <a:t>来处理的</a:t>
            </a:r>
            <a:r>
              <a:rPr lang="zh-CN" altLang="en-US" sz="2800" dirty="0" smtClean="0">
                <a:latin typeface="黑体" pitchFamily="49" charset="-122"/>
                <a:ea typeface="黑体" pitchFamily="49" charset="-122"/>
              </a:rPr>
              <a:t>。</a:t>
            </a:r>
            <a:endParaRPr lang="en-US" altLang="zh-CN" sz="2800" dirty="0" smtClean="0">
              <a:latin typeface="黑体" pitchFamily="49" charset="-122"/>
              <a:ea typeface="黑体" pitchFamily="49" charset="-122"/>
            </a:endParaRPr>
          </a:p>
        </p:txBody>
      </p:sp>
      <p:pic>
        <p:nvPicPr>
          <p:cNvPr id="61444" name="图片 3" descr="Untitled2.png">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429625" y="6143625"/>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61931988"/>
      </p:ext>
    </p:extLst>
  </p:cSld>
  <p:clrMapOvr>
    <a:masterClrMapping/>
  </p:clrMapOvr>
  <p:transition spd="med">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1443">
                                            <p:txEl>
                                              <p:pRg st="1" end="1"/>
                                            </p:txEl>
                                          </p:spTgt>
                                        </p:tgtEl>
                                        <p:attrNameLst>
                                          <p:attrName>style.visibility</p:attrName>
                                        </p:attrNameLst>
                                      </p:cBhvr>
                                      <p:to>
                                        <p:strVal val="visible"/>
                                      </p:to>
                                    </p:set>
                                    <p:anim calcmode="lin" valueType="num">
                                      <p:cBhvr additive="base">
                                        <p:cTn id="7" dur="500" fill="hold"/>
                                        <p:tgtEl>
                                          <p:spTgt spid="6144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144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2466" name="Rectangle 3"/>
          <p:cNvSpPr>
            <a:spLocks noGrp="1" noChangeArrowheads="1"/>
          </p:cNvSpPr>
          <p:nvPr>
            <p:ph type="body" idx="1"/>
          </p:nvPr>
        </p:nvSpPr>
        <p:spPr>
          <a:xfrm>
            <a:off x="428625" y="1143000"/>
            <a:ext cx="6929438" cy="4786313"/>
          </a:xfrm>
        </p:spPr>
        <p:txBody>
          <a:bodyPr/>
          <a:lstStyle/>
          <a:p>
            <a:pPr>
              <a:lnSpc>
                <a:spcPct val="100000"/>
              </a:lnSpc>
              <a:buFont typeface="Wingdings" pitchFamily="2" charset="2"/>
              <a:buNone/>
            </a:pPr>
            <a:r>
              <a:rPr lang="en-US" altLang="zh-CN" sz="2800" smtClean="0"/>
              <a:t>int main()                   </a:t>
            </a:r>
            <a:endParaRPr lang="zh-CN" altLang="zh-CN" sz="2800" smtClean="0"/>
          </a:p>
          <a:p>
            <a:pPr>
              <a:lnSpc>
                <a:spcPct val="100000"/>
              </a:lnSpc>
              <a:buFont typeface="Wingdings" pitchFamily="2" charset="2"/>
              <a:buNone/>
            </a:pPr>
            <a:r>
              <a:rPr lang="en-US" altLang="zh-CN" sz="2800" smtClean="0"/>
              <a:t>{ void fun(int arr[],int n]; </a:t>
            </a:r>
            <a:endParaRPr lang="zh-CN" altLang="zh-CN" sz="2800" smtClean="0"/>
          </a:p>
          <a:p>
            <a:pPr>
              <a:lnSpc>
                <a:spcPct val="100000"/>
              </a:lnSpc>
              <a:buFont typeface="Wingdings" pitchFamily="2" charset="2"/>
              <a:buNone/>
            </a:pPr>
            <a:r>
              <a:rPr lang="en-US" altLang="zh-CN" sz="2800" smtClean="0"/>
              <a:t>   int array[10];    </a:t>
            </a:r>
            <a:r>
              <a:rPr lang="zh-CN" altLang="zh-CN" sz="2800" smtClean="0"/>
              <a:t></a:t>
            </a:r>
            <a:r>
              <a:rPr lang="en-US" altLang="zh-CN" sz="2800" smtClean="0"/>
              <a:t>     </a:t>
            </a:r>
            <a:endParaRPr lang="zh-CN" altLang="zh-CN" sz="2800" smtClean="0"/>
          </a:p>
          <a:p>
            <a:pPr>
              <a:lnSpc>
                <a:spcPct val="100000"/>
              </a:lnSpc>
              <a:buFont typeface="Wingdings" pitchFamily="2" charset="2"/>
              <a:buNone/>
            </a:pPr>
            <a:r>
              <a:rPr lang="en-US" altLang="zh-CN" sz="2800" smtClean="0"/>
              <a:t>    </a:t>
            </a:r>
            <a:r>
              <a:rPr lang="zh-CN" altLang="zh-CN" sz="2800" smtClean="0"/>
              <a:t>┇</a:t>
            </a:r>
            <a:r>
              <a:rPr lang="en-US" altLang="zh-CN" sz="2800" smtClean="0"/>
              <a:t>                                </a:t>
            </a:r>
            <a:endParaRPr lang="zh-CN" altLang="zh-CN" sz="2800" smtClean="0"/>
          </a:p>
          <a:p>
            <a:pPr>
              <a:lnSpc>
                <a:spcPct val="100000"/>
              </a:lnSpc>
              <a:buFont typeface="Wingdings" pitchFamily="2" charset="2"/>
              <a:buNone/>
            </a:pPr>
            <a:r>
              <a:rPr lang="en-US" altLang="zh-CN" sz="2800" smtClean="0"/>
              <a:t>   fun (array,10);                      </a:t>
            </a:r>
            <a:endParaRPr lang="zh-CN" altLang="zh-CN" sz="2800" smtClean="0"/>
          </a:p>
          <a:p>
            <a:pPr>
              <a:lnSpc>
                <a:spcPct val="100000"/>
              </a:lnSpc>
              <a:buFont typeface="Wingdings" pitchFamily="2" charset="2"/>
              <a:buNone/>
            </a:pPr>
            <a:r>
              <a:rPr lang="en-US" altLang="zh-CN" sz="2800" smtClean="0"/>
              <a:t>   return 0;</a:t>
            </a:r>
            <a:endParaRPr lang="zh-CN" altLang="zh-CN" sz="2800" smtClean="0"/>
          </a:p>
          <a:p>
            <a:pPr>
              <a:lnSpc>
                <a:spcPct val="100000"/>
              </a:lnSpc>
              <a:buFont typeface="Wingdings" pitchFamily="2" charset="2"/>
              <a:buNone/>
            </a:pPr>
            <a:r>
              <a:rPr lang="en-US" altLang="zh-CN" sz="2800" smtClean="0"/>
              <a:t>} </a:t>
            </a:r>
            <a:endParaRPr lang="zh-CN" altLang="zh-CN" sz="2800" smtClean="0"/>
          </a:p>
          <a:p>
            <a:pPr>
              <a:lnSpc>
                <a:spcPct val="100000"/>
              </a:lnSpc>
              <a:buFont typeface="Wingdings" pitchFamily="2" charset="2"/>
              <a:buNone/>
            </a:pPr>
            <a:r>
              <a:rPr lang="en-US" altLang="zh-CN" sz="2800" smtClean="0"/>
              <a:t>void fun(int arr[ ],int n)      </a:t>
            </a:r>
            <a:endParaRPr lang="zh-CN" altLang="zh-CN" sz="2800" smtClean="0"/>
          </a:p>
          <a:p>
            <a:pPr>
              <a:lnSpc>
                <a:spcPct val="100000"/>
              </a:lnSpc>
              <a:buFont typeface="Wingdings" pitchFamily="2" charset="2"/>
              <a:buNone/>
            </a:pPr>
            <a:r>
              <a:rPr lang="en-US" altLang="zh-CN" sz="2800" smtClean="0"/>
              <a:t>{ </a:t>
            </a:r>
            <a:r>
              <a:rPr lang="zh-CN" altLang="zh-CN" sz="2800" smtClean="0"/>
              <a:t>┇</a:t>
            </a:r>
            <a:r>
              <a:rPr lang="en-US" altLang="zh-CN" sz="2800" smtClean="0"/>
              <a:t>  }</a:t>
            </a:r>
            <a:endParaRPr lang="zh-CN" altLang="zh-CN" sz="2800" smtClean="0"/>
          </a:p>
        </p:txBody>
      </p:sp>
      <p:sp>
        <p:nvSpPr>
          <p:cNvPr id="4" name="圆角矩形标注 3"/>
          <p:cNvSpPr/>
          <p:nvPr/>
        </p:nvSpPr>
        <p:spPr bwMode="auto">
          <a:xfrm>
            <a:off x="3563888" y="3861048"/>
            <a:ext cx="4000500" cy="642937"/>
          </a:xfrm>
          <a:prstGeom prst="wedgeRoundRectCallout">
            <a:avLst>
              <a:gd name="adj1" fmla="val -41780"/>
              <a:gd name="adj2" fmla="val 122226"/>
              <a:gd name="adj3" fmla="val 16667"/>
            </a:avLst>
          </a:prstGeom>
          <a:solidFill>
            <a:srgbClr val="FFFFCC"/>
          </a:solidFill>
          <a:ln w="9525" cap="flat" cmpd="sng" algn="ctr">
            <a:solidFill>
              <a:schemeClr val="tx1"/>
            </a:solidFill>
            <a:prstDash val="solid"/>
            <a:miter lim="800000"/>
            <a:headEnd type="none" w="med" len="med"/>
            <a:tailEnd type="none" w="med" len="med"/>
          </a:ln>
          <a:effectLst/>
        </p:spPr>
        <p:txBody>
          <a:bodyPr/>
          <a:lstStyle/>
          <a:p>
            <a:pPr algn="ctr">
              <a:defRPr/>
            </a:pPr>
            <a:r>
              <a:rPr lang="en-US" altLang="zh-CN" sz="2800" b="1" dirty="0">
                <a:solidFill>
                  <a:srgbClr val="0000CC"/>
                </a:solidFill>
                <a:latin typeface="+mn-lt"/>
                <a:ea typeface="+mn-ea"/>
              </a:rPr>
              <a:t>fun(</a:t>
            </a:r>
            <a:r>
              <a:rPr lang="en-US" altLang="zh-CN" sz="2800" b="1" dirty="0" err="1">
                <a:solidFill>
                  <a:srgbClr val="0000CC"/>
                </a:solidFill>
                <a:latin typeface="+mn-lt"/>
                <a:ea typeface="+mn-ea"/>
              </a:rPr>
              <a:t>int</a:t>
            </a:r>
            <a:r>
              <a:rPr lang="en-US" altLang="zh-CN" sz="2800" b="1" dirty="0">
                <a:solidFill>
                  <a:srgbClr val="0000CC"/>
                </a:solidFill>
                <a:latin typeface="+mn-lt"/>
                <a:ea typeface="+mn-ea"/>
              </a:rPr>
              <a:t> *</a:t>
            </a:r>
            <a:r>
              <a:rPr lang="en-US" altLang="zh-CN" sz="2800" b="1" dirty="0" err="1">
                <a:solidFill>
                  <a:srgbClr val="0000CC"/>
                </a:solidFill>
                <a:latin typeface="+mn-lt"/>
                <a:ea typeface="+mn-ea"/>
              </a:rPr>
              <a:t>arr,int</a:t>
            </a:r>
            <a:r>
              <a:rPr lang="en-US" altLang="zh-CN" sz="2800" b="1" dirty="0">
                <a:solidFill>
                  <a:srgbClr val="0000CC"/>
                </a:solidFill>
                <a:latin typeface="+mn-lt"/>
                <a:ea typeface="+mn-ea"/>
              </a:rPr>
              <a:t> n)</a:t>
            </a:r>
            <a:endParaRPr lang="zh-CN" altLang="zh-CN" sz="2800" b="1" dirty="0">
              <a:solidFill>
                <a:srgbClr val="0000CC"/>
              </a:solidFill>
              <a:latin typeface="+mn-lt"/>
              <a:ea typeface="+mn-ea"/>
            </a:endParaRPr>
          </a:p>
        </p:txBody>
      </p:sp>
      <p:pic>
        <p:nvPicPr>
          <p:cNvPr id="62468" name="图片 4" descr="Untitled2.png">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429625" y="6143625"/>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09290526"/>
      </p:ext>
    </p:extLst>
  </p:cSld>
  <p:clrMapOvr>
    <a:masterClrMapping/>
  </p:clrMapOvr>
  <p:transition spd="med">
    <p:blinds/>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6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3490" name="Rectangle 3"/>
          <p:cNvSpPr>
            <a:spLocks noGrp="1" noChangeArrowheads="1"/>
          </p:cNvSpPr>
          <p:nvPr>
            <p:ph type="body" idx="1"/>
          </p:nvPr>
        </p:nvSpPr>
        <p:spPr>
          <a:xfrm>
            <a:off x="428625" y="1143000"/>
            <a:ext cx="5715000" cy="4786313"/>
          </a:xfrm>
        </p:spPr>
        <p:txBody>
          <a:bodyPr/>
          <a:lstStyle/>
          <a:p>
            <a:pPr>
              <a:lnSpc>
                <a:spcPct val="100000"/>
              </a:lnSpc>
              <a:buFont typeface="Wingdings" pitchFamily="2" charset="2"/>
              <a:buNone/>
            </a:pPr>
            <a:r>
              <a:rPr lang="en-US" altLang="zh-CN" sz="2800" smtClean="0"/>
              <a:t>int main()                   </a:t>
            </a:r>
            <a:endParaRPr lang="zh-CN" altLang="zh-CN" sz="2800" smtClean="0"/>
          </a:p>
          <a:p>
            <a:pPr>
              <a:lnSpc>
                <a:spcPct val="100000"/>
              </a:lnSpc>
              <a:buFont typeface="Wingdings" pitchFamily="2" charset="2"/>
              <a:buNone/>
            </a:pPr>
            <a:r>
              <a:rPr lang="en-US" altLang="zh-CN" sz="2800" smtClean="0"/>
              <a:t>{ void fun(int arr[],int n]; </a:t>
            </a:r>
            <a:endParaRPr lang="zh-CN" altLang="zh-CN" sz="2800" smtClean="0"/>
          </a:p>
          <a:p>
            <a:pPr>
              <a:lnSpc>
                <a:spcPct val="100000"/>
              </a:lnSpc>
              <a:buFont typeface="Wingdings" pitchFamily="2" charset="2"/>
              <a:buNone/>
            </a:pPr>
            <a:r>
              <a:rPr lang="en-US" altLang="zh-CN" sz="2800" smtClean="0"/>
              <a:t>   int array[10];         </a:t>
            </a:r>
            <a:endParaRPr lang="zh-CN" altLang="zh-CN" sz="2800" smtClean="0"/>
          </a:p>
          <a:p>
            <a:pPr>
              <a:lnSpc>
                <a:spcPct val="100000"/>
              </a:lnSpc>
              <a:buFont typeface="Wingdings" pitchFamily="2" charset="2"/>
              <a:buNone/>
            </a:pPr>
            <a:r>
              <a:rPr lang="en-US" altLang="zh-CN" sz="2800" smtClean="0"/>
              <a:t>    </a:t>
            </a:r>
            <a:r>
              <a:rPr lang="zh-CN" altLang="zh-CN" sz="2800" smtClean="0"/>
              <a:t>┇</a:t>
            </a:r>
            <a:r>
              <a:rPr lang="en-US" altLang="zh-CN" sz="2800" smtClean="0"/>
              <a:t>                                </a:t>
            </a:r>
            <a:endParaRPr lang="zh-CN" altLang="zh-CN" sz="2800" smtClean="0"/>
          </a:p>
          <a:p>
            <a:pPr>
              <a:lnSpc>
                <a:spcPct val="100000"/>
              </a:lnSpc>
              <a:buFont typeface="Wingdings" pitchFamily="2" charset="2"/>
              <a:buNone/>
            </a:pPr>
            <a:r>
              <a:rPr lang="en-US" altLang="zh-CN" sz="2800" smtClean="0"/>
              <a:t>   fun (array,10);              </a:t>
            </a:r>
            <a:endParaRPr lang="zh-CN" altLang="zh-CN" sz="2800" smtClean="0"/>
          </a:p>
          <a:p>
            <a:pPr>
              <a:lnSpc>
                <a:spcPct val="100000"/>
              </a:lnSpc>
              <a:buFont typeface="Wingdings" pitchFamily="2" charset="2"/>
              <a:buNone/>
            </a:pPr>
            <a:r>
              <a:rPr lang="en-US" altLang="zh-CN" sz="2800" smtClean="0"/>
              <a:t>   return 0;</a:t>
            </a:r>
            <a:endParaRPr lang="zh-CN" altLang="zh-CN" sz="2800" smtClean="0"/>
          </a:p>
          <a:p>
            <a:pPr>
              <a:lnSpc>
                <a:spcPct val="100000"/>
              </a:lnSpc>
              <a:buFont typeface="Wingdings" pitchFamily="2" charset="2"/>
              <a:buNone/>
            </a:pPr>
            <a:r>
              <a:rPr lang="en-US" altLang="zh-CN" sz="2800" smtClean="0"/>
              <a:t>} </a:t>
            </a:r>
            <a:endParaRPr lang="zh-CN" altLang="zh-CN" sz="2800" smtClean="0"/>
          </a:p>
          <a:p>
            <a:pPr>
              <a:lnSpc>
                <a:spcPct val="100000"/>
              </a:lnSpc>
              <a:buFont typeface="Wingdings" pitchFamily="2" charset="2"/>
              <a:buNone/>
            </a:pPr>
            <a:r>
              <a:rPr lang="en-US" altLang="zh-CN" sz="2800" smtClean="0"/>
              <a:t>void fun(int </a:t>
            </a:r>
            <a:r>
              <a:rPr lang="en-US" altLang="zh-CN" sz="2800" smtClean="0">
                <a:solidFill>
                  <a:srgbClr val="FF0000"/>
                </a:solidFill>
              </a:rPr>
              <a:t>*arr</a:t>
            </a:r>
            <a:r>
              <a:rPr lang="en-US" altLang="zh-CN" sz="2800" smtClean="0"/>
              <a:t>,int n)      </a:t>
            </a:r>
            <a:endParaRPr lang="zh-CN" altLang="zh-CN" sz="2800" smtClean="0"/>
          </a:p>
          <a:p>
            <a:pPr>
              <a:lnSpc>
                <a:spcPct val="100000"/>
              </a:lnSpc>
              <a:buFont typeface="Wingdings" pitchFamily="2" charset="2"/>
              <a:buNone/>
            </a:pPr>
            <a:r>
              <a:rPr lang="en-US" altLang="zh-CN" sz="2800" smtClean="0"/>
              <a:t>{ </a:t>
            </a:r>
            <a:r>
              <a:rPr lang="zh-CN" altLang="zh-CN" sz="2800" smtClean="0"/>
              <a:t>┇</a:t>
            </a:r>
            <a:r>
              <a:rPr lang="en-US" altLang="zh-CN" sz="2800" smtClean="0"/>
              <a:t>  }</a:t>
            </a:r>
            <a:endParaRPr lang="zh-CN" altLang="zh-CN" sz="2800" smtClean="0"/>
          </a:p>
        </p:txBody>
      </p:sp>
      <p:graphicFrame>
        <p:nvGraphicFramePr>
          <p:cNvPr id="6" name="表格 5"/>
          <p:cNvGraphicFramePr>
            <a:graphicFrameLocks noGrp="1"/>
          </p:cNvGraphicFramePr>
          <p:nvPr/>
        </p:nvGraphicFramePr>
        <p:xfrm>
          <a:off x="6453188" y="879475"/>
          <a:ext cx="833437" cy="5478617"/>
        </p:xfrm>
        <a:graphic>
          <a:graphicData uri="http://schemas.openxmlformats.org/drawingml/2006/table">
            <a:tbl>
              <a:tblPr firstRow="1" bandRow="1">
                <a:tableStyleId>{5C22544A-7EE6-4342-B048-85BDC9FD1C3A}</a:tableStyleId>
              </a:tblPr>
              <a:tblGrid>
                <a:gridCol w="833437"/>
              </a:tblGrid>
              <a:tr h="531753">
                <a:tc>
                  <a:txBody>
                    <a:bodyPr/>
                    <a:lstStyle/>
                    <a:p>
                      <a:endParaRPr lang="zh-CN" altLang="en-US" sz="2800" b="1" dirty="0">
                        <a:solidFill>
                          <a:schemeClr val="tx1"/>
                        </a:solidFill>
                      </a:endParaRPr>
                    </a:p>
                  </a:txBody>
                  <a:tcPr marL="91442" marR="91442" marT="45714" marB="45714">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518097">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sz="2800" b="1" dirty="0" smtClean="0">
                        <a:solidFill>
                          <a:schemeClr val="tx1"/>
                        </a:solidFill>
                      </a:endParaRPr>
                    </a:p>
                  </a:txBody>
                  <a:tcPr marL="91442" marR="91442" marT="45714" marB="45714">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553342">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sz="2800" b="1" dirty="0" smtClean="0">
                        <a:solidFill>
                          <a:schemeClr val="tx1"/>
                        </a:solidFill>
                      </a:endParaRPr>
                    </a:p>
                  </a:txBody>
                  <a:tcPr marL="91442" marR="91442" marT="45714" marB="45714">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518097">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sz="2800" b="1" dirty="0" smtClean="0">
                        <a:solidFill>
                          <a:schemeClr val="tx1"/>
                        </a:solidFill>
                      </a:endParaRPr>
                    </a:p>
                  </a:txBody>
                  <a:tcPr marL="91442" marR="91442" marT="45714" marB="45714">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553342">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sz="2800" b="1" dirty="0" smtClean="0">
                        <a:solidFill>
                          <a:schemeClr val="tx1"/>
                        </a:solidFill>
                      </a:endParaRPr>
                    </a:p>
                  </a:txBody>
                  <a:tcPr marL="91442" marR="91442" marT="45714" marB="45714">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571434">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sz="2800" b="1" dirty="0" smtClean="0">
                        <a:solidFill>
                          <a:schemeClr val="tx1"/>
                        </a:solidFill>
                      </a:endParaRPr>
                    </a:p>
                  </a:txBody>
                  <a:tcPr marL="91442" marR="91442" marT="45714" marB="45714">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571434">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sz="2800" b="1" dirty="0" smtClean="0">
                        <a:solidFill>
                          <a:schemeClr val="tx1"/>
                        </a:solidFill>
                      </a:endParaRPr>
                    </a:p>
                  </a:txBody>
                  <a:tcPr marL="91442" marR="91442" marT="45714" marB="45714">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571434">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sz="2800" b="1" dirty="0" smtClean="0">
                        <a:solidFill>
                          <a:schemeClr val="tx1"/>
                        </a:solidFill>
                      </a:endParaRPr>
                    </a:p>
                  </a:txBody>
                  <a:tcPr marL="91442" marR="91442" marT="45714" marB="45714">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571434">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sz="2800" b="1" dirty="0" smtClean="0">
                        <a:solidFill>
                          <a:schemeClr val="tx1"/>
                        </a:solidFill>
                      </a:endParaRPr>
                    </a:p>
                  </a:txBody>
                  <a:tcPr marL="91442" marR="91442" marT="45714" marB="45714">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518097">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sz="2800" b="1" dirty="0" smtClean="0">
                        <a:solidFill>
                          <a:schemeClr val="tx1"/>
                        </a:solidFill>
                      </a:endParaRPr>
                    </a:p>
                  </a:txBody>
                  <a:tcPr marL="91442" marR="91442" marT="45714" marB="45714">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bl>
          </a:graphicData>
        </a:graphic>
      </p:graphicFrame>
      <p:cxnSp>
        <p:nvCxnSpPr>
          <p:cNvPr id="8" name="直接箭头连接符 7"/>
          <p:cNvCxnSpPr>
            <a:cxnSpLocks noChangeShapeType="1"/>
          </p:cNvCxnSpPr>
          <p:nvPr/>
        </p:nvCxnSpPr>
        <p:spPr bwMode="auto">
          <a:xfrm>
            <a:off x="5143500" y="858838"/>
            <a:ext cx="1285875" cy="1587"/>
          </a:xfrm>
          <a:prstGeom prst="straightConnector1">
            <a:avLst/>
          </a:prstGeom>
          <a:noFill/>
          <a:ln w="38100" algn="ctr">
            <a:solidFill>
              <a:srgbClr val="0000CC"/>
            </a:solidFill>
            <a:miter lim="800000"/>
            <a:headEnd/>
            <a:tailEnd type="arrow" w="med" len="med"/>
          </a:ln>
          <a:extLst>
            <a:ext uri="{909E8E84-426E-40DD-AFC4-6F175D3DCCD1}">
              <a14:hiddenFill xmlns:a14="http://schemas.microsoft.com/office/drawing/2010/main">
                <a:noFill/>
              </a14:hiddenFill>
            </a:ext>
          </a:extLst>
        </p:spPr>
      </p:cxnSp>
      <p:sp>
        <p:nvSpPr>
          <p:cNvPr id="12" name="TextBox 11"/>
          <p:cNvSpPr txBox="1">
            <a:spLocks noChangeArrowheads="1"/>
          </p:cNvSpPr>
          <p:nvPr/>
        </p:nvSpPr>
        <p:spPr bwMode="auto">
          <a:xfrm>
            <a:off x="7429500" y="522288"/>
            <a:ext cx="1643063"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000">
                <a:solidFill>
                  <a:schemeClr val="tx1"/>
                </a:solidFill>
                <a:latin typeface="Arial" charset="0"/>
                <a:ea typeface="宋体" pitchFamily="2" charset="-122"/>
              </a:defRPr>
            </a:lvl1pPr>
            <a:lvl2pPr marL="742950" indent="-285750" eaLnBrk="0" hangingPunct="0">
              <a:defRPr kumimoji="1" sz="4000">
                <a:solidFill>
                  <a:schemeClr val="tx1"/>
                </a:solidFill>
                <a:latin typeface="Arial" charset="0"/>
                <a:ea typeface="宋体" pitchFamily="2" charset="-122"/>
              </a:defRPr>
            </a:lvl2pPr>
            <a:lvl3pPr marL="1143000" indent="-228600" eaLnBrk="0" hangingPunct="0">
              <a:defRPr kumimoji="1" sz="4000">
                <a:solidFill>
                  <a:schemeClr val="tx1"/>
                </a:solidFill>
                <a:latin typeface="Arial" charset="0"/>
                <a:ea typeface="宋体" pitchFamily="2" charset="-122"/>
              </a:defRPr>
            </a:lvl3pPr>
            <a:lvl4pPr marL="1600200" indent="-228600" eaLnBrk="0" hangingPunct="0">
              <a:defRPr kumimoji="1" sz="4000">
                <a:solidFill>
                  <a:schemeClr val="tx1"/>
                </a:solidFill>
                <a:latin typeface="Arial" charset="0"/>
                <a:ea typeface="宋体" pitchFamily="2" charset="-122"/>
              </a:defRPr>
            </a:lvl4pPr>
            <a:lvl5pPr marL="2057400" indent="-228600" eaLnBrk="0" hangingPunct="0">
              <a:defRPr kumimoji="1" sz="4000">
                <a:solidFill>
                  <a:schemeClr val="tx1"/>
                </a:solidFill>
                <a:latin typeface="Arial" charset="0"/>
                <a:ea typeface="宋体" pitchFamily="2" charset="-122"/>
              </a:defRPr>
            </a:lvl5pPr>
            <a:lvl6pPr marL="2514600" indent="-228600" eaLnBrk="0" fontAlgn="base" hangingPunct="0">
              <a:spcBef>
                <a:spcPct val="0"/>
              </a:spcBef>
              <a:spcAft>
                <a:spcPct val="0"/>
              </a:spcAft>
              <a:defRPr kumimoji="1" sz="4000">
                <a:solidFill>
                  <a:schemeClr val="tx1"/>
                </a:solidFill>
                <a:latin typeface="Arial" charset="0"/>
                <a:ea typeface="宋体" pitchFamily="2" charset="-122"/>
              </a:defRPr>
            </a:lvl6pPr>
            <a:lvl7pPr marL="2971800" indent="-228600" eaLnBrk="0" fontAlgn="base" hangingPunct="0">
              <a:spcBef>
                <a:spcPct val="0"/>
              </a:spcBef>
              <a:spcAft>
                <a:spcPct val="0"/>
              </a:spcAft>
              <a:defRPr kumimoji="1" sz="4000">
                <a:solidFill>
                  <a:schemeClr val="tx1"/>
                </a:solidFill>
                <a:latin typeface="Arial" charset="0"/>
                <a:ea typeface="宋体" pitchFamily="2" charset="-122"/>
              </a:defRPr>
            </a:lvl7pPr>
            <a:lvl8pPr marL="3429000" indent="-228600" eaLnBrk="0" fontAlgn="base" hangingPunct="0">
              <a:spcBef>
                <a:spcPct val="0"/>
              </a:spcBef>
              <a:spcAft>
                <a:spcPct val="0"/>
              </a:spcAft>
              <a:defRPr kumimoji="1" sz="4000">
                <a:solidFill>
                  <a:schemeClr val="tx1"/>
                </a:solidFill>
                <a:latin typeface="Arial" charset="0"/>
                <a:ea typeface="宋体" pitchFamily="2" charset="-122"/>
              </a:defRPr>
            </a:lvl8pPr>
            <a:lvl9pPr marL="3886200" indent="-228600" eaLnBrk="0" fontAlgn="base" hangingPunct="0">
              <a:spcBef>
                <a:spcPct val="0"/>
              </a:spcBef>
              <a:spcAft>
                <a:spcPct val="0"/>
              </a:spcAft>
              <a:defRPr kumimoji="1" sz="4000">
                <a:solidFill>
                  <a:schemeClr val="tx1"/>
                </a:solidFill>
                <a:latin typeface="Arial" charset="0"/>
                <a:ea typeface="宋体" pitchFamily="2" charset="-122"/>
              </a:defRPr>
            </a:lvl9pPr>
          </a:lstStyle>
          <a:p>
            <a:pPr eaLnBrk="1" hangingPunct="1"/>
            <a:r>
              <a:rPr lang="en-US" altLang="zh-CN" sz="3200" b="1">
                <a:solidFill>
                  <a:srgbClr val="0000CC"/>
                </a:solidFill>
              </a:rPr>
              <a:t>array[0]</a:t>
            </a:r>
            <a:endParaRPr lang="zh-CN" altLang="en-US" sz="3200" b="1">
              <a:solidFill>
                <a:srgbClr val="0000CC"/>
              </a:solidFill>
            </a:endParaRPr>
          </a:p>
        </p:txBody>
      </p:sp>
      <p:sp>
        <p:nvSpPr>
          <p:cNvPr id="13" name="TextBox 12"/>
          <p:cNvSpPr txBox="1">
            <a:spLocks noChangeArrowheads="1"/>
          </p:cNvSpPr>
          <p:nvPr/>
        </p:nvSpPr>
        <p:spPr bwMode="auto">
          <a:xfrm>
            <a:off x="7572375" y="936625"/>
            <a:ext cx="1357313"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000">
                <a:solidFill>
                  <a:schemeClr val="tx1"/>
                </a:solidFill>
                <a:latin typeface="Arial" charset="0"/>
                <a:ea typeface="宋体" pitchFamily="2" charset="-122"/>
              </a:defRPr>
            </a:lvl1pPr>
            <a:lvl2pPr marL="742950" indent="-285750" eaLnBrk="0" hangingPunct="0">
              <a:defRPr kumimoji="1" sz="4000">
                <a:solidFill>
                  <a:schemeClr val="tx1"/>
                </a:solidFill>
                <a:latin typeface="Arial" charset="0"/>
                <a:ea typeface="宋体" pitchFamily="2" charset="-122"/>
              </a:defRPr>
            </a:lvl2pPr>
            <a:lvl3pPr marL="1143000" indent="-228600" eaLnBrk="0" hangingPunct="0">
              <a:defRPr kumimoji="1" sz="4000">
                <a:solidFill>
                  <a:schemeClr val="tx1"/>
                </a:solidFill>
                <a:latin typeface="Arial" charset="0"/>
                <a:ea typeface="宋体" pitchFamily="2" charset="-122"/>
              </a:defRPr>
            </a:lvl3pPr>
            <a:lvl4pPr marL="1600200" indent="-228600" eaLnBrk="0" hangingPunct="0">
              <a:defRPr kumimoji="1" sz="4000">
                <a:solidFill>
                  <a:schemeClr val="tx1"/>
                </a:solidFill>
                <a:latin typeface="Arial" charset="0"/>
                <a:ea typeface="宋体" pitchFamily="2" charset="-122"/>
              </a:defRPr>
            </a:lvl4pPr>
            <a:lvl5pPr marL="2057400" indent="-228600" eaLnBrk="0" hangingPunct="0">
              <a:defRPr kumimoji="1" sz="4000">
                <a:solidFill>
                  <a:schemeClr val="tx1"/>
                </a:solidFill>
                <a:latin typeface="Arial" charset="0"/>
                <a:ea typeface="宋体" pitchFamily="2" charset="-122"/>
              </a:defRPr>
            </a:lvl5pPr>
            <a:lvl6pPr marL="2514600" indent="-228600" eaLnBrk="0" fontAlgn="base" hangingPunct="0">
              <a:spcBef>
                <a:spcPct val="0"/>
              </a:spcBef>
              <a:spcAft>
                <a:spcPct val="0"/>
              </a:spcAft>
              <a:defRPr kumimoji="1" sz="4000">
                <a:solidFill>
                  <a:schemeClr val="tx1"/>
                </a:solidFill>
                <a:latin typeface="Arial" charset="0"/>
                <a:ea typeface="宋体" pitchFamily="2" charset="-122"/>
              </a:defRPr>
            </a:lvl6pPr>
            <a:lvl7pPr marL="2971800" indent="-228600" eaLnBrk="0" fontAlgn="base" hangingPunct="0">
              <a:spcBef>
                <a:spcPct val="0"/>
              </a:spcBef>
              <a:spcAft>
                <a:spcPct val="0"/>
              </a:spcAft>
              <a:defRPr kumimoji="1" sz="4000">
                <a:solidFill>
                  <a:schemeClr val="tx1"/>
                </a:solidFill>
                <a:latin typeface="Arial" charset="0"/>
                <a:ea typeface="宋体" pitchFamily="2" charset="-122"/>
              </a:defRPr>
            </a:lvl7pPr>
            <a:lvl8pPr marL="3429000" indent="-228600" eaLnBrk="0" fontAlgn="base" hangingPunct="0">
              <a:spcBef>
                <a:spcPct val="0"/>
              </a:spcBef>
              <a:spcAft>
                <a:spcPct val="0"/>
              </a:spcAft>
              <a:defRPr kumimoji="1" sz="4000">
                <a:solidFill>
                  <a:schemeClr val="tx1"/>
                </a:solidFill>
                <a:latin typeface="Arial" charset="0"/>
                <a:ea typeface="宋体" pitchFamily="2" charset="-122"/>
              </a:defRPr>
            </a:lvl8pPr>
            <a:lvl9pPr marL="3886200" indent="-228600" eaLnBrk="0" fontAlgn="base" hangingPunct="0">
              <a:spcBef>
                <a:spcPct val="0"/>
              </a:spcBef>
              <a:spcAft>
                <a:spcPct val="0"/>
              </a:spcAft>
              <a:defRPr kumimoji="1" sz="4000">
                <a:solidFill>
                  <a:schemeClr val="tx1"/>
                </a:solidFill>
                <a:latin typeface="Arial" charset="0"/>
                <a:ea typeface="宋体" pitchFamily="2" charset="-122"/>
              </a:defRPr>
            </a:lvl9pPr>
          </a:lstStyle>
          <a:p>
            <a:pPr eaLnBrk="1" hangingPunct="1"/>
            <a:r>
              <a:rPr lang="en-US" altLang="zh-CN" sz="3200" b="1">
                <a:solidFill>
                  <a:srgbClr val="0000CC"/>
                </a:solidFill>
              </a:rPr>
              <a:t>arr[0]</a:t>
            </a:r>
            <a:endParaRPr lang="zh-CN" altLang="en-US" sz="3200" b="1">
              <a:solidFill>
                <a:srgbClr val="0000CC"/>
              </a:solidFill>
            </a:endParaRPr>
          </a:p>
        </p:txBody>
      </p:sp>
      <p:sp>
        <p:nvSpPr>
          <p:cNvPr id="14" name="右大括号 13"/>
          <p:cNvSpPr>
            <a:spLocks/>
          </p:cNvSpPr>
          <p:nvPr/>
        </p:nvSpPr>
        <p:spPr bwMode="auto">
          <a:xfrm>
            <a:off x="7358063" y="879475"/>
            <a:ext cx="142875" cy="500063"/>
          </a:xfrm>
          <a:prstGeom prst="rightBrace">
            <a:avLst>
              <a:gd name="adj1" fmla="val 8329"/>
              <a:gd name="adj2" fmla="val 50000"/>
            </a:avLst>
          </a:prstGeom>
          <a:solidFill>
            <a:schemeClr val="accent1"/>
          </a:solidFill>
          <a:ln w="38100" algn="ctr">
            <a:solidFill>
              <a:srgbClr val="0000CC"/>
            </a:solidFill>
            <a:miter lim="800000"/>
            <a:headEnd/>
            <a:tailEnd/>
          </a:ln>
        </p:spPr>
        <p:txBody>
          <a:bodyPr wrap="none"/>
          <a:lstStyle/>
          <a:p>
            <a:endParaRPr lang="zh-CN" altLang="en-US"/>
          </a:p>
        </p:txBody>
      </p:sp>
      <p:sp>
        <p:nvSpPr>
          <p:cNvPr id="15" name="TextBox 14"/>
          <p:cNvSpPr txBox="1">
            <a:spLocks noChangeArrowheads="1"/>
          </p:cNvSpPr>
          <p:nvPr/>
        </p:nvSpPr>
        <p:spPr bwMode="auto">
          <a:xfrm>
            <a:off x="4357688" y="5857875"/>
            <a:ext cx="2071687"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000">
                <a:solidFill>
                  <a:schemeClr val="tx1"/>
                </a:solidFill>
                <a:latin typeface="Arial" charset="0"/>
                <a:ea typeface="宋体" pitchFamily="2" charset="-122"/>
              </a:defRPr>
            </a:lvl1pPr>
            <a:lvl2pPr marL="742950" indent="-285750" eaLnBrk="0" hangingPunct="0">
              <a:defRPr kumimoji="1" sz="4000">
                <a:solidFill>
                  <a:schemeClr val="tx1"/>
                </a:solidFill>
                <a:latin typeface="Arial" charset="0"/>
                <a:ea typeface="宋体" pitchFamily="2" charset="-122"/>
              </a:defRPr>
            </a:lvl2pPr>
            <a:lvl3pPr marL="1143000" indent="-228600" eaLnBrk="0" hangingPunct="0">
              <a:defRPr kumimoji="1" sz="4000">
                <a:solidFill>
                  <a:schemeClr val="tx1"/>
                </a:solidFill>
                <a:latin typeface="Arial" charset="0"/>
                <a:ea typeface="宋体" pitchFamily="2" charset="-122"/>
              </a:defRPr>
            </a:lvl3pPr>
            <a:lvl4pPr marL="1600200" indent="-228600" eaLnBrk="0" hangingPunct="0">
              <a:defRPr kumimoji="1" sz="4000">
                <a:solidFill>
                  <a:schemeClr val="tx1"/>
                </a:solidFill>
                <a:latin typeface="Arial" charset="0"/>
                <a:ea typeface="宋体" pitchFamily="2" charset="-122"/>
              </a:defRPr>
            </a:lvl4pPr>
            <a:lvl5pPr marL="2057400" indent="-228600" eaLnBrk="0" hangingPunct="0">
              <a:defRPr kumimoji="1" sz="4000">
                <a:solidFill>
                  <a:schemeClr val="tx1"/>
                </a:solidFill>
                <a:latin typeface="Arial" charset="0"/>
                <a:ea typeface="宋体" pitchFamily="2" charset="-122"/>
              </a:defRPr>
            </a:lvl5pPr>
            <a:lvl6pPr marL="2514600" indent="-228600" eaLnBrk="0" fontAlgn="base" hangingPunct="0">
              <a:spcBef>
                <a:spcPct val="0"/>
              </a:spcBef>
              <a:spcAft>
                <a:spcPct val="0"/>
              </a:spcAft>
              <a:defRPr kumimoji="1" sz="4000">
                <a:solidFill>
                  <a:schemeClr val="tx1"/>
                </a:solidFill>
                <a:latin typeface="Arial" charset="0"/>
                <a:ea typeface="宋体" pitchFamily="2" charset="-122"/>
              </a:defRPr>
            </a:lvl6pPr>
            <a:lvl7pPr marL="2971800" indent="-228600" eaLnBrk="0" fontAlgn="base" hangingPunct="0">
              <a:spcBef>
                <a:spcPct val="0"/>
              </a:spcBef>
              <a:spcAft>
                <a:spcPct val="0"/>
              </a:spcAft>
              <a:defRPr kumimoji="1" sz="4000">
                <a:solidFill>
                  <a:schemeClr val="tx1"/>
                </a:solidFill>
                <a:latin typeface="Arial" charset="0"/>
                <a:ea typeface="宋体" pitchFamily="2" charset="-122"/>
              </a:defRPr>
            </a:lvl7pPr>
            <a:lvl8pPr marL="3429000" indent="-228600" eaLnBrk="0" fontAlgn="base" hangingPunct="0">
              <a:spcBef>
                <a:spcPct val="0"/>
              </a:spcBef>
              <a:spcAft>
                <a:spcPct val="0"/>
              </a:spcAft>
              <a:defRPr kumimoji="1" sz="4000">
                <a:solidFill>
                  <a:schemeClr val="tx1"/>
                </a:solidFill>
                <a:latin typeface="Arial" charset="0"/>
                <a:ea typeface="宋体" pitchFamily="2" charset="-122"/>
              </a:defRPr>
            </a:lvl8pPr>
            <a:lvl9pPr marL="3886200" indent="-228600" eaLnBrk="0" fontAlgn="base" hangingPunct="0">
              <a:spcBef>
                <a:spcPct val="0"/>
              </a:spcBef>
              <a:spcAft>
                <a:spcPct val="0"/>
              </a:spcAft>
              <a:defRPr kumimoji="1" sz="4000">
                <a:solidFill>
                  <a:schemeClr val="tx1"/>
                </a:solidFill>
                <a:latin typeface="Arial" charset="0"/>
                <a:ea typeface="宋体" pitchFamily="2" charset="-122"/>
              </a:defRPr>
            </a:lvl9pPr>
          </a:lstStyle>
          <a:p>
            <a:pPr eaLnBrk="1" hangingPunct="1"/>
            <a:r>
              <a:rPr lang="en-US" altLang="zh-CN" sz="3200" b="1" dirty="0">
                <a:solidFill>
                  <a:srgbClr val="FF0000"/>
                </a:solidFill>
              </a:rPr>
              <a:t>array</a:t>
            </a:r>
            <a:r>
              <a:rPr lang="zh-CN" altLang="en-US" sz="3200" b="1" dirty="0">
                <a:solidFill>
                  <a:srgbClr val="FF0000"/>
                </a:solidFill>
                <a:latin typeface="黑体" pitchFamily="49" charset="-122"/>
                <a:ea typeface="黑体" pitchFamily="49" charset="-122"/>
              </a:rPr>
              <a:t>数组</a:t>
            </a:r>
          </a:p>
        </p:txBody>
      </p:sp>
      <p:sp>
        <p:nvSpPr>
          <p:cNvPr id="16" name="TextBox 15"/>
          <p:cNvSpPr txBox="1">
            <a:spLocks noChangeArrowheads="1"/>
          </p:cNvSpPr>
          <p:nvPr/>
        </p:nvSpPr>
        <p:spPr bwMode="auto">
          <a:xfrm>
            <a:off x="4214813" y="571500"/>
            <a:ext cx="85725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000">
                <a:solidFill>
                  <a:schemeClr val="tx1"/>
                </a:solidFill>
                <a:latin typeface="Arial" charset="0"/>
                <a:ea typeface="宋体" pitchFamily="2" charset="-122"/>
              </a:defRPr>
            </a:lvl1pPr>
            <a:lvl2pPr marL="742950" indent="-285750" eaLnBrk="0" hangingPunct="0">
              <a:defRPr kumimoji="1" sz="4000">
                <a:solidFill>
                  <a:schemeClr val="tx1"/>
                </a:solidFill>
                <a:latin typeface="Arial" charset="0"/>
                <a:ea typeface="宋体" pitchFamily="2" charset="-122"/>
              </a:defRPr>
            </a:lvl2pPr>
            <a:lvl3pPr marL="1143000" indent="-228600" eaLnBrk="0" hangingPunct="0">
              <a:defRPr kumimoji="1" sz="4000">
                <a:solidFill>
                  <a:schemeClr val="tx1"/>
                </a:solidFill>
                <a:latin typeface="Arial" charset="0"/>
                <a:ea typeface="宋体" pitchFamily="2" charset="-122"/>
              </a:defRPr>
            </a:lvl3pPr>
            <a:lvl4pPr marL="1600200" indent="-228600" eaLnBrk="0" hangingPunct="0">
              <a:defRPr kumimoji="1" sz="4000">
                <a:solidFill>
                  <a:schemeClr val="tx1"/>
                </a:solidFill>
                <a:latin typeface="Arial" charset="0"/>
                <a:ea typeface="宋体" pitchFamily="2" charset="-122"/>
              </a:defRPr>
            </a:lvl4pPr>
            <a:lvl5pPr marL="2057400" indent="-228600" eaLnBrk="0" hangingPunct="0">
              <a:defRPr kumimoji="1" sz="4000">
                <a:solidFill>
                  <a:schemeClr val="tx1"/>
                </a:solidFill>
                <a:latin typeface="Arial" charset="0"/>
                <a:ea typeface="宋体" pitchFamily="2" charset="-122"/>
              </a:defRPr>
            </a:lvl5pPr>
            <a:lvl6pPr marL="2514600" indent="-228600" eaLnBrk="0" fontAlgn="base" hangingPunct="0">
              <a:spcBef>
                <a:spcPct val="0"/>
              </a:spcBef>
              <a:spcAft>
                <a:spcPct val="0"/>
              </a:spcAft>
              <a:defRPr kumimoji="1" sz="4000">
                <a:solidFill>
                  <a:schemeClr val="tx1"/>
                </a:solidFill>
                <a:latin typeface="Arial" charset="0"/>
                <a:ea typeface="宋体" pitchFamily="2" charset="-122"/>
              </a:defRPr>
            </a:lvl6pPr>
            <a:lvl7pPr marL="2971800" indent="-228600" eaLnBrk="0" fontAlgn="base" hangingPunct="0">
              <a:spcBef>
                <a:spcPct val="0"/>
              </a:spcBef>
              <a:spcAft>
                <a:spcPct val="0"/>
              </a:spcAft>
              <a:defRPr kumimoji="1" sz="4000">
                <a:solidFill>
                  <a:schemeClr val="tx1"/>
                </a:solidFill>
                <a:latin typeface="Arial" charset="0"/>
                <a:ea typeface="宋体" pitchFamily="2" charset="-122"/>
              </a:defRPr>
            </a:lvl7pPr>
            <a:lvl8pPr marL="3429000" indent="-228600" eaLnBrk="0" fontAlgn="base" hangingPunct="0">
              <a:spcBef>
                <a:spcPct val="0"/>
              </a:spcBef>
              <a:spcAft>
                <a:spcPct val="0"/>
              </a:spcAft>
              <a:defRPr kumimoji="1" sz="4000">
                <a:solidFill>
                  <a:schemeClr val="tx1"/>
                </a:solidFill>
                <a:latin typeface="Arial" charset="0"/>
                <a:ea typeface="宋体" pitchFamily="2" charset="-122"/>
              </a:defRPr>
            </a:lvl8pPr>
            <a:lvl9pPr marL="3886200" indent="-228600" eaLnBrk="0" fontAlgn="base" hangingPunct="0">
              <a:spcBef>
                <a:spcPct val="0"/>
              </a:spcBef>
              <a:spcAft>
                <a:spcPct val="0"/>
              </a:spcAft>
              <a:defRPr kumimoji="1" sz="4000">
                <a:solidFill>
                  <a:schemeClr val="tx1"/>
                </a:solidFill>
                <a:latin typeface="Arial" charset="0"/>
                <a:ea typeface="宋体" pitchFamily="2" charset="-122"/>
              </a:defRPr>
            </a:lvl9pPr>
          </a:lstStyle>
          <a:p>
            <a:pPr eaLnBrk="1" hangingPunct="1"/>
            <a:r>
              <a:rPr lang="en-US" altLang="zh-CN" sz="3200" b="1">
                <a:solidFill>
                  <a:srgbClr val="9D138D"/>
                </a:solidFill>
              </a:rPr>
              <a:t>arr</a:t>
            </a:r>
            <a:endParaRPr lang="zh-CN" altLang="en-US" sz="3200" b="1">
              <a:solidFill>
                <a:srgbClr val="9D138D"/>
              </a:solidFill>
            </a:endParaRPr>
          </a:p>
        </p:txBody>
      </p:sp>
      <p:cxnSp>
        <p:nvCxnSpPr>
          <p:cNvPr id="17" name="直接箭头连接符 16"/>
          <p:cNvCxnSpPr>
            <a:cxnSpLocks noChangeShapeType="1"/>
          </p:cNvCxnSpPr>
          <p:nvPr/>
        </p:nvCxnSpPr>
        <p:spPr bwMode="auto">
          <a:xfrm>
            <a:off x="5143500" y="2479675"/>
            <a:ext cx="1285875" cy="1588"/>
          </a:xfrm>
          <a:prstGeom prst="straightConnector1">
            <a:avLst/>
          </a:prstGeom>
          <a:noFill/>
          <a:ln w="38100" algn="ctr">
            <a:solidFill>
              <a:srgbClr val="0000CC"/>
            </a:solidFill>
            <a:miter lim="800000"/>
            <a:headEnd/>
            <a:tailEnd type="arrow" w="med" len="med"/>
          </a:ln>
          <a:extLst>
            <a:ext uri="{909E8E84-426E-40DD-AFC4-6F175D3DCCD1}">
              <a14:hiddenFill xmlns:a14="http://schemas.microsoft.com/office/drawing/2010/main">
                <a:noFill/>
              </a14:hiddenFill>
            </a:ext>
          </a:extLst>
        </p:spPr>
      </p:cxnSp>
      <p:sp>
        <p:nvSpPr>
          <p:cNvPr id="18" name="TextBox 17"/>
          <p:cNvSpPr txBox="1">
            <a:spLocks noChangeArrowheads="1"/>
          </p:cNvSpPr>
          <p:nvPr/>
        </p:nvSpPr>
        <p:spPr bwMode="auto">
          <a:xfrm>
            <a:off x="7429500" y="2143125"/>
            <a:ext cx="1643063"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000">
                <a:solidFill>
                  <a:schemeClr val="tx1"/>
                </a:solidFill>
                <a:latin typeface="Arial" charset="0"/>
                <a:ea typeface="宋体" pitchFamily="2" charset="-122"/>
              </a:defRPr>
            </a:lvl1pPr>
            <a:lvl2pPr marL="742950" indent="-285750" eaLnBrk="0" hangingPunct="0">
              <a:defRPr kumimoji="1" sz="4000">
                <a:solidFill>
                  <a:schemeClr val="tx1"/>
                </a:solidFill>
                <a:latin typeface="Arial" charset="0"/>
                <a:ea typeface="宋体" pitchFamily="2" charset="-122"/>
              </a:defRPr>
            </a:lvl2pPr>
            <a:lvl3pPr marL="1143000" indent="-228600" eaLnBrk="0" hangingPunct="0">
              <a:defRPr kumimoji="1" sz="4000">
                <a:solidFill>
                  <a:schemeClr val="tx1"/>
                </a:solidFill>
                <a:latin typeface="Arial" charset="0"/>
                <a:ea typeface="宋体" pitchFamily="2" charset="-122"/>
              </a:defRPr>
            </a:lvl3pPr>
            <a:lvl4pPr marL="1600200" indent="-228600" eaLnBrk="0" hangingPunct="0">
              <a:defRPr kumimoji="1" sz="4000">
                <a:solidFill>
                  <a:schemeClr val="tx1"/>
                </a:solidFill>
                <a:latin typeface="Arial" charset="0"/>
                <a:ea typeface="宋体" pitchFamily="2" charset="-122"/>
              </a:defRPr>
            </a:lvl4pPr>
            <a:lvl5pPr marL="2057400" indent="-228600" eaLnBrk="0" hangingPunct="0">
              <a:defRPr kumimoji="1" sz="4000">
                <a:solidFill>
                  <a:schemeClr val="tx1"/>
                </a:solidFill>
                <a:latin typeface="Arial" charset="0"/>
                <a:ea typeface="宋体" pitchFamily="2" charset="-122"/>
              </a:defRPr>
            </a:lvl5pPr>
            <a:lvl6pPr marL="2514600" indent="-228600" eaLnBrk="0" fontAlgn="base" hangingPunct="0">
              <a:spcBef>
                <a:spcPct val="0"/>
              </a:spcBef>
              <a:spcAft>
                <a:spcPct val="0"/>
              </a:spcAft>
              <a:defRPr kumimoji="1" sz="4000">
                <a:solidFill>
                  <a:schemeClr val="tx1"/>
                </a:solidFill>
                <a:latin typeface="Arial" charset="0"/>
                <a:ea typeface="宋体" pitchFamily="2" charset="-122"/>
              </a:defRPr>
            </a:lvl6pPr>
            <a:lvl7pPr marL="2971800" indent="-228600" eaLnBrk="0" fontAlgn="base" hangingPunct="0">
              <a:spcBef>
                <a:spcPct val="0"/>
              </a:spcBef>
              <a:spcAft>
                <a:spcPct val="0"/>
              </a:spcAft>
              <a:defRPr kumimoji="1" sz="4000">
                <a:solidFill>
                  <a:schemeClr val="tx1"/>
                </a:solidFill>
                <a:latin typeface="Arial" charset="0"/>
                <a:ea typeface="宋体" pitchFamily="2" charset="-122"/>
              </a:defRPr>
            </a:lvl7pPr>
            <a:lvl8pPr marL="3429000" indent="-228600" eaLnBrk="0" fontAlgn="base" hangingPunct="0">
              <a:spcBef>
                <a:spcPct val="0"/>
              </a:spcBef>
              <a:spcAft>
                <a:spcPct val="0"/>
              </a:spcAft>
              <a:defRPr kumimoji="1" sz="4000">
                <a:solidFill>
                  <a:schemeClr val="tx1"/>
                </a:solidFill>
                <a:latin typeface="Arial" charset="0"/>
                <a:ea typeface="宋体" pitchFamily="2" charset="-122"/>
              </a:defRPr>
            </a:lvl8pPr>
            <a:lvl9pPr marL="3886200" indent="-228600" eaLnBrk="0" fontAlgn="base" hangingPunct="0">
              <a:spcBef>
                <a:spcPct val="0"/>
              </a:spcBef>
              <a:spcAft>
                <a:spcPct val="0"/>
              </a:spcAft>
              <a:defRPr kumimoji="1" sz="4000">
                <a:solidFill>
                  <a:schemeClr val="tx1"/>
                </a:solidFill>
                <a:latin typeface="Arial" charset="0"/>
                <a:ea typeface="宋体" pitchFamily="2" charset="-122"/>
              </a:defRPr>
            </a:lvl9pPr>
          </a:lstStyle>
          <a:p>
            <a:pPr eaLnBrk="1" hangingPunct="1"/>
            <a:r>
              <a:rPr lang="en-US" altLang="zh-CN" sz="3200" b="1">
                <a:solidFill>
                  <a:srgbClr val="0000CC"/>
                </a:solidFill>
              </a:rPr>
              <a:t>array[3]</a:t>
            </a:r>
            <a:endParaRPr lang="zh-CN" altLang="en-US" sz="3200" b="1">
              <a:solidFill>
                <a:srgbClr val="0000CC"/>
              </a:solidFill>
            </a:endParaRPr>
          </a:p>
        </p:txBody>
      </p:sp>
      <p:sp>
        <p:nvSpPr>
          <p:cNvPr id="19" name="TextBox 18"/>
          <p:cNvSpPr txBox="1">
            <a:spLocks noChangeArrowheads="1"/>
          </p:cNvSpPr>
          <p:nvPr/>
        </p:nvSpPr>
        <p:spPr bwMode="auto">
          <a:xfrm>
            <a:off x="7572375" y="2559050"/>
            <a:ext cx="1357313"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000">
                <a:solidFill>
                  <a:schemeClr val="tx1"/>
                </a:solidFill>
                <a:latin typeface="Arial" charset="0"/>
                <a:ea typeface="宋体" pitchFamily="2" charset="-122"/>
              </a:defRPr>
            </a:lvl1pPr>
            <a:lvl2pPr marL="742950" indent="-285750" eaLnBrk="0" hangingPunct="0">
              <a:defRPr kumimoji="1" sz="4000">
                <a:solidFill>
                  <a:schemeClr val="tx1"/>
                </a:solidFill>
                <a:latin typeface="Arial" charset="0"/>
                <a:ea typeface="宋体" pitchFamily="2" charset="-122"/>
              </a:defRPr>
            </a:lvl2pPr>
            <a:lvl3pPr marL="1143000" indent="-228600" eaLnBrk="0" hangingPunct="0">
              <a:defRPr kumimoji="1" sz="4000">
                <a:solidFill>
                  <a:schemeClr val="tx1"/>
                </a:solidFill>
                <a:latin typeface="Arial" charset="0"/>
                <a:ea typeface="宋体" pitchFamily="2" charset="-122"/>
              </a:defRPr>
            </a:lvl3pPr>
            <a:lvl4pPr marL="1600200" indent="-228600" eaLnBrk="0" hangingPunct="0">
              <a:defRPr kumimoji="1" sz="4000">
                <a:solidFill>
                  <a:schemeClr val="tx1"/>
                </a:solidFill>
                <a:latin typeface="Arial" charset="0"/>
                <a:ea typeface="宋体" pitchFamily="2" charset="-122"/>
              </a:defRPr>
            </a:lvl4pPr>
            <a:lvl5pPr marL="2057400" indent="-228600" eaLnBrk="0" hangingPunct="0">
              <a:defRPr kumimoji="1" sz="4000">
                <a:solidFill>
                  <a:schemeClr val="tx1"/>
                </a:solidFill>
                <a:latin typeface="Arial" charset="0"/>
                <a:ea typeface="宋体" pitchFamily="2" charset="-122"/>
              </a:defRPr>
            </a:lvl5pPr>
            <a:lvl6pPr marL="2514600" indent="-228600" eaLnBrk="0" fontAlgn="base" hangingPunct="0">
              <a:spcBef>
                <a:spcPct val="0"/>
              </a:spcBef>
              <a:spcAft>
                <a:spcPct val="0"/>
              </a:spcAft>
              <a:defRPr kumimoji="1" sz="4000">
                <a:solidFill>
                  <a:schemeClr val="tx1"/>
                </a:solidFill>
                <a:latin typeface="Arial" charset="0"/>
                <a:ea typeface="宋体" pitchFamily="2" charset="-122"/>
              </a:defRPr>
            </a:lvl6pPr>
            <a:lvl7pPr marL="2971800" indent="-228600" eaLnBrk="0" fontAlgn="base" hangingPunct="0">
              <a:spcBef>
                <a:spcPct val="0"/>
              </a:spcBef>
              <a:spcAft>
                <a:spcPct val="0"/>
              </a:spcAft>
              <a:defRPr kumimoji="1" sz="4000">
                <a:solidFill>
                  <a:schemeClr val="tx1"/>
                </a:solidFill>
                <a:latin typeface="Arial" charset="0"/>
                <a:ea typeface="宋体" pitchFamily="2" charset="-122"/>
              </a:defRPr>
            </a:lvl7pPr>
            <a:lvl8pPr marL="3429000" indent="-228600" eaLnBrk="0" fontAlgn="base" hangingPunct="0">
              <a:spcBef>
                <a:spcPct val="0"/>
              </a:spcBef>
              <a:spcAft>
                <a:spcPct val="0"/>
              </a:spcAft>
              <a:defRPr kumimoji="1" sz="4000">
                <a:solidFill>
                  <a:schemeClr val="tx1"/>
                </a:solidFill>
                <a:latin typeface="Arial" charset="0"/>
                <a:ea typeface="宋体" pitchFamily="2" charset="-122"/>
              </a:defRPr>
            </a:lvl8pPr>
            <a:lvl9pPr marL="3886200" indent="-228600" eaLnBrk="0" fontAlgn="base" hangingPunct="0">
              <a:spcBef>
                <a:spcPct val="0"/>
              </a:spcBef>
              <a:spcAft>
                <a:spcPct val="0"/>
              </a:spcAft>
              <a:defRPr kumimoji="1" sz="4000">
                <a:solidFill>
                  <a:schemeClr val="tx1"/>
                </a:solidFill>
                <a:latin typeface="Arial" charset="0"/>
                <a:ea typeface="宋体" pitchFamily="2" charset="-122"/>
              </a:defRPr>
            </a:lvl9pPr>
          </a:lstStyle>
          <a:p>
            <a:pPr eaLnBrk="1" hangingPunct="1"/>
            <a:r>
              <a:rPr lang="en-US" altLang="zh-CN" sz="3200" b="1">
                <a:solidFill>
                  <a:srgbClr val="0000CC"/>
                </a:solidFill>
              </a:rPr>
              <a:t>arr[3]</a:t>
            </a:r>
            <a:endParaRPr lang="zh-CN" altLang="en-US" sz="3200" b="1">
              <a:solidFill>
                <a:srgbClr val="0000CC"/>
              </a:solidFill>
            </a:endParaRPr>
          </a:p>
        </p:txBody>
      </p:sp>
      <p:sp>
        <p:nvSpPr>
          <p:cNvPr id="20" name="右大括号 19"/>
          <p:cNvSpPr>
            <a:spLocks/>
          </p:cNvSpPr>
          <p:nvPr/>
        </p:nvSpPr>
        <p:spPr bwMode="auto">
          <a:xfrm>
            <a:off x="7358063" y="2500313"/>
            <a:ext cx="142875" cy="500062"/>
          </a:xfrm>
          <a:prstGeom prst="rightBrace">
            <a:avLst>
              <a:gd name="adj1" fmla="val 8329"/>
              <a:gd name="adj2" fmla="val 50000"/>
            </a:avLst>
          </a:prstGeom>
          <a:solidFill>
            <a:schemeClr val="accent1"/>
          </a:solidFill>
          <a:ln w="38100" algn="ctr">
            <a:solidFill>
              <a:srgbClr val="0000CC"/>
            </a:solidFill>
            <a:miter lim="800000"/>
            <a:headEnd/>
            <a:tailEnd/>
          </a:ln>
        </p:spPr>
        <p:txBody>
          <a:bodyPr wrap="none"/>
          <a:lstStyle/>
          <a:p>
            <a:endParaRPr lang="zh-CN" altLang="en-US"/>
          </a:p>
        </p:txBody>
      </p:sp>
      <p:sp>
        <p:nvSpPr>
          <p:cNvPr id="21" name="TextBox 20"/>
          <p:cNvSpPr txBox="1">
            <a:spLocks noChangeArrowheads="1"/>
          </p:cNvSpPr>
          <p:nvPr/>
        </p:nvSpPr>
        <p:spPr bwMode="auto">
          <a:xfrm>
            <a:off x="4572000" y="2428875"/>
            <a:ext cx="128587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000">
                <a:solidFill>
                  <a:schemeClr val="tx1"/>
                </a:solidFill>
                <a:latin typeface="Arial" charset="0"/>
                <a:ea typeface="宋体" pitchFamily="2" charset="-122"/>
              </a:defRPr>
            </a:lvl1pPr>
            <a:lvl2pPr marL="742950" indent="-285750" eaLnBrk="0" hangingPunct="0">
              <a:defRPr kumimoji="1" sz="4000">
                <a:solidFill>
                  <a:schemeClr val="tx1"/>
                </a:solidFill>
                <a:latin typeface="Arial" charset="0"/>
                <a:ea typeface="宋体" pitchFamily="2" charset="-122"/>
              </a:defRPr>
            </a:lvl2pPr>
            <a:lvl3pPr marL="1143000" indent="-228600" eaLnBrk="0" hangingPunct="0">
              <a:defRPr kumimoji="1" sz="4000">
                <a:solidFill>
                  <a:schemeClr val="tx1"/>
                </a:solidFill>
                <a:latin typeface="Arial" charset="0"/>
                <a:ea typeface="宋体" pitchFamily="2" charset="-122"/>
              </a:defRPr>
            </a:lvl3pPr>
            <a:lvl4pPr marL="1600200" indent="-228600" eaLnBrk="0" hangingPunct="0">
              <a:defRPr kumimoji="1" sz="4000">
                <a:solidFill>
                  <a:schemeClr val="tx1"/>
                </a:solidFill>
                <a:latin typeface="Arial" charset="0"/>
                <a:ea typeface="宋体" pitchFamily="2" charset="-122"/>
              </a:defRPr>
            </a:lvl4pPr>
            <a:lvl5pPr marL="2057400" indent="-228600" eaLnBrk="0" hangingPunct="0">
              <a:defRPr kumimoji="1" sz="4000">
                <a:solidFill>
                  <a:schemeClr val="tx1"/>
                </a:solidFill>
                <a:latin typeface="Arial" charset="0"/>
                <a:ea typeface="宋体" pitchFamily="2" charset="-122"/>
              </a:defRPr>
            </a:lvl5pPr>
            <a:lvl6pPr marL="2514600" indent="-228600" eaLnBrk="0" fontAlgn="base" hangingPunct="0">
              <a:spcBef>
                <a:spcPct val="0"/>
              </a:spcBef>
              <a:spcAft>
                <a:spcPct val="0"/>
              </a:spcAft>
              <a:defRPr kumimoji="1" sz="4000">
                <a:solidFill>
                  <a:schemeClr val="tx1"/>
                </a:solidFill>
                <a:latin typeface="Arial" charset="0"/>
                <a:ea typeface="宋体" pitchFamily="2" charset="-122"/>
              </a:defRPr>
            </a:lvl6pPr>
            <a:lvl7pPr marL="2971800" indent="-228600" eaLnBrk="0" fontAlgn="base" hangingPunct="0">
              <a:spcBef>
                <a:spcPct val="0"/>
              </a:spcBef>
              <a:spcAft>
                <a:spcPct val="0"/>
              </a:spcAft>
              <a:defRPr kumimoji="1" sz="4000">
                <a:solidFill>
                  <a:schemeClr val="tx1"/>
                </a:solidFill>
                <a:latin typeface="Arial" charset="0"/>
                <a:ea typeface="宋体" pitchFamily="2" charset="-122"/>
              </a:defRPr>
            </a:lvl7pPr>
            <a:lvl8pPr marL="3429000" indent="-228600" eaLnBrk="0" fontAlgn="base" hangingPunct="0">
              <a:spcBef>
                <a:spcPct val="0"/>
              </a:spcBef>
              <a:spcAft>
                <a:spcPct val="0"/>
              </a:spcAft>
              <a:defRPr kumimoji="1" sz="4000">
                <a:solidFill>
                  <a:schemeClr val="tx1"/>
                </a:solidFill>
                <a:latin typeface="Arial" charset="0"/>
                <a:ea typeface="宋体" pitchFamily="2" charset="-122"/>
              </a:defRPr>
            </a:lvl8pPr>
            <a:lvl9pPr marL="3886200" indent="-228600" eaLnBrk="0" fontAlgn="base" hangingPunct="0">
              <a:spcBef>
                <a:spcPct val="0"/>
              </a:spcBef>
              <a:spcAft>
                <a:spcPct val="0"/>
              </a:spcAft>
              <a:defRPr kumimoji="1" sz="4000">
                <a:solidFill>
                  <a:schemeClr val="tx1"/>
                </a:solidFill>
                <a:latin typeface="Arial" charset="0"/>
                <a:ea typeface="宋体" pitchFamily="2" charset="-122"/>
              </a:defRPr>
            </a:lvl9pPr>
          </a:lstStyle>
          <a:p>
            <a:pPr eaLnBrk="1" hangingPunct="1"/>
            <a:r>
              <a:rPr lang="en-US" altLang="zh-CN" sz="3200" b="1">
                <a:solidFill>
                  <a:srgbClr val="9D138D"/>
                </a:solidFill>
              </a:rPr>
              <a:t>arr+3</a:t>
            </a:r>
            <a:endParaRPr lang="zh-CN" altLang="en-US" sz="3200" b="1">
              <a:solidFill>
                <a:srgbClr val="9D138D"/>
              </a:solidFill>
            </a:endParaRPr>
          </a:p>
        </p:txBody>
      </p:sp>
      <p:pic>
        <p:nvPicPr>
          <p:cNvPr id="63526" name="图片 21" descr="Untitled2.png">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429625" y="6143625"/>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98424773"/>
      </p:ext>
    </p:extLst>
  </p:cSld>
  <p:clrMapOvr>
    <a:masterClrMapping/>
  </p:clrMapOvr>
  <p:transition spd="med">
    <p:blinds/>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blinds(horizontal)">
                                      <p:cBhvr>
                                        <p:cTn id="7" dur="500"/>
                                        <p:tgtEl>
                                          <p:spTgt spid="15"/>
                                        </p:tgtEl>
                                      </p:cBhvr>
                                    </p:animEffect>
                                  </p:childTnLst>
                                </p:cTn>
                              </p:par>
                            </p:childTnLst>
                          </p:cTn>
                        </p:par>
                        <p:par>
                          <p:cTn id="8" fill="hold" nodeType="afterGroup">
                            <p:stCondLst>
                              <p:cond delay="500"/>
                            </p:stCondLst>
                            <p:childTnLst>
                              <p:par>
                                <p:cTn id="9" presetID="3" presetClass="entr" presetSubtype="10" fill="hold"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blinds(horizontal)">
                                      <p:cBhvr>
                                        <p:cTn id="11" dur="500"/>
                                        <p:tgtEl>
                                          <p:spTgt spid="6"/>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3" presetClass="entr" presetSubtype="10" fill="hold" grpId="0" nodeType="click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blinds(horizontal)">
                                      <p:cBhvr>
                                        <p:cTn id="16" dur="500"/>
                                        <p:tgtEl>
                                          <p:spTgt spid="16"/>
                                        </p:tgtEl>
                                      </p:cBhvr>
                                    </p:animEffect>
                                  </p:childTnLst>
                                </p:cTn>
                              </p:par>
                            </p:childTnLst>
                          </p:cTn>
                        </p:par>
                        <p:par>
                          <p:cTn id="17" fill="hold" nodeType="afterGroup">
                            <p:stCondLst>
                              <p:cond delay="500"/>
                            </p:stCondLst>
                            <p:childTnLst>
                              <p:par>
                                <p:cTn id="18" presetID="12" presetClass="entr" presetSubtype="8" fill="hold" nodeType="after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slide(fromLeft)">
                                      <p:cBhvr>
                                        <p:cTn id="20" dur="500"/>
                                        <p:tgtEl>
                                          <p:spTgt spid="8"/>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12" presetClass="entr" presetSubtype="1" fill="hold" grpId="0" nodeType="click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slide(fromTop)">
                                      <p:cBhvr>
                                        <p:cTn id="25" dur="500"/>
                                        <p:tgtEl>
                                          <p:spTgt spid="14"/>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3" presetClass="entr" presetSubtype="10" fill="hold" grpId="0" nodeType="click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blinds(horizontal)">
                                      <p:cBhvr>
                                        <p:cTn id="30" dur="500"/>
                                        <p:tgtEl>
                                          <p:spTgt spid="12"/>
                                        </p:tgtEl>
                                      </p:cBhvr>
                                    </p:animEffect>
                                  </p:childTnLst>
                                </p:cTn>
                              </p:par>
                              <p:par>
                                <p:cTn id="31" presetID="3" presetClass="entr" presetSubtype="1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blinds(horizontal)">
                                      <p:cBhvr>
                                        <p:cTn id="33" dur="500"/>
                                        <p:tgtEl>
                                          <p:spTgt spid="13"/>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3" presetClass="entr" presetSubtype="10"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blinds(horizontal)">
                                      <p:cBhvr>
                                        <p:cTn id="38" dur="500"/>
                                        <p:tgtEl>
                                          <p:spTgt spid="21"/>
                                        </p:tgtEl>
                                      </p:cBhvr>
                                    </p:animEffect>
                                  </p:childTnLst>
                                </p:cTn>
                              </p:par>
                            </p:childTnLst>
                          </p:cTn>
                        </p:par>
                        <p:par>
                          <p:cTn id="39" fill="hold" nodeType="afterGroup">
                            <p:stCondLst>
                              <p:cond delay="500"/>
                            </p:stCondLst>
                            <p:childTnLst>
                              <p:par>
                                <p:cTn id="40" presetID="12" presetClass="entr" presetSubtype="8" fill="hold" nodeType="afterEffect">
                                  <p:stCondLst>
                                    <p:cond delay="0"/>
                                  </p:stCondLst>
                                  <p:childTnLst>
                                    <p:set>
                                      <p:cBhvr>
                                        <p:cTn id="41" dur="1" fill="hold">
                                          <p:stCondLst>
                                            <p:cond delay="0"/>
                                          </p:stCondLst>
                                        </p:cTn>
                                        <p:tgtEl>
                                          <p:spTgt spid="17"/>
                                        </p:tgtEl>
                                        <p:attrNameLst>
                                          <p:attrName>style.visibility</p:attrName>
                                        </p:attrNameLst>
                                      </p:cBhvr>
                                      <p:to>
                                        <p:strVal val="visible"/>
                                      </p:to>
                                    </p:set>
                                    <p:animEffect transition="in" filter="slide(fromLeft)">
                                      <p:cBhvr>
                                        <p:cTn id="42" dur="500"/>
                                        <p:tgtEl>
                                          <p:spTgt spid="17"/>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12" presetClass="entr" presetSubtype="1" fill="hold" grpId="0" nodeType="clickEffect">
                                  <p:stCondLst>
                                    <p:cond delay="0"/>
                                  </p:stCondLst>
                                  <p:childTnLst>
                                    <p:set>
                                      <p:cBhvr>
                                        <p:cTn id="46" dur="1" fill="hold">
                                          <p:stCondLst>
                                            <p:cond delay="0"/>
                                          </p:stCondLst>
                                        </p:cTn>
                                        <p:tgtEl>
                                          <p:spTgt spid="20"/>
                                        </p:tgtEl>
                                        <p:attrNameLst>
                                          <p:attrName>style.visibility</p:attrName>
                                        </p:attrNameLst>
                                      </p:cBhvr>
                                      <p:to>
                                        <p:strVal val="visible"/>
                                      </p:to>
                                    </p:set>
                                    <p:animEffect transition="in" filter="slide(fromTop)">
                                      <p:cBhvr>
                                        <p:cTn id="47" dur="500"/>
                                        <p:tgtEl>
                                          <p:spTgt spid="20"/>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blinds(horizontal)">
                                      <p:cBhvr>
                                        <p:cTn id="52" dur="500"/>
                                        <p:tgtEl>
                                          <p:spTgt spid="18"/>
                                        </p:tgtEl>
                                      </p:cBhvr>
                                    </p:animEffect>
                                  </p:childTnLst>
                                </p:cTn>
                              </p:par>
                              <p:par>
                                <p:cTn id="53" presetID="3" presetClass="entr" presetSubtype="10" fill="hold" grpId="0" nodeType="withEffect">
                                  <p:stCondLst>
                                    <p:cond delay="0"/>
                                  </p:stCondLst>
                                  <p:childTnLst>
                                    <p:set>
                                      <p:cBhvr>
                                        <p:cTn id="54" dur="1" fill="hold">
                                          <p:stCondLst>
                                            <p:cond delay="0"/>
                                          </p:stCondLst>
                                        </p:cTn>
                                        <p:tgtEl>
                                          <p:spTgt spid="19"/>
                                        </p:tgtEl>
                                        <p:attrNameLst>
                                          <p:attrName>style.visibility</p:attrName>
                                        </p:attrNameLst>
                                      </p:cBhvr>
                                      <p:to>
                                        <p:strVal val="visible"/>
                                      </p:to>
                                    </p:set>
                                    <p:animEffect transition="in" filter="blinds(horizontal)">
                                      <p:cBhvr>
                                        <p:cTn id="55"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14" grpId="0" animBg="1"/>
      <p:bldP spid="15" grpId="0"/>
      <p:bldP spid="16" grpId="0"/>
      <p:bldP spid="18" grpId="0"/>
      <p:bldP spid="19" grpId="0"/>
      <p:bldP spid="20" grpId="0" animBg="1"/>
      <p:bldP spid="21"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04030" y="357188"/>
            <a:ext cx="8153400" cy="5786437"/>
          </a:xfrm>
        </p:spPr>
        <p:txBody>
          <a:bodyPr/>
          <a:lstStyle/>
          <a:p>
            <a:pPr marL="0" indent="0">
              <a:lnSpc>
                <a:spcPct val="150000"/>
              </a:lnSpc>
              <a:spcBef>
                <a:spcPts val="0"/>
              </a:spcBef>
            </a:pPr>
            <a:r>
              <a:rPr lang="zh-CN" altLang="zh-CN" sz="2800" dirty="0" smtClean="0">
                <a:latin typeface="黑体" pitchFamily="49" charset="-122"/>
                <a:ea typeface="黑体" pitchFamily="49" charset="-122"/>
              </a:rPr>
              <a:t>实参数组名是指针常量，但形参数组名是按指针变量处理</a:t>
            </a:r>
            <a:r>
              <a:rPr lang="zh-CN" altLang="en-US" sz="2800" dirty="0" smtClean="0">
                <a:latin typeface="黑体" pitchFamily="49" charset="-122"/>
                <a:ea typeface="黑体" pitchFamily="49" charset="-122"/>
              </a:rPr>
              <a:t>。</a:t>
            </a:r>
            <a:endParaRPr lang="en-US" altLang="zh-CN" sz="2800" dirty="0" smtClean="0">
              <a:latin typeface="黑体" pitchFamily="49" charset="-122"/>
              <a:ea typeface="黑体" pitchFamily="49" charset="-122"/>
            </a:endParaRPr>
          </a:p>
          <a:p>
            <a:pPr marL="0" indent="0">
              <a:lnSpc>
                <a:spcPct val="150000"/>
              </a:lnSpc>
              <a:spcBef>
                <a:spcPts val="0"/>
              </a:spcBef>
            </a:pPr>
            <a:r>
              <a:rPr lang="zh-CN" altLang="zh-CN" sz="2800" dirty="0" smtClean="0">
                <a:latin typeface="黑体" pitchFamily="49" charset="-122"/>
                <a:ea typeface="黑体" pitchFamily="49" charset="-122"/>
              </a:rPr>
              <a:t>在函数调用进行虚实结合后，它的值就是实参数组首元素的地址</a:t>
            </a:r>
            <a:r>
              <a:rPr lang="zh-CN" altLang="en-US" sz="2800" dirty="0" smtClean="0">
                <a:latin typeface="黑体" pitchFamily="49" charset="-122"/>
                <a:ea typeface="黑体" pitchFamily="49" charset="-122"/>
              </a:rPr>
              <a:t>。</a:t>
            </a:r>
            <a:endParaRPr lang="en-US" altLang="zh-CN" sz="2800" dirty="0" smtClean="0">
              <a:latin typeface="黑体" pitchFamily="49" charset="-122"/>
              <a:ea typeface="黑体" pitchFamily="49" charset="-122"/>
            </a:endParaRPr>
          </a:p>
          <a:p>
            <a:r>
              <a:rPr lang="zh-CN" altLang="zh-CN" sz="2800" dirty="0" smtClean="0">
                <a:latin typeface="黑体" pitchFamily="49" charset="-122"/>
                <a:ea typeface="黑体" pitchFamily="49" charset="-122"/>
              </a:rPr>
              <a:t>在函数执行期间，</a:t>
            </a:r>
            <a:r>
              <a:rPr lang="zh-CN" altLang="en-US" sz="2800" dirty="0" smtClean="0">
                <a:latin typeface="黑体" pitchFamily="49" charset="-122"/>
                <a:ea typeface="黑体" pitchFamily="49" charset="-122"/>
              </a:rPr>
              <a:t>形参数组</a:t>
            </a:r>
            <a:r>
              <a:rPr lang="zh-CN" altLang="zh-CN" sz="2800" dirty="0" smtClean="0">
                <a:latin typeface="黑体" pitchFamily="49" charset="-122"/>
                <a:ea typeface="黑体" pitchFamily="49" charset="-122"/>
              </a:rPr>
              <a:t>可以再被赋值</a:t>
            </a:r>
            <a:r>
              <a:rPr lang="zh-CN" altLang="en-US" sz="2800" dirty="0" smtClean="0">
                <a:latin typeface="黑体" pitchFamily="49" charset="-122"/>
                <a:ea typeface="黑体" pitchFamily="49" charset="-122"/>
              </a:rPr>
              <a:t>。</a:t>
            </a:r>
            <a:endParaRPr lang="zh-CN" altLang="zh-CN" sz="2800" dirty="0" smtClean="0">
              <a:latin typeface="黑体" pitchFamily="49" charset="-122"/>
              <a:ea typeface="黑体" pitchFamily="49" charset="-122"/>
            </a:endParaRPr>
          </a:p>
          <a:p>
            <a:pPr lvl="1">
              <a:lnSpc>
                <a:spcPct val="100000"/>
              </a:lnSpc>
              <a:buFont typeface="Wingdings" pitchFamily="2" charset="2"/>
              <a:buNone/>
            </a:pPr>
            <a:r>
              <a:rPr lang="en-US" altLang="zh-CN" sz="2400" dirty="0" smtClean="0">
                <a:latin typeface="Times New Roman" pitchFamily="18" charset="0"/>
                <a:cs typeface="Times New Roman" pitchFamily="18" charset="0"/>
              </a:rPr>
              <a:t>void fun (</a:t>
            </a:r>
            <a:r>
              <a:rPr lang="en-US" altLang="zh-CN" sz="2400" dirty="0" err="1" smtClean="0">
                <a:latin typeface="Times New Roman" pitchFamily="18" charset="0"/>
                <a:cs typeface="Times New Roman" pitchFamily="18" charset="0"/>
              </a:rPr>
              <a:t>arr</a:t>
            </a:r>
            <a:r>
              <a:rPr lang="en-US" altLang="zh-CN" sz="2400" dirty="0" smtClean="0">
                <a:latin typeface="Times New Roman" pitchFamily="18" charset="0"/>
                <a:cs typeface="Times New Roman" pitchFamily="18" charset="0"/>
              </a:rPr>
              <a:t>[ ],</a:t>
            </a:r>
            <a:r>
              <a:rPr lang="en-US" altLang="zh-CN" sz="2400" dirty="0" err="1" smtClean="0">
                <a:latin typeface="Times New Roman" pitchFamily="18" charset="0"/>
                <a:cs typeface="Times New Roman" pitchFamily="18" charset="0"/>
              </a:rPr>
              <a:t>int</a:t>
            </a:r>
            <a:r>
              <a:rPr lang="en-US" altLang="zh-CN" sz="2400" dirty="0" smtClean="0">
                <a:latin typeface="Times New Roman" pitchFamily="18" charset="0"/>
                <a:cs typeface="Times New Roman" pitchFamily="18" charset="0"/>
              </a:rPr>
              <a:t> n)</a:t>
            </a:r>
            <a:endParaRPr lang="zh-CN" altLang="zh-CN" sz="2400" dirty="0" smtClean="0">
              <a:latin typeface="Times New Roman" pitchFamily="18" charset="0"/>
              <a:cs typeface="Times New Roman" pitchFamily="18" charset="0"/>
            </a:endParaRPr>
          </a:p>
          <a:p>
            <a:pPr lvl="1">
              <a:lnSpc>
                <a:spcPct val="100000"/>
              </a:lnSpc>
              <a:buFont typeface="Wingdings" pitchFamily="2" charset="2"/>
              <a:buNone/>
            </a:pPr>
            <a:r>
              <a:rPr lang="en-US" altLang="zh-CN" sz="2400" dirty="0" smtClean="0">
                <a:latin typeface="Times New Roman" pitchFamily="18" charset="0"/>
                <a:cs typeface="Times New Roman" pitchFamily="18" charset="0"/>
              </a:rPr>
              <a:t>{ </a:t>
            </a:r>
            <a:r>
              <a:rPr lang="en-US" altLang="zh-CN" sz="2400" dirty="0" err="1" smtClean="0">
                <a:latin typeface="Times New Roman" pitchFamily="18" charset="0"/>
                <a:cs typeface="Times New Roman" pitchFamily="18" charset="0"/>
              </a:rPr>
              <a:t>printf</a:t>
            </a:r>
            <a:r>
              <a:rPr lang="en-US" altLang="zh-CN" sz="2400" dirty="0" smtClean="0">
                <a:latin typeface="Times New Roman" pitchFamily="18" charset="0"/>
                <a:cs typeface="Times New Roman" pitchFamily="18" charset="0"/>
              </a:rPr>
              <a:t>(</a:t>
            </a:r>
            <a:r>
              <a:rPr lang="zh-CN" altLang="zh-CN" sz="2400" dirty="0" smtClean="0">
                <a:latin typeface="Times New Roman" pitchFamily="18" charset="0"/>
                <a:cs typeface="Times New Roman" pitchFamily="18" charset="0"/>
              </a:rPr>
              <a:t>″</a:t>
            </a:r>
            <a:r>
              <a:rPr lang="en-US" altLang="zh-CN" sz="2400" dirty="0" smtClean="0">
                <a:latin typeface="Times New Roman" pitchFamily="18" charset="0"/>
                <a:cs typeface="Times New Roman" pitchFamily="18" charset="0"/>
              </a:rPr>
              <a:t>%d\n</a:t>
            </a:r>
            <a:r>
              <a:rPr lang="zh-CN" altLang="zh-CN" sz="2400" dirty="0" smtClean="0">
                <a:latin typeface="Times New Roman" pitchFamily="18" charset="0"/>
                <a:cs typeface="Times New Roman" pitchFamily="18" charset="0"/>
              </a:rPr>
              <a:t>″</a:t>
            </a:r>
            <a:r>
              <a:rPr lang="en-US" altLang="zh-CN" sz="2400" dirty="0" smtClean="0">
                <a:latin typeface="Times New Roman" pitchFamily="18" charset="0"/>
                <a:cs typeface="Times New Roman" pitchFamily="18" charset="0"/>
              </a:rPr>
              <a:t>, *</a:t>
            </a:r>
            <a:r>
              <a:rPr lang="en-US" altLang="zh-CN" sz="2400" dirty="0" err="1" smtClean="0">
                <a:latin typeface="Times New Roman" pitchFamily="18" charset="0"/>
                <a:cs typeface="Times New Roman" pitchFamily="18" charset="0"/>
              </a:rPr>
              <a:t>arr</a:t>
            </a:r>
            <a:r>
              <a:rPr lang="en-US" altLang="zh-CN" sz="2400" dirty="0" smtClean="0">
                <a:latin typeface="Times New Roman" pitchFamily="18" charset="0"/>
                <a:cs typeface="Times New Roman" pitchFamily="18" charset="0"/>
              </a:rPr>
              <a:t>); </a:t>
            </a:r>
            <a:endParaRPr lang="zh-CN" altLang="zh-CN" sz="2400" dirty="0" smtClean="0">
              <a:latin typeface="Times New Roman" pitchFamily="18" charset="0"/>
              <a:cs typeface="Times New Roman" pitchFamily="18" charset="0"/>
            </a:endParaRPr>
          </a:p>
          <a:p>
            <a:pPr lvl="1">
              <a:lnSpc>
                <a:spcPct val="100000"/>
              </a:lnSpc>
              <a:buFont typeface="Wingdings" pitchFamily="2" charset="2"/>
              <a:buNone/>
            </a:pPr>
            <a:r>
              <a:rPr lang="en-US" altLang="zh-CN" sz="2400" dirty="0" smtClean="0">
                <a:latin typeface="Times New Roman" pitchFamily="18" charset="0"/>
                <a:cs typeface="Times New Roman" pitchFamily="18" charset="0"/>
              </a:rPr>
              <a:t>   </a:t>
            </a:r>
            <a:r>
              <a:rPr lang="en-US" altLang="zh-CN" sz="2400" dirty="0" err="1" smtClean="0">
                <a:solidFill>
                  <a:srgbClr val="9D138D"/>
                </a:solidFill>
                <a:latin typeface="Times New Roman" pitchFamily="18" charset="0"/>
                <a:cs typeface="Times New Roman" pitchFamily="18" charset="0"/>
              </a:rPr>
              <a:t>arr</a:t>
            </a:r>
            <a:r>
              <a:rPr lang="en-US" altLang="zh-CN" sz="2400" dirty="0" smtClean="0">
                <a:solidFill>
                  <a:srgbClr val="9D138D"/>
                </a:solidFill>
                <a:latin typeface="Times New Roman" pitchFamily="18" charset="0"/>
                <a:cs typeface="Times New Roman" pitchFamily="18" charset="0"/>
              </a:rPr>
              <a:t>=arr+3;</a:t>
            </a:r>
            <a:r>
              <a:rPr lang="en-US" altLang="zh-CN" sz="2400" dirty="0" smtClean="0">
                <a:latin typeface="Times New Roman" pitchFamily="18" charset="0"/>
                <a:cs typeface="Times New Roman" pitchFamily="18" charset="0"/>
              </a:rPr>
              <a:t>                </a:t>
            </a:r>
            <a:endParaRPr lang="zh-CN" altLang="zh-CN" sz="2400" dirty="0" smtClean="0">
              <a:latin typeface="Times New Roman" pitchFamily="18" charset="0"/>
              <a:cs typeface="Times New Roman" pitchFamily="18" charset="0"/>
            </a:endParaRPr>
          </a:p>
          <a:p>
            <a:pPr lvl="1">
              <a:lnSpc>
                <a:spcPct val="100000"/>
              </a:lnSpc>
              <a:buFont typeface="Wingdings" pitchFamily="2" charset="2"/>
              <a:buNone/>
            </a:pPr>
            <a:r>
              <a:rPr lang="en-US" altLang="zh-CN" sz="2400" dirty="0" smtClean="0">
                <a:latin typeface="Times New Roman" pitchFamily="18" charset="0"/>
                <a:cs typeface="Times New Roman" pitchFamily="18" charset="0"/>
              </a:rPr>
              <a:t>   </a:t>
            </a:r>
            <a:r>
              <a:rPr lang="en-US" altLang="zh-CN" sz="2400" dirty="0" err="1" smtClean="0">
                <a:latin typeface="Times New Roman" pitchFamily="18" charset="0"/>
                <a:cs typeface="Times New Roman" pitchFamily="18" charset="0"/>
              </a:rPr>
              <a:t>printf</a:t>
            </a:r>
            <a:r>
              <a:rPr lang="en-US" altLang="zh-CN" sz="2400" dirty="0" smtClean="0">
                <a:latin typeface="Times New Roman" pitchFamily="18" charset="0"/>
                <a:cs typeface="Times New Roman" pitchFamily="18" charset="0"/>
              </a:rPr>
              <a:t>(</a:t>
            </a:r>
            <a:r>
              <a:rPr lang="zh-CN" altLang="zh-CN" sz="2400" dirty="0" smtClean="0">
                <a:latin typeface="Times New Roman" pitchFamily="18" charset="0"/>
                <a:cs typeface="Times New Roman" pitchFamily="18" charset="0"/>
              </a:rPr>
              <a:t>″</a:t>
            </a:r>
            <a:r>
              <a:rPr lang="en-US" altLang="zh-CN" sz="2400" dirty="0" smtClean="0">
                <a:latin typeface="Times New Roman" pitchFamily="18" charset="0"/>
                <a:cs typeface="Times New Roman" pitchFamily="18" charset="0"/>
              </a:rPr>
              <a:t>%d\n</a:t>
            </a:r>
            <a:r>
              <a:rPr lang="zh-CN" altLang="zh-CN" sz="2400" dirty="0" smtClean="0">
                <a:latin typeface="Times New Roman" pitchFamily="18" charset="0"/>
                <a:cs typeface="Times New Roman" pitchFamily="18" charset="0"/>
              </a:rPr>
              <a:t>″</a:t>
            </a:r>
            <a:r>
              <a:rPr lang="en-US" altLang="zh-CN" sz="2400" dirty="0" smtClean="0">
                <a:latin typeface="Times New Roman" pitchFamily="18" charset="0"/>
                <a:cs typeface="Times New Roman" pitchFamily="18" charset="0"/>
              </a:rPr>
              <a:t>, *</a:t>
            </a:r>
            <a:r>
              <a:rPr lang="en-US" altLang="zh-CN" sz="2400" dirty="0" err="1" smtClean="0">
                <a:latin typeface="Times New Roman" pitchFamily="18" charset="0"/>
                <a:cs typeface="Times New Roman" pitchFamily="18" charset="0"/>
              </a:rPr>
              <a:t>arr</a:t>
            </a:r>
            <a:r>
              <a:rPr lang="en-US" altLang="zh-CN" sz="2400" dirty="0" smtClean="0">
                <a:latin typeface="Times New Roman" pitchFamily="18" charset="0"/>
                <a:cs typeface="Times New Roman" pitchFamily="18" charset="0"/>
              </a:rPr>
              <a:t>); </a:t>
            </a:r>
            <a:r>
              <a:rPr lang="zh-CN" altLang="zh-CN" sz="2400" dirty="0" smtClean="0">
                <a:latin typeface="Times New Roman" pitchFamily="18" charset="0"/>
                <a:cs typeface="Times New Roman" pitchFamily="18" charset="0"/>
              </a:rPr>
              <a:t> </a:t>
            </a:r>
          </a:p>
          <a:p>
            <a:pPr lvl="1">
              <a:lnSpc>
                <a:spcPct val="100000"/>
              </a:lnSpc>
              <a:buFont typeface="Wingdings" pitchFamily="2" charset="2"/>
              <a:buNone/>
            </a:pPr>
            <a:r>
              <a:rPr lang="en-US" altLang="zh-CN" sz="2400" dirty="0" smtClean="0">
                <a:latin typeface="Times New Roman" pitchFamily="18" charset="0"/>
                <a:cs typeface="Times New Roman" pitchFamily="18" charset="0"/>
              </a:rPr>
              <a:t>}</a:t>
            </a:r>
            <a:endParaRPr lang="zh-CN" altLang="en-US" sz="2400" dirty="0" smtClean="0">
              <a:latin typeface="Times New Roman" pitchFamily="18" charset="0"/>
              <a:cs typeface="Times New Roman" pitchFamily="18" charset="0"/>
            </a:endParaRPr>
          </a:p>
        </p:txBody>
      </p:sp>
      <p:pic>
        <p:nvPicPr>
          <p:cNvPr id="64515" name="图片 3" descr="Untitled2.png">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429625" y="6143625"/>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5308541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blinds(horizontal)">
                                      <p:cBhvr>
                                        <p:cTn id="7" dur="500"/>
                                        <p:tgtEl>
                                          <p:spTgt spid="3">
                                            <p:txEl>
                                              <p:pRg st="2" end="2"/>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3">
                                            <p:txEl>
                                              <p:pRg st="3" end="3"/>
                                            </p:txEl>
                                          </p:spTgt>
                                        </p:tgtEl>
                                        <p:attrNameLst>
                                          <p:attrName>style.visibility</p:attrName>
                                        </p:attrNameLst>
                                      </p:cBhvr>
                                      <p:to>
                                        <p:strVal val="visible"/>
                                      </p:to>
                                    </p:set>
                                    <p:animEffect transition="in" filter="blinds(horizontal)">
                                      <p:cBhvr>
                                        <p:cTn id="10" dur="500"/>
                                        <p:tgtEl>
                                          <p:spTgt spid="3">
                                            <p:txEl>
                                              <p:pRg st="3" end="3"/>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animEffect transition="in" filter="blinds(horizontal)">
                                      <p:cBhvr>
                                        <p:cTn id="13" dur="500"/>
                                        <p:tgtEl>
                                          <p:spTgt spid="3">
                                            <p:txEl>
                                              <p:pRg st="4" end="4"/>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3">
                                            <p:txEl>
                                              <p:pRg st="5" end="5"/>
                                            </p:txEl>
                                          </p:spTgt>
                                        </p:tgtEl>
                                        <p:attrNameLst>
                                          <p:attrName>style.visibility</p:attrName>
                                        </p:attrNameLst>
                                      </p:cBhvr>
                                      <p:to>
                                        <p:strVal val="visible"/>
                                      </p:to>
                                    </p:set>
                                    <p:animEffect transition="in" filter="blinds(horizontal)">
                                      <p:cBhvr>
                                        <p:cTn id="16" dur="500"/>
                                        <p:tgtEl>
                                          <p:spTgt spid="3">
                                            <p:txEl>
                                              <p:pRg st="5" end="5"/>
                                            </p:txEl>
                                          </p:spTgt>
                                        </p:tgtEl>
                                      </p:cBhvr>
                                    </p:animEffect>
                                  </p:childTnLst>
                                </p:cTn>
                              </p:par>
                              <p:par>
                                <p:cTn id="17" presetID="3" presetClass="entr" presetSubtype="1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animEffect transition="in" filter="blinds(horizontal)">
                                      <p:cBhvr>
                                        <p:cTn id="19" dur="500"/>
                                        <p:tgtEl>
                                          <p:spTgt spid="3">
                                            <p:txEl>
                                              <p:pRg st="6" end="6"/>
                                            </p:txEl>
                                          </p:spTgt>
                                        </p:tgtEl>
                                      </p:cBhvr>
                                    </p:animEffect>
                                  </p:childTnLst>
                                </p:cTn>
                              </p:par>
                              <p:par>
                                <p:cTn id="20" presetID="3" presetClass="entr" presetSubtype="10" fill="hold" nodeType="withEffect">
                                  <p:stCondLst>
                                    <p:cond delay="0"/>
                                  </p:stCondLst>
                                  <p:childTnLst>
                                    <p:set>
                                      <p:cBhvr>
                                        <p:cTn id="21" dur="1" fill="hold">
                                          <p:stCondLst>
                                            <p:cond delay="0"/>
                                          </p:stCondLst>
                                        </p:cTn>
                                        <p:tgtEl>
                                          <p:spTgt spid="3">
                                            <p:txEl>
                                              <p:pRg st="7" end="7"/>
                                            </p:txEl>
                                          </p:spTgt>
                                        </p:tgtEl>
                                        <p:attrNameLst>
                                          <p:attrName>style.visibility</p:attrName>
                                        </p:attrNameLst>
                                      </p:cBhvr>
                                      <p:to>
                                        <p:strVal val="visible"/>
                                      </p:to>
                                    </p:set>
                                    <p:animEffect transition="in" filter="blinds(horizontal)">
                                      <p:cBhvr>
                                        <p:cTn id="22"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64232" y="692696"/>
            <a:ext cx="8535293" cy="2143125"/>
          </a:xfrm>
        </p:spPr>
        <p:txBody>
          <a:bodyPr/>
          <a:lstStyle/>
          <a:p>
            <a:pPr marL="0" indent="0">
              <a:lnSpc>
                <a:spcPct val="150000"/>
              </a:lnSpc>
              <a:spcBef>
                <a:spcPts val="0"/>
              </a:spcBef>
              <a:buFont typeface="Wingdings" pitchFamily="2" charset="2"/>
              <a:buNone/>
            </a:pPr>
            <a:r>
              <a:rPr lang="zh-CN" altLang="zh-CN" sz="2800" dirty="0" smtClean="0">
                <a:latin typeface="黑体" pitchFamily="49" charset="-122"/>
                <a:ea typeface="黑体" pitchFamily="49" charset="-122"/>
              </a:rPr>
              <a:t>例</a:t>
            </a:r>
            <a:r>
              <a:rPr lang="en-US" altLang="zh-CN" sz="2800" dirty="0" smtClean="0">
                <a:latin typeface="黑体" pitchFamily="49" charset="-122"/>
                <a:ea typeface="黑体" pitchFamily="49" charset="-122"/>
              </a:rPr>
              <a:t>8.8 </a:t>
            </a:r>
            <a:r>
              <a:rPr lang="zh-CN" altLang="zh-CN" sz="2800" dirty="0" smtClean="0">
                <a:latin typeface="黑体" pitchFamily="49" charset="-122"/>
                <a:ea typeface="黑体" pitchFamily="49" charset="-122"/>
              </a:rPr>
              <a:t>将数组</a:t>
            </a:r>
            <a:r>
              <a:rPr lang="en-US" altLang="zh-CN" sz="2800" dirty="0" smtClean="0">
                <a:latin typeface="黑体" pitchFamily="49" charset="-122"/>
                <a:ea typeface="黑体" pitchFamily="49" charset="-122"/>
              </a:rPr>
              <a:t>a</a:t>
            </a:r>
            <a:r>
              <a:rPr lang="zh-CN" altLang="zh-CN" sz="2800" dirty="0" smtClean="0">
                <a:latin typeface="黑体" pitchFamily="49" charset="-122"/>
                <a:ea typeface="黑体" pitchFamily="49" charset="-122"/>
              </a:rPr>
              <a:t>中</a:t>
            </a:r>
            <a:r>
              <a:rPr lang="en-US" altLang="zh-CN" sz="2800" dirty="0" smtClean="0">
                <a:latin typeface="黑体" pitchFamily="49" charset="-122"/>
                <a:ea typeface="黑体" pitchFamily="49" charset="-122"/>
              </a:rPr>
              <a:t>n</a:t>
            </a:r>
            <a:r>
              <a:rPr lang="zh-CN" altLang="zh-CN" sz="2800" dirty="0" smtClean="0">
                <a:latin typeface="黑体" pitchFamily="49" charset="-122"/>
                <a:ea typeface="黑体" pitchFamily="49" charset="-122"/>
              </a:rPr>
              <a:t>个整数按相反顺序存放</a:t>
            </a:r>
            <a:endParaRPr lang="en-US" altLang="zh-CN" sz="2800" dirty="0" smtClean="0">
              <a:latin typeface="黑体" pitchFamily="49" charset="-122"/>
              <a:ea typeface="黑体" pitchFamily="49" charset="-122"/>
            </a:endParaRPr>
          </a:p>
          <a:p>
            <a:pPr marL="0" indent="0">
              <a:lnSpc>
                <a:spcPct val="150000"/>
              </a:lnSpc>
              <a:spcBef>
                <a:spcPts val="0"/>
              </a:spcBef>
            </a:pPr>
            <a:r>
              <a:rPr lang="zh-CN" altLang="zh-CN" sz="2800" dirty="0" smtClean="0">
                <a:latin typeface="黑体" pitchFamily="49" charset="-122"/>
                <a:ea typeface="黑体" pitchFamily="49" charset="-122"/>
              </a:rPr>
              <a:t>解题思路：将</a:t>
            </a:r>
            <a:r>
              <a:rPr lang="en-US" altLang="zh-CN" sz="2800" dirty="0" smtClean="0">
                <a:latin typeface="黑体" pitchFamily="49" charset="-122"/>
                <a:ea typeface="黑体" pitchFamily="49" charset="-122"/>
              </a:rPr>
              <a:t>a[0]</a:t>
            </a:r>
            <a:r>
              <a:rPr lang="zh-CN" altLang="zh-CN" sz="2800" dirty="0" smtClean="0">
                <a:latin typeface="黑体" pitchFamily="49" charset="-122"/>
                <a:ea typeface="黑体" pitchFamily="49" charset="-122"/>
              </a:rPr>
              <a:t>与</a:t>
            </a:r>
            <a:r>
              <a:rPr lang="en-US" altLang="zh-CN" sz="2800" dirty="0" smtClean="0">
                <a:latin typeface="黑体" pitchFamily="49" charset="-122"/>
                <a:ea typeface="黑体" pitchFamily="49" charset="-122"/>
              </a:rPr>
              <a:t>a[n-1]</a:t>
            </a:r>
            <a:r>
              <a:rPr lang="zh-CN" altLang="zh-CN" sz="2800" dirty="0" smtClean="0">
                <a:latin typeface="黑体" pitchFamily="49" charset="-122"/>
                <a:ea typeface="黑体" pitchFamily="49" charset="-122"/>
              </a:rPr>
              <a:t>对换，……将</a:t>
            </a:r>
            <a:r>
              <a:rPr lang="en-US" altLang="zh-CN" sz="2800" dirty="0" smtClean="0">
                <a:latin typeface="黑体" pitchFamily="49" charset="-122"/>
                <a:ea typeface="黑体" pitchFamily="49" charset="-122"/>
              </a:rPr>
              <a:t>a[4]</a:t>
            </a:r>
            <a:r>
              <a:rPr lang="zh-CN" altLang="zh-CN" sz="2800" dirty="0" smtClean="0">
                <a:latin typeface="黑体" pitchFamily="49" charset="-122"/>
                <a:ea typeface="黑体" pitchFamily="49" charset="-122"/>
              </a:rPr>
              <a:t>与</a:t>
            </a:r>
            <a:r>
              <a:rPr lang="en-US" altLang="zh-CN" sz="2800" dirty="0" smtClean="0">
                <a:latin typeface="黑体" pitchFamily="49" charset="-122"/>
                <a:ea typeface="黑体" pitchFamily="49" charset="-122"/>
              </a:rPr>
              <a:t>a[5]</a:t>
            </a:r>
            <a:r>
              <a:rPr lang="zh-CN" altLang="zh-CN" sz="2800" dirty="0" smtClean="0">
                <a:latin typeface="黑体" pitchFamily="49" charset="-122"/>
                <a:ea typeface="黑体" pitchFamily="49" charset="-122"/>
              </a:rPr>
              <a:t>对换。</a:t>
            </a:r>
            <a:endParaRPr lang="zh-CN" altLang="en-US" sz="2800" dirty="0" smtClean="0">
              <a:latin typeface="黑体" pitchFamily="49" charset="-122"/>
              <a:ea typeface="黑体" pitchFamily="49" charset="-122"/>
            </a:endParaRPr>
          </a:p>
        </p:txBody>
      </p:sp>
      <p:pic>
        <p:nvPicPr>
          <p:cNvPr id="245763"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0063" y="5387975"/>
            <a:ext cx="8294687" cy="827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5764"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2125" y="3676650"/>
            <a:ext cx="8294688" cy="790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6"/>
          <p:cNvSpPr txBox="1">
            <a:spLocks noChangeArrowheads="1"/>
          </p:cNvSpPr>
          <p:nvPr/>
        </p:nvSpPr>
        <p:spPr bwMode="auto">
          <a:xfrm>
            <a:off x="8143875" y="4500563"/>
            <a:ext cx="4286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000">
                <a:solidFill>
                  <a:schemeClr val="tx1"/>
                </a:solidFill>
                <a:latin typeface="Arial" charset="0"/>
                <a:ea typeface="宋体" pitchFamily="2" charset="-122"/>
              </a:defRPr>
            </a:lvl1pPr>
            <a:lvl2pPr marL="742950" indent="-285750" eaLnBrk="0" hangingPunct="0">
              <a:defRPr kumimoji="1" sz="4000">
                <a:solidFill>
                  <a:schemeClr val="tx1"/>
                </a:solidFill>
                <a:latin typeface="Arial" charset="0"/>
                <a:ea typeface="宋体" pitchFamily="2" charset="-122"/>
              </a:defRPr>
            </a:lvl2pPr>
            <a:lvl3pPr marL="1143000" indent="-228600" eaLnBrk="0" hangingPunct="0">
              <a:defRPr kumimoji="1" sz="4000">
                <a:solidFill>
                  <a:schemeClr val="tx1"/>
                </a:solidFill>
                <a:latin typeface="Arial" charset="0"/>
                <a:ea typeface="宋体" pitchFamily="2" charset="-122"/>
              </a:defRPr>
            </a:lvl3pPr>
            <a:lvl4pPr marL="1600200" indent="-228600" eaLnBrk="0" hangingPunct="0">
              <a:defRPr kumimoji="1" sz="4000">
                <a:solidFill>
                  <a:schemeClr val="tx1"/>
                </a:solidFill>
                <a:latin typeface="Arial" charset="0"/>
                <a:ea typeface="宋体" pitchFamily="2" charset="-122"/>
              </a:defRPr>
            </a:lvl4pPr>
            <a:lvl5pPr marL="2057400" indent="-228600" eaLnBrk="0" hangingPunct="0">
              <a:defRPr kumimoji="1" sz="4000">
                <a:solidFill>
                  <a:schemeClr val="tx1"/>
                </a:solidFill>
                <a:latin typeface="Arial" charset="0"/>
                <a:ea typeface="宋体" pitchFamily="2" charset="-122"/>
              </a:defRPr>
            </a:lvl5pPr>
            <a:lvl6pPr marL="2514600" indent="-228600" eaLnBrk="0" fontAlgn="base" hangingPunct="0">
              <a:spcBef>
                <a:spcPct val="0"/>
              </a:spcBef>
              <a:spcAft>
                <a:spcPct val="0"/>
              </a:spcAft>
              <a:defRPr kumimoji="1" sz="4000">
                <a:solidFill>
                  <a:schemeClr val="tx1"/>
                </a:solidFill>
                <a:latin typeface="Arial" charset="0"/>
                <a:ea typeface="宋体" pitchFamily="2" charset="-122"/>
              </a:defRPr>
            </a:lvl6pPr>
            <a:lvl7pPr marL="2971800" indent="-228600" eaLnBrk="0" fontAlgn="base" hangingPunct="0">
              <a:spcBef>
                <a:spcPct val="0"/>
              </a:spcBef>
              <a:spcAft>
                <a:spcPct val="0"/>
              </a:spcAft>
              <a:defRPr kumimoji="1" sz="4000">
                <a:solidFill>
                  <a:schemeClr val="tx1"/>
                </a:solidFill>
                <a:latin typeface="Arial" charset="0"/>
                <a:ea typeface="宋体" pitchFamily="2" charset="-122"/>
              </a:defRPr>
            </a:lvl7pPr>
            <a:lvl8pPr marL="3429000" indent="-228600" eaLnBrk="0" fontAlgn="base" hangingPunct="0">
              <a:spcBef>
                <a:spcPct val="0"/>
              </a:spcBef>
              <a:spcAft>
                <a:spcPct val="0"/>
              </a:spcAft>
              <a:defRPr kumimoji="1" sz="4000">
                <a:solidFill>
                  <a:schemeClr val="tx1"/>
                </a:solidFill>
                <a:latin typeface="Arial" charset="0"/>
                <a:ea typeface="宋体" pitchFamily="2" charset="-122"/>
              </a:defRPr>
            </a:lvl8pPr>
            <a:lvl9pPr marL="3886200" indent="-228600" eaLnBrk="0" fontAlgn="base" hangingPunct="0">
              <a:spcBef>
                <a:spcPct val="0"/>
              </a:spcBef>
              <a:spcAft>
                <a:spcPct val="0"/>
              </a:spcAft>
              <a:defRPr kumimoji="1" sz="4000">
                <a:solidFill>
                  <a:schemeClr val="tx1"/>
                </a:solidFill>
                <a:latin typeface="Arial" charset="0"/>
                <a:ea typeface="宋体" pitchFamily="2" charset="-122"/>
              </a:defRPr>
            </a:lvl9pPr>
          </a:lstStyle>
          <a:p>
            <a:pPr eaLnBrk="1" hangingPunct="1"/>
            <a:r>
              <a:rPr lang="en-US" altLang="zh-CN" sz="3200" b="1">
                <a:solidFill>
                  <a:srgbClr val="FF0000"/>
                </a:solidFill>
              </a:rPr>
              <a:t>j</a:t>
            </a:r>
            <a:endParaRPr lang="zh-CN" altLang="en-US" sz="3200" b="1">
              <a:solidFill>
                <a:srgbClr val="FF0000"/>
              </a:solidFill>
            </a:endParaRPr>
          </a:p>
        </p:txBody>
      </p:sp>
      <p:sp>
        <p:nvSpPr>
          <p:cNvPr id="8" name="TextBox 7"/>
          <p:cNvSpPr txBox="1">
            <a:spLocks noChangeArrowheads="1"/>
          </p:cNvSpPr>
          <p:nvPr/>
        </p:nvSpPr>
        <p:spPr bwMode="auto">
          <a:xfrm>
            <a:off x="714375" y="4500563"/>
            <a:ext cx="4286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000">
                <a:solidFill>
                  <a:schemeClr val="tx1"/>
                </a:solidFill>
                <a:latin typeface="Arial" charset="0"/>
                <a:ea typeface="宋体" pitchFamily="2" charset="-122"/>
              </a:defRPr>
            </a:lvl1pPr>
            <a:lvl2pPr marL="742950" indent="-285750" eaLnBrk="0" hangingPunct="0">
              <a:defRPr kumimoji="1" sz="4000">
                <a:solidFill>
                  <a:schemeClr val="tx1"/>
                </a:solidFill>
                <a:latin typeface="Arial" charset="0"/>
                <a:ea typeface="宋体" pitchFamily="2" charset="-122"/>
              </a:defRPr>
            </a:lvl2pPr>
            <a:lvl3pPr marL="1143000" indent="-228600" eaLnBrk="0" hangingPunct="0">
              <a:defRPr kumimoji="1" sz="4000">
                <a:solidFill>
                  <a:schemeClr val="tx1"/>
                </a:solidFill>
                <a:latin typeface="Arial" charset="0"/>
                <a:ea typeface="宋体" pitchFamily="2" charset="-122"/>
              </a:defRPr>
            </a:lvl3pPr>
            <a:lvl4pPr marL="1600200" indent="-228600" eaLnBrk="0" hangingPunct="0">
              <a:defRPr kumimoji="1" sz="4000">
                <a:solidFill>
                  <a:schemeClr val="tx1"/>
                </a:solidFill>
                <a:latin typeface="Arial" charset="0"/>
                <a:ea typeface="宋体" pitchFamily="2" charset="-122"/>
              </a:defRPr>
            </a:lvl4pPr>
            <a:lvl5pPr marL="2057400" indent="-228600" eaLnBrk="0" hangingPunct="0">
              <a:defRPr kumimoji="1" sz="4000">
                <a:solidFill>
                  <a:schemeClr val="tx1"/>
                </a:solidFill>
                <a:latin typeface="Arial" charset="0"/>
                <a:ea typeface="宋体" pitchFamily="2" charset="-122"/>
              </a:defRPr>
            </a:lvl5pPr>
            <a:lvl6pPr marL="2514600" indent="-228600" eaLnBrk="0" fontAlgn="base" hangingPunct="0">
              <a:spcBef>
                <a:spcPct val="0"/>
              </a:spcBef>
              <a:spcAft>
                <a:spcPct val="0"/>
              </a:spcAft>
              <a:defRPr kumimoji="1" sz="4000">
                <a:solidFill>
                  <a:schemeClr val="tx1"/>
                </a:solidFill>
                <a:latin typeface="Arial" charset="0"/>
                <a:ea typeface="宋体" pitchFamily="2" charset="-122"/>
              </a:defRPr>
            </a:lvl6pPr>
            <a:lvl7pPr marL="2971800" indent="-228600" eaLnBrk="0" fontAlgn="base" hangingPunct="0">
              <a:spcBef>
                <a:spcPct val="0"/>
              </a:spcBef>
              <a:spcAft>
                <a:spcPct val="0"/>
              </a:spcAft>
              <a:defRPr kumimoji="1" sz="4000">
                <a:solidFill>
                  <a:schemeClr val="tx1"/>
                </a:solidFill>
                <a:latin typeface="Arial" charset="0"/>
                <a:ea typeface="宋体" pitchFamily="2" charset="-122"/>
              </a:defRPr>
            </a:lvl7pPr>
            <a:lvl8pPr marL="3429000" indent="-228600" eaLnBrk="0" fontAlgn="base" hangingPunct="0">
              <a:spcBef>
                <a:spcPct val="0"/>
              </a:spcBef>
              <a:spcAft>
                <a:spcPct val="0"/>
              </a:spcAft>
              <a:defRPr kumimoji="1" sz="4000">
                <a:solidFill>
                  <a:schemeClr val="tx1"/>
                </a:solidFill>
                <a:latin typeface="Arial" charset="0"/>
                <a:ea typeface="宋体" pitchFamily="2" charset="-122"/>
              </a:defRPr>
            </a:lvl8pPr>
            <a:lvl9pPr marL="3886200" indent="-228600" eaLnBrk="0" fontAlgn="base" hangingPunct="0">
              <a:spcBef>
                <a:spcPct val="0"/>
              </a:spcBef>
              <a:spcAft>
                <a:spcPct val="0"/>
              </a:spcAft>
              <a:defRPr kumimoji="1" sz="4000">
                <a:solidFill>
                  <a:schemeClr val="tx1"/>
                </a:solidFill>
                <a:latin typeface="Arial" charset="0"/>
                <a:ea typeface="宋体" pitchFamily="2" charset="-122"/>
              </a:defRPr>
            </a:lvl9pPr>
          </a:lstStyle>
          <a:p>
            <a:pPr eaLnBrk="1" hangingPunct="1"/>
            <a:r>
              <a:rPr lang="en-US" altLang="zh-CN" sz="3200" b="1">
                <a:solidFill>
                  <a:srgbClr val="FF0000"/>
                </a:solidFill>
              </a:rPr>
              <a:t>i</a:t>
            </a:r>
            <a:endParaRPr lang="zh-CN" altLang="en-US" sz="3200" b="1">
              <a:solidFill>
                <a:srgbClr val="FF0000"/>
              </a:solidFill>
            </a:endParaRPr>
          </a:p>
        </p:txBody>
      </p:sp>
      <p:grpSp>
        <p:nvGrpSpPr>
          <p:cNvPr id="2" name="组合 18"/>
          <p:cNvGrpSpPr>
            <a:grpSpLocks/>
          </p:cNvGrpSpPr>
          <p:nvPr/>
        </p:nvGrpSpPr>
        <p:grpSpPr bwMode="auto">
          <a:xfrm>
            <a:off x="928688" y="3214688"/>
            <a:ext cx="7429500" cy="501650"/>
            <a:chOff x="928662" y="3214686"/>
            <a:chExt cx="7429552" cy="500860"/>
          </a:xfrm>
        </p:grpSpPr>
        <p:cxnSp>
          <p:nvCxnSpPr>
            <p:cNvPr id="65545" name="直接连接符 8"/>
            <p:cNvCxnSpPr>
              <a:cxnSpLocks noChangeShapeType="1"/>
            </p:cNvCxnSpPr>
            <p:nvPr/>
          </p:nvCxnSpPr>
          <p:spPr bwMode="auto">
            <a:xfrm>
              <a:off x="928662" y="3214686"/>
              <a:ext cx="7429552" cy="0"/>
            </a:xfrm>
            <a:prstGeom prst="line">
              <a:avLst/>
            </a:prstGeom>
            <a:noFill/>
            <a:ln w="38100" algn="ctr">
              <a:solidFill>
                <a:srgbClr val="0000CC"/>
              </a:solidFill>
              <a:miter lim="800000"/>
              <a:headEnd/>
              <a:tailEnd/>
            </a:ln>
            <a:extLst>
              <a:ext uri="{909E8E84-426E-40DD-AFC4-6F175D3DCCD1}">
                <a14:hiddenFill xmlns:a14="http://schemas.microsoft.com/office/drawing/2010/main">
                  <a:noFill/>
                </a14:hiddenFill>
              </a:ext>
            </a:extLst>
          </p:spPr>
        </p:cxnSp>
        <p:cxnSp>
          <p:nvCxnSpPr>
            <p:cNvPr id="65546" name="直接箭头连接符 9"/>
            <p:cNvCxnSpPr>
              <a:cxnSpLocks noChangeShapeType="1"/>
            </p:cNvCxnSpPr>
            <p:nvPr/>
          </p:nvCxnSpPr>
          <p:spPr bwMode="auto">
            <a:xfrm rot="5400000">
              <a:off x="8107387" y="3464719"/>
              <a:ext cx="500860" cy="794"/>
            </a:xfrm>
            <a:prstGeom prst="straightConnector1">
              <a:avLst/>
            </a:prstGeom>
            <a:noFill/>
            <a:ln w="38100" algn="ctr">
              <a:solidFill>
                <a:srgbClr val="0000CC"/>
              </a:solidFill>
              <a:miter lim="800000"/>
              <a:headEnd/>
              <a:tailEnd type="arrow" w="med" len="med"/>
            </a:ln>
            <a:extLst>
              <a:ext uri="{909E8E84-426E-40DD-AFC4-6F175D3DCCD1}">
                <a14:hiddenFill xmlns:a14="http://schemas.microsoft.com/office/drawing/2010/main">
                  <a:noFill/>
                </a14:hiddenFill>
              </a:ext>
            </a:extLst>
          </p:spPr>
        </p:cxnSp>
        <p:cxnSp>
          <p:nvCxnSpPr>
            <p:cNvPr id="65547" name="直接箭头连接符 16"/>
            <p:cNvCxnSpPr>
              <a:cxnSpLocks noChangeShapeType="1"/>
            </p:cNvCxnSpPr>
            <p:nvPr/>
          </p:nvCxnSpPr>
          <p:spPr bwMode="auto">
            <a:xfrm rot="5400000">
              <a:off x="678629" y="3464719"/>
              <a:ext cx="500860" cy="794"/>
            </a:xfrm>
            <a:prstGeom prst="straightConnector1">
              <a:avLst/>
            </a:prstGeom>
            <a:noFill/>
            <a:ln w="38100" algn="ctr">
              <a:solidFill>
                <a:srgbClr val="0000CC"/>
              </a:solidFill>
              <a:miter lim="800000"/>
              <a:headEnd/>
              <a:tailEnd type="arrow" w="med" len="med"/>
            </a:ln>
            <a:extLst>
              <a:ext uri="{909E8E84-426E-40DD-AFC4-6F175D3DCCD1}">
                <a14:hiddenFill xmlns:a14="http://schemas.microsoft.com/office/drawing/2010/main">
                  <a:noFill/>
                </a14:hiddenFill>
              </a:ext>
            </a:extLst>
          </p:spPr>
        </p:cxnSp>
      </p:grpSp>
      <p:pic>
        <p:nvPicPr>
          <p:cNvPr id="65544" name="图片 10" descr="Untitled2.png">
            <a:hlinkClick r:id="rId4" action="ppaction://hlinksldjump"/>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8429625" y="6143625"/>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1741841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45764"/>
                                        </p:tgtEl>
                                        <p:attrNameLst>
                                          <p:attrName>style.visibility</p:attrName>
                                        </p:attrNameLst>
                                      </p:cBhvr>
                                      <p:to>
                                        <p:strVal val="visible"/>
                                      </p:to>
                                    </p:set>
                                    <p:animEffect transition="in" filter="blinds(horizontal)">
                                      <p:cBhvr>
                                        <p:cTn id="7" dur="500"/>
                                        <p:tgtEl>
                                          <p:spTgt spid="24576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245763"/>
                                        </p:tgtEl>
                                        <p:attrNameLst>
                                          <p:attrName>style.visibility</p:attrName>
                                        </p:attrNameLst>
                                      </p:cBhvr>
                                      <p:to>
                                        <p:strVal val="visible"/>
                                      </p:to>
                                    </p:set>
                                    <p:animEffect transition="in" filter="blinds(horizontal)">
                                      <p:cBhvr>
                                        <p:cTn id="12" dur="500"/>
                                        <p:tgtEl>
                                          <p:spTgt spid="24576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blinds(horizontal)">
                                      <p:cBhvr>
                                        <p:cTn id="17" dur="500"/>
                                        <p:tgtEl>
                                          <p:spTgt spid="3">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blinds(horizontal)">
                                      <p:cBhvr>
                                        <p:cTn id="22" dur="500"/>
                                        <p:tgtEl>
                                          <p:spTgt spid="8"/>
                                        </p:tgtEl>
                                      </p:cBhvr>
                                    </p:animEffect>
                                  </p:childTnLst>
                                </p:cTn>
                              </p:par>
                              <p:par>
                                <p:cTn id="23" presetID="3" presetClass="entr" presetSubtype="10" fill="hold" grpId="0" nodeType="with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blinds(horizontal)">
                                      <p:cBhvr>
                                        <p:cTn id="25" dur="500"/>
                                        <p:tgtEl>
                                          <p:spTgt spid="7"/>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12" presetClass="entr" presetSubtype="1" fill="hold" nodeType="clickEffect">
                                  <p:stCondLst>
                                    <p:cond delay="0"/>
                                  </p:stCondLst>
                                  <p:childTnLst>
                                    <p:set>
                                      <p:cBhvr>
                                        <p:cTn id="29" dur="1" fill="hold">
                                          <p:stCondLst>
                                            <p:cond delay="0"/>
                                          </p:stCondLst>
                                        </p:cTn>
                                        <p:tgtEl>
                                          <p:spTgt spid="2"/>
                                        </p:tgtEl>
                                        <p:attrNameLst>
                                          <p:attrName>style.visibility</p:attrName>
                                        </p:attrNameLst>
                                      </p:cBhvr>
                                      <p:to>
                                        <p:strVal val="visible"/>
                                      </p:to>
                                    </p:set>
                                    <p:animEffect transition="in" filter="slide(fromTop)">
                                      <p:cBhvr>
                                        <p:cTn id="30"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内容占位符 2"/>
          <p:cNvSpPr>
            <a:spLocks noGrp="1"/>
          </p:cNvSpPr>
          <p:nvPr>
            <p:ph idx="1"/>
          </p:nvPr>
        </p:nvSpPr>
        <p:spPr>
          <a:xfrm>
            <a:off x="500063" y="764704"/>
            <a:ext cx="8286750" cy="2143125"/>
          </a:xfrm>
        </p:spPr>
        <p:txBody>
          <a:bodyPr/>
          <a:lstStyle/>
          <a:p>
            <a:pPr marL="0" indent="0">
              <a:lnSpc>
                <a:spcPct val="150000"/>
              </a:lnSpc>
              <a:spcBef>
                <a:spcPts val="0"/>
              </a:spcBef>
              <a:buFont typeface="Wingdings" pitchFamily="2" charset="2"/>
              <a:buNone/>
            </a:pPr>
            <a:r>
              <a:rPr lang="zh-CN" altLang="zh-CN" sz="2800" dirty="0" smtClean="0">
                <a:latin typeface="黑体" pitchFamily="49" charset="-122"/>
                <a:ea typeface="黑体" pitchFamily="49" charset="-122"/>
              </a:rPr>
              <a:t>例</a:t>
            </a:r>
            <a:r>
              <a:rPr lang="en-US" altLang="zh-CN" sz="2800" dirty="0" smtClean="0">
                <a:latin typeface="黑体" pitchFamily="49" charset="-122"/>
                <a:ea typeface="黑体" pitchFamily="49" charset="-122"/>
              </a:rPr>
              <a:t>8.8 </a:t>
            </a:r>
            <a:r>
              <a:rPr lang="zh-CN" altLang="zh-CN" sz="2800" dirty="0" smtClean="0">
                <a:latin typeface="黑体" pitchFamily="49" charset="-122"/>
                <a:ea typeface="黑体" pitchFamily="49" charset="-122"/>
              </a:rPr>
              <a:t>将数组</a:t>
            </a:r>
            <a:r>
              <a:rPr lang="en-US" altLang="zh-CN" sz="2800" dirty="0" smtClean="0">
                <a:latin typeface="黑体" pitchFamily="49" charset="-122"/>
                <a:ea typeface="黑体" pitchFamily="49" charset="-122"/>
              </a:rPr>
              <a:t>a</a:t>
            </a:r>
            <a:r>
              <a:rPr lang="zh-CN" altLang="zh-CN" sz="2800" dirty="0" smtClean="0">
                <a:latin typeface="黑体" pitchFamily="49" charset="-122"/>
                <a:ea typeface="黑体" pitchFamily="49" charset="-122"/>
              </a:rPr>
              <a:t>中</a:t>
            </a:r>
            <a:r>
              <a:rPr lang="en-US" altLang="zh-CN" sz="2800" dirty="0" smtClean="0">
                <a:latin typeface="黑体" pitchFamily="49" charset="-122"/>
                <a:ea typeface="黑体" pitchFamily="49" charset="-122"/>
              </a:rPr>
              <a:t>n</a:t>
            </a:r>
            <a:r>
              <a:rPr lang="zh-CN" altLang="zh-CN" sz="2800" dirty="0" smtClean="0">
                <a:latin typeface="黑体" pitchFamily="49" charset="-122"/>
                <a:ea typeface="黑体" pitchFamily="49" charset="-122"/>
              </a:rPr>
              <a:t>个整数按相反顺序存放</a:t>
            </a:r>
            <a:endParaRPr lang="en-US" altLang="zh-CN" sz="2800" dirty="0" smtClean="0">
              <a:latin typeface="黑体" pitchFamily="49" charset="-122"/>
              <a:ea typeface="黑体" pitchFamily="49" charset="-122"/>
            </a:endParaRPr>
          </a:p>
          <a:p>
            <a:pPr marL="0" indent="0">
              <a:lnSpc>
                <a:spcPct val="150000"/>
              </a:lnSpc>
              <a:spcBef>
                <a:spcPts val="0"/>
              </a:spcBef>
            </a:pPr>
            <a:r>
              <a:rPr lang="zh-CN" altLang="zh-CN" sz="2800" dirty="0" smtClean="0">
                <a:latin typeface="黑体" pitchFamily="49" charset="-122"/>
                <a:ea typeface="黑体" pitchFamily="49" charset="-122"/>
              </a:rPr>
              <a:t>解题思路：将</a:t>
            </a:r>
            <a:r>
              <a:rPr lang="en-US" altLang="zh-CN" sz="2800" dirty="0" smtClean="0">
                <a:latin typeface="黑体" pitchFamily="49" charset="-122"/>
                <a:ea typeface="黑体" pitchFamily="49" charset="-122"/>
              </a:rPr>
              <a:t>a[0]</a:t>
            </a:r>
            <a:r>
              <a:rPr lang="zh-CN" altLang="zh-CN" sz="2800" dirty="0" smtClean="0">
                <a:latin typeface="黑体" pitchFamily="49" charset="-122"/>
                <a:ea typeface="黑体" pitchFamily="49" charset="-122"/>
              </a:rPr>
              <a:t>与</a:t>
            </a:r>
            <a:r>
              <a:rPr lang="en-US" altLang="zh-CN" sz="2800" dirty="0" smtClean="0">
                <a:latin typeface="黑体" pitchFamily="49" charset="-122"/>
                <a:ea typeface="黑体" pitchFamily="49" charset="-122"/>
              </a:rPr>
              <a:t>a[n-1]</a:t>
            </a:r>
            <a:r>
              <a:rPr lang="zh-CN" altLang="zh-CN" sz="2800" dirty="0" smtClean="0">
                <a:latin typeface="黑体" pitchFamily="49" charset="-122"/>
                <a:ea typeface="黑体" pitchFamily="49" charset="-122"/>
              </a:rPr>
              <a:t>对换，……将</a:t>
            </a:r>
            <a:r>
              <a:rPr lang="en-US" altLang="zh-CN" sz="2800" dirty="0" smtClean="0">
                <a:latin typeface="黑体" pitchFamily="49" charset="-122"/>
                <a:ea typeface="黑体" pitchFamily="49" charset="-122"/>
              </a:rPr>
              <a:t>a[4]</a:t>
            </a:r>
            <a:r>
              <a:rPr lang="zh-CN" altLang="zh-CN" sz="2800" dirty="0" smtClean="0">
                <a:latin typeface="黑体" pitchFamily="49" charset="-122"/>
                <a:ea typeface="黑体" pitchFamily="49" charset="-122"/>
              </a:rPr>
              <a:t>与</a:t>
            </a:r>
            <a:r>
              <a:rPr lang="en-US" altLang="zh-CN" sz="2800" dirty="0" smtClean="0">
                <a:latin typeface="黑体" pitchFamily="49" charset="-122"/>
                <a:ea typeface="黑体" pitchFamily="49" charset="-122"/>
              </a:rPr>
              <a:t>a[5]</a:t>
            </a:r>
            <a:r>
              <a:rPr lang="zh-CN" altLang="zh-CN" sz="2800" dirty="0" smtClean="0">
                <a:latin typeface="黑体" pitchFamily="49" charset="-122"/>
                <a:ea typeface="黑体" pitchFamily="49" charset="-122"/>
              </a:rPr>
              <a:t>对换。</a:t>
            </a:r>
            <a:endParaRPr lang="zh-CN" altLang="en-US" sz="2800" dirty="0" smtClean="0">
              <a:latin typeface="黑体" pitchFamily="49" charset="-122"/>
              <a:ea typeface="黑体" pitchFamily="49" charset="-122"/>
            </a:endParaRPr>
          </a:p>
        </p:txBody>
      </p:sp>
      <p:pic>
        <p:nvPicPr>
          <p:cNvPr id="66563"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0063" y="5387975"/>
            <a:ext cx="8294687" cy="827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6564"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2125" y="3676650"/>
            <a:ext cx="8294688" cy="790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6"/>
          <p:cNvSpPr txBox="1">
            <a:spLocks noChangeArrowheads="1"/>
          </p:cNvSpPr>
          <p:nvPr/>
        </p:nvSpPr>
        <p:spPr bwMode="auto">
          <a:xfrm>
            <a:off x="7429500" y="4500563"/>
            <a:ext cx="4286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000">
                <a:solidFill>
                  <a:schemeClr val="tx1"/>
                </a:solidFill>
                <a:latin typeface="Arial" charset="0"/>
                <a:ea typeface="宋体" pitchFamily="2" charset="-122"/>
              </a:defRPr>
            </a:lvl1pPr>
            <a:lvl2pPr marL="742950" indent="-285750" eaLnBrk="0" hangingPunct="0">
              <a:defRPr kumimoji="1" sz="4000">
                <a:solidFill>
                  <a:schemeClr val="tx1"/>
                </a:solidFill>
                <a:latin typeface="Arial" charset="0"/>
                <a:ea typeface="宋体" pitchFamily="2" charset="-122"/>
              </a:defRPr>
            </a:lvl2pPr>
            <a:lvl3pPr marL="1143000" indent="-228600" eaLnBrk="0" hangingPunct="0">
              <a:defRPr kumimoji="1" sz="4000">
                <a:solidFill>
                  <a:schemeClr val="tx1"/>
                </a:solidFill>
                <a:latin typeface="Arial" charset="0"/>
                <a:ea typeface="宋体" pitchFamily="2" charset="-122"/>
              </a:defRPr>
            </a:lvl3pPr>
            <a:lvl4pPr marL="1600200" indent="-228600" eaLnBrk="0" hangingPunct="0">
              <a:defRPr kumimoji="1" sz="4000">
                <a:solidFill>
                  <a:schemeClr val="tx1"/>
                </a:solidFill>
                <a:latin typeface="Arial" charset="0"/>
                <a:ea typeface="宋体" pitchFamily="2" charset="-122"/>
              </a:defRPr>
            </a:lvl4pPr>
            <a:lvl5pPr marL="2057400" indent="-228600" eaLnBrk="0" hangingPunct="0">
              <a:defRPr kumimoji="1" sz="4000">
                <a:solidFill>
                  <a:schemeClr val="tx1"/>
                </a:solidFill>
                <a:latin typeface="Arial" charset="0"/>
                <a:ea typeface="宋体" pitchFamily="2" charset="-122"/>
              </a:defRPr>
            </a:lvl5pPr>
            <a:lvl6pPr marL="2514600" indent="-228600" eaLnBrk="0" fontAlgn="base" hangingPunct="0">
              <a:spcBef>
                <a:spcPct val="0"/>
              </a:spcBef>
              <a:spcAft>
                <a:spcPct val="0"/>
              </a:spcAft>
              <a:defRPr kumimoji="1" sz="4000">
                <a:solidFill>
                  <a:schemeClr val="tx1"/>
                </a:solidFill>
                <a:latin typeface="Arial" charset="0"/>
                <a:ea typeface="宋体" pitchFamily="2" charset="-122"/>
              </a:defRPr>
            </a:lvl6pPr>
            <a:lvl7pPr marL="2971800" indent="-228600" eaLnBrk="0" fontAlgn="base" hangingPunct="0">
              <a:spcBef>
                <a:spcPct val="0"/>
              </a:spcBef>
              <a:spcAft>
                <a:spcPct val="0"/>
              </a:spcAft>
              <a:defRPr kumimoji="1" sz="4000">
                <a:solidFill>
                  <a:schemeClr val="tx1"/>
                </a:solidFill>
                <a:latin typeface="Arial" charset="0"/>
                <a:ea typeface="宋体" pitchFamily="2" charset="-122"/>
              </a:defRPr>
            </a:lvl7pPr>
            <a:lvl8pPr marL="3429000" indent="-228600" eaLnBrk="0" fontAlgn="base" hangingPunct="0">
              <a:spcBef>
                <a:spcPct val="0"/>
              </a:spcBef>
              <a:spcAft>
                <a:spcPct val="0"/>
              </a:spcAft>
              <a:defRPr kumimoji="1" sz="4000">
                <a:solidFill>
                  <a:schemeClr val="tx1"/>
                </a:solidFill>
                <a:latin typeface="Arial" charset="0"/>
                <a:ea typeface="宋体" pitchFamily="2" charset="-122"/>
              </a:defRPr>
            </a:lvl8pPr>
            <a:lvl9pPr marL="3886200" indent="-228600" eaLnBrk="0" fontAlgn="base" hangingPunct="0">
              <a:spcBef>
                <a:spcPct val="0"/>
              </a:spcBef>
              <a:spcAft>
                <a:spcPct val="0"/>
              </a:spcAft>
              <a:defRPr kumimoji="1" sz="4000">
                <a:solidFill>
                  <a:schemeClr val="tx1"/>
                </a:solidFill>
                <a:latin typeface="Arial" charset="0"/>
                <a:ea typeface="宋体" pitchFamily="2" charset="-122"/>
              </a:defRPr>
            </a:lvl9pPr>
          </a:lstStyle>
          <a:p>
            <a:pPr eaLnBrk="1" hangingPunct="1"/>
            <a:r>
              <a:rPr lang="en-US" altLang="zh-CN" sz="3200" b="1">
                <a:solidFill>
                  <a:srgbClr val="FF0000"/>
                </a:solidFill>
              </a:rPr>
              <a:t>j</a:t>
            </a:r>
            <a:endParaRPr lang="zh-CN" altLang="en-US" sz="3200" b="1">
              <a:solidFill>
                <a:srgbClr val="FF0000"/>
              </a:solidFill>
            </a:endParaRPr>
          </a:p>
        </p:txBody>
      </p:sp>
      <p:sp>
        <p:nvSpPr>
          <p:cNvPr id="8" name="TextBox 7"/>
          <p:cNvSpPr txBox="1">
            <a:spLocks noChangeArrowheads="1"/>
          </p:cNvSpPr>
          <p:nvPr/>
        </p:nvSpPr>
        <p:spPr bwMode="auto">
          <a:xfrm>
            <a:off x="1571625" y="4500563"/>
            <a:ext cx="4286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000">
                <a:solidFill>
                  <a:schemeClr val="tx1"/>
                </a:solidFill>
                <a:latin typeface="Arial" charset="0"/>
                <a:ea typeface="宋体" pitchFamily="2" charset="-122"/>
              </a:defRPr>
            </a:lvl1pPr>
            <a:lvl2pPr marL="742950" indent="-285750" eaLnBrk="0" hangingPunct="0">
              <a:defRPr kumimoji="1" sz="4000">
                <a:solidFill>
                  <a:schemeClr val="tx1"/>
                </a:solidFill>
                <a:latin typeface="Arial" charset="0"/>
                <a:ea typeface="宋体" pitchFamily="2" charset="-122"/>
              </a:defRPr>
            </a:lvl2pPr>
            <a:lvl3pPr marL="1143000" indent="-228600" eaLnBrk="0" hangingPunct="0">
              <a:defRPr kumimoji="1" sz="4000">
                <a:solidFill>
                  <a:schemeClr val="tx1"/>
                </a:solidFill>
                <a:latin typeface="Arial" charset="0"/>
                <a:ea typeface="宋体" pitchFamily="2" charset="-122"/>
              </a:defRPr>
            </a:lvl3pPr>
            <a:lvl4pPr marL="1600200" indent="-228600" eaLnBrk="0" hangingPunct="0">
              <a:defRPr kumimoji="1" sz="4000">
                <a:solidFill>
                  <a:schemeClr val="tx1"/>
                </a:solidFill>
                <a:latin typeface="Arial" charset="0"/>
                <a:ea typeface="宋体" pitchFamily="2" charset="-122"/>
              </a:defRPr>
            </a:lvl4pPr>
            <a:lvl5pPr marL="2057400" indent="-228600" eaLnBrk="0" hangingPunct="0">
              <a:defRPr kumimoji="1" sz="4000">
                <a:solidFill>
                  <a:schemeClr val="tx1"/>
                </a:solidFill>
                <a:latin typeface="Arial" charset="0"/>
                <a:ea typeface="宋体" pitchFamily="2" charset="-122"/>
              </a:defRPr>
            </a:lvl5pPr>
            <a:lvl6pPr marL="2514600" indent="-228600" eaLnBrk="0" fontAlgn="base" hangingPunct="0">
              <a:spcBef>
                <a:spcPct val="0"/>
              </a:spcBef>
              <a:spcAft>
                <a:spcPct val="0"/>
              </a:spcAft>
              <a:defRPr kumimoji="1" sz="4000">
                <a:solidFill>
                  <a:schemeClr val="tx1"/>
                </a:solidFill>
                <a:latin typeface="Arial" charset="0"/>
                <a:ea typeface="宋体" pitchFamily="2" charset="-122"/>
              </a:defRPr>
            </a:lvl6pPr>
            <a:lvl7pPr marL="2971800" indent="-228600" eaLnBrk="0" fontAlgn="base" hangingPunct="0">
              <a:spcBef>
                <a:spcPct val="0"/>
              </a:spcBef>
              <a:spcAft>
                <a:spcPct val="0"/>
              </a:spcAft>
              <a:defRPr kumimoji="1" sz="4000">
                <a:solidFill>
                  <a:schemeClr val="tx1"/>
                </a:solidFill>
                <a:latin typeface="Arial" charset="0"/>
                <a:ea typeface="宋体" pitchFamily="2" charset="-122"/>
              </a:defRPr>
            </a:lvl7pPr>
            <a:lvl8pPr marL="3429000" indent="-228600" eaLnBrk="0" fontAlgn="base" hangingPunct="0">
              <a:spcBef>
                <a:spcPct val="0"/>
              </a:spcBef>
              <a:spcAft>
                <a:spcPct val="0"/>
              </a:spcAft>
              <a:defRPr kumimoji="1" sz="4000">
                <a:solidFill>
                  <a:schemeClr val="tx1"/>
                </a:solidFill>
                <a:latin typeface="Arial" charset="0"/>
                <a:ea typeface="宋体" pitchFamily="2" charset="-122"/>
              </a:defRPr>
            </a:lvl8pPr>
            <a:lvl9pPr marL="3886200" indent="-228600" eaLnBrk="0" fontAlgn="base" hangingPunct="0">
              <a:spcBef>
                <a:spcPct val="0"/>
              </a:spcBef>
              <a:spcAft>
                <a:spcPct val="0"/>
              </a:spcAft>
              <a:defRPr kumimoji="1" sz="4000">
                <a:solidFill>
                  <a:schemeClr val="tx1"/>
                </a:solidFill>
                <a:latin typeface="Arial" charset="0"/>
                <a:ea typeface="宋体" pitchFamily="2" charset="-122"/>
              </a:defRPr>
            </a:lvl9pPr>
          </a:lstStyle>
          <a:p>
            <a:pPr eaLnBrk="1" hangingPunct="1"/>
            <a:r>
              <a:rPr lang="en-US" altLang="zh-CN" sz="3200" b="1">
                <a:solidFill>
                  <a:srgbClr val="FF0000"/>
                </a:solidFill>
              </a:rPr>
              <a:t>i</a:t>
            </a:r>
            <a:endParaRPr lang="zh-CN" altLang="en-US" sz="3200" b="1">
              <a:solidFill>
                <a:srgbClr val="FF0000"/>
              </a:solidFill>
            </a:endParaRPr>
          </a:p>
        </p:txBody>
      </p:sp>
      <p:grpSp>
        <p:nvGrpSpPr>
          <p:cNvPr id="2" name="组合 18"/>
          <p:cNvGrpSpPr>
            <a:grpSpLocks/>
          </p:cNvGrpSpPr>
          <p:nvPr/>
        </p:nvGrpSpPr>
        <p:grpSpPr bwMode="auto">
          <a:xfrm>
            <a:off x="1714500" y="3214688"/>
            <a:ext cx="5857875" cy="501650"/>
            <a:chOff x="928662" y="3214686"/>
            <a:chExt cx="7429552" cy="500860"/>
          </a:xfrm>
        </p:grpSpPr>
        <p:cxnSp>
          <p:nvCxnSpPr>
            <p:cNvPr id="66569" name="直接连接符 8"/>
            <p:cNvCxnSpPr>
              <a:cxnSpLocks noChangeShapeType="1"/>
            </p:cNvCxnSpPr>
            <p:nvPr/>
          </p:nvCxnSpPr>
          <p:spPr bwMode="auto">
            <a:xfrm>
              <a:off x="928662" y="3214686"/>
              <a:ext cx="7429552" cy="0"/>
            </a:xfrm>
            <a:prstGeom prst="line">
              <a:avLst/>
            </a:prstGeom>
            <a:noFill/>
            <a:ln w="38100" algn="ctr">
              <a:solidFill>
                <a:srgbClr val="0000CC"/>
              </a:solidFill>
              <a:miter lim="800000"/>
              <a:headEnd/>
              <a:tailEnd/>
            </a:ln>
            <a:extLst>
              <a:ext uri="{909E8E84-426E-40DD-AFC4-6F175D3DCCD1}">
                <a14:hiddenFill xmlns:a14="http://schemas.microsoft.com/office/drawing/2010/main">
                  <a:noFill/>
                </a14:hiddenFill>
              </a:ext>
            </a:extLst>
          </p:spPr>
        </p:cxnSp>
        <p:cxnSp>
          <p:nvCxnSpPr>
            <p:cNvPr id="66570" name="直接箭头连接符 9"/>
            <p:cNvCxnSpPr>
              <a:cxnSpLocks noChangeShapeType="1"/>
            </p:cNvCxnSpPr>
            <p:nvPr/>
          </p:nvCxnSpPr>
          <p:spPr bwMode="auto">
            <a:xfrm rot="5400000">
              <a:off x="8107387" y="3464719"/>
              <a:ext cx="500860" cy="794"/>
            </a:xfrm>
            <a:prstGeom prst="straightConnector1">
              <a:avLst/>
            </a:prstGeom>
            <a:noFill/>
            <a:ln w="38100" algn="ctr">
              <a:solidFill>
                <a:srgbClr val="0000CC"/>
              </a:solidFill>
              <a:miter lim="800000"/>
              <a:headEnd/>
              <a:tailEnd type="arrow" w="med" len="med"/>
            </a:ln>
            <a:extLst>
              <a:ext uri="{909E8E84-426E-40DD-AFC4-6F175D3DCCD1}">
                <a14:hiddenFill xmlns:a14="http://schemas.microsoft.com/office/drawing/2010/main">
                  <a:noFill/>
                </a14:hiddenFill>
              </a:ext>
            </a:extLst>
          </p:spPr>
        </p:cxnSp>
        <p:cxnSp>
          <p:nvCxnSpPr>
            <p:cNvPr id="66571" name="直接箭头连接符 16"/>
            <p:cNvCxnSpPr>
              <a:cxnSpLocks noChangeShapeType="1"/>
            </p:cNvCxnSpPr>
            <p:nvPr/>
          </p:nvCxnSpPr>
          <p:spPr bwMode="auto">
            <a:xfrm rot="5400000">
              <a:off x="678629" y="3464719"/>
              <a:ext cx="500860" cy="794"/>
            </a:xfrm>
            <a:prstGeom prst="straightConnector1">
              <a:avLst/>
            </a:prstGeom>
            <a:noFill/>
            <a:ln w="38100" algn="ctr">
              <a:solidFill>
                <a:srgbClr val="0000CC"/>
              </a:solidFill>
              <a:miter lim="800000"/>
              <a:headEnd/>
              <a:tailEnd type="arrow" w="med" len="med"/>
            </a:ln>
            <a:extLst>
              <a:ext uri="{909E8E84-426E-40DD-AFC4-6F175D3DCCD1}">
                <a14:hiddenFill xmlns:a14="http://schemas.microsoft.com/office/drawing/2010/main">
                  <a:noFill/>
                </a14:hiddenFill>
              </a:ext>
            </a:extLst>
          </p:spPr>
        </p:cxnSp>
      </p:grpSp>
      <p:pic>
        <p:nvPicPr>
          <p:cNvPr id="66568" name="图片 10" descr="Untitled2.png">
            <a:hlinkClick r:id="rId4" action="ppaction://hlinksldjump"/>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8429625" y="6143625"/>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2108256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linds(horizontal)">
                                      <p:cBhvr>
                                        <p:cTn id="7" dur="500"/>
                                        <p:tgtEl>
                                          <p:spTgt spid="8"/>
                                        </p:tgtEl>
                                      </p:cBhvr>
                                    </p:animEffect>
                                  </p:childTnLst>
                                </p:cTn>
                              </p:par>
                            </p:childTnLst>
                          </p:cTn>
                        </p:par>
                        <p:par>
                          <p:cTn id="8" fill="hold" nodeType="afterGroup">
                            <p:stCondLst>
                              <p:cond delay="500"/>
                            </p:stCondLst>
                            <p:childTnLst>
                              <p:par>
                                <p:cTn id="9" presetID="3" presetClass="entr" presetSubtype="10"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blinds(horizontal)">
                                      <p:cBhvr>
                                        <p:cTn id="11" dur="500"/>
                                        <p:tgtEl>
                                          <p:spTgt spid="7"/>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12" presetClass="entr" presetSubtype="1" fill="hold" nodeType="click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slide(fromTop)">
                                      <p:cBhvr>
                                        <p:cTn id="16"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内容占位符 2"/>
          <p:cNvSpPr>
            <a:spLocks noGrp="1"/>
          </p:cNvSpPr>
          <p:nvPr>
            <p:ph idx="1"/>
          </p:nvPr>
        </p:nvSpPr>
        <p:spPr>
          <a:xfrm>
            <a:off x="482640" y="764704"/>
            <a:ext cx="8286750" cy="2143125"/>
          </a:xfrm>
        </p:spPr>
        <p:txBody>
          <a:bodyPr/>
          <a:lstStyle/>
          <a:p>
            <a:pPr marL="0" indent="0">
              <a:lnSpc>
                <a:spcPct val="150000"/>
              </a:lnSpc>
              <a:spcBef>
                <a:spcPts val="0"/>
              </a:spcBef>
              <a:buFont typeface="Wingdings" pitchFamily="2" charset="2"/>
              <a:buNone/>
            </a:pPr>
            <a:r>
              <a:rPr lang="zh-CN" altLang="zh-CN" sz="2800" dirty="0" smtClean="0">
                <a:latin typeface="黑体" pitchFamily="49" charset="-122"/>
                <a:ea typeface="黑体" pitchFamily="49" charset="-122"/>
              </a:rPr>
              <a:t>例</a:t>
            </a:r>
            <a:r>
              <a:rPr lang="en-US" altLang="zh-CN" sz="2800" dirty="0" smtClean="0">
                <a:latin typeface="黑体" pitchFamily="49" charset="-122"/>
                <a:ea typeface="黑体" pitchFamily="49" charset="-122"/>
              </a:rPr>
              <a:t>8.8 </a:t>
            </a:r>
            <a:r>
              <a:rPr lang="zh-CN" altLang="zh-CN" sz="2800" dirty="0" smtClean="0">
                <a:latin typeface="黑体" pitchFamily="49" charset="-122"/>
                <a:ea typeface="黑体" pitchFamily="49" charset="-122"/>
              </a:rPr>
              <a:t>将数组</a:t>
            </a:r>
            <a:r>
              <a:rPr lang="en-US" altLang="zh-CN" sz="2800" dirty="0" smtClean="0">
                <a:latin typeface="黑体" pitchFamily="49" charset="-122"/>
                <a:ea typeface="黑体" pitchFamily="49" charset="-122"/>
              </a:rPr>
              <a:t>a</a:t>
            </a:r>
            <a:r>
              <a:rPr lang="zh-CN" altLang="zh-CN" sz="2800" dirty="0" smtClean="0">
                <a:latin typeface="黑体" pitchFamily="49" charset="-122"/>
                <a:ea typeface="黑体" pitchFamily="49" charset="-122"/>
              </a:rPr>
              <a:t>中</a:t>
            </a:r>
            <a:r>
              <a:rPr lang="en-US" altLang="zh-CN" sz="2800" dirty="0" smtClean="0">
                <a:latin typeface="黑体" pitchFamily="49" charset="-122"/>
                <a:ea typeface="黑体" pitchFamily="49" charset="-122"/>
              </a:rPr>
              <a:t>n</a:t>
            </a:r>
            <a:r>
              <a:rPr lang="zh-CN" altLang="zh-CN" sz="2800" dirty="0" smtClean="0">
                <a:latin typeface="黑体" pitchFamily="49" charset="-122"/>
                <a:ea typeface="黑体" pitchFamily="49" charset="-122"/>
              </a:rPr>
              <a:t>个整数按相反顺序存放</a:t>
            </a:r>
            <a:endParaRPr lang="en-US" altLang="zh-CN" sz="2800" dirty="0" smtClean="0">
              <a:latin typeface="黑体" pitchFamily="49" charset="-122"/>
              <a:ea typeface="黑体" pitchFamily="49" charset="-122"/>
            </a:endParaRPr>
          </a:p>
          <a:p>
            <a:pPr marL="0" indent="0">
              <a:lnSpc>
                <a:spcPct val="150000"/>
              </a:lnSpc>
              <a:spcBef>
                <a:spcPts val="0"/>
              </a:spcBef>
            </a:pPr>
            <a:r>
              <a:rPr lang="zh-CN" altLang="zh-CN" sz="2800" dirty="0" smtClean="0">
                <a:latin typeface="黑体" pitchFamily="49" charset="-122"/>
                <a:ea typeface="黑体" pitchFamily="49" charset="-122"/>
              </a:rPr>
              <a:t>解题思路：将</a:t>
            </a:r>
            <a:r>
              <a:rPr lang="en-US" altLang="zh-CN" sz="2800" dirty="0" smtClean="0">
                <a:latin typeface="黑体" pitchFamily="49" charset="-122"/>
                <a:ea typeface="黑体" pitchFamily="49" charset="-122"/>
              </a:rPr>
              <a:t>a[0]</a:t>
            </a:r>
            <a:r>
              <a:rPr lang="zh-CN" altLang="zh-CN" sz="2800" dirty="0" smtClean="0">
                <a:latin typeface="黑体" pitchFamily="49" charset="-122"/>
                <a:ea typeface="黑体" pitchFamily="49" charset="-122"/>
              </a:rPr>
              <a:t>与</a:t>
            </a:r>
            <a:r>
              <a:rPr lang="en-US" altLang="zh-CN" sz="2800" dirty="0" smtClean="0">
                <a:latin typeface="黑体" pitchFamily="49" charset="-122"/>
                <a:ea typeface="黑体" pitchFamily="49" charset="-122"/>
              </a:rPr>
              <a:t>a[n-1]</a:t>
            </a:r>
            <a:r>
              <a:rPr lang="zh-CN" altLang="zh-CN" sz="2800" dirty="0" smtClean="0">
                <a:latin typeface="黑体" pitchFamily="49" charset="-122"/>
                <a:ea typeface="黑体" pitchFamily="49" charset="-122"/>
              </a:rPr>
              <a:t>对换，……将</a:t>
            </a:r>
            <a:r>
              <a:rPr lang="en-US" altLang="zh-CN" sz="2800" dirty="0" smtClean="0">
                <a:latin typeface="黑体" pitchFamily="49" charset="-122"/>
                <a:ea typeface="黑体" pitchFamily="49" charset="-122"/>
              </a:rPr>
              <a:t>a[4]</a:t>
            </a:r>
            <a:r>
              <a:rPr lang="zh-CN" altLang="zh-CN" sz="2800" dirty="0" smtClean="0">
                <a:latin typeface="黑体" pitchFamily="49" charset="-122"/>
                <a:ea typeface="黑体" pitchFamily="49" charset="-122"/>
              </a:rPr>
              <a:t>与</a:t>
            </a:r>
            <a:r>
              <a:rPr lang="en-US" altLang="zh-CN" sz="2800" dirty="0" smtClean="0">
                <a:latin typeface="黑体" pitchFamily="49" charset="-122"/>
                <a:ea typeface="黑体" pitchFamily="49" charset="-122"/>
              </a:rPr>
              <a:t>a[5]</a:t>
            </a:r>
            <a:r>
              <a:rPr lang="zh-CN" altLang="zh-CN" sz="2800" dirty="0" smtClean="0">
                <a:latin typeface="黑体" pitchFamily="49" charset="-122"/>
                <a:ea typeface="黑体" pitchFamily="49" charset="-122"/>
              </a:rPr>
              <a:t>对换。</a:t>
            </a:r>
            <a:endParaRPr lang="zh-CN" altLang="en-US" sz="2800" dirty="0" smtClean="0">
              <a:latin typeface="黑体" pitchFamily="49" charset="-122"/>
              <a:ea typeface="黑体" pitchFamily="49" charset="-122"/>
            </a:endParaRPr>
          </a:p>
        </p:txBody>
      </p:sp>
      <p:pic>
        <p:nvPicPr>
          <p:cNvPr id="6758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0063" y="5387975"/>
            <a:ext cx="8294687" cy="827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758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2125" y="3676650"/>
            <a:ext cx="8294688" cy="790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6"/>
          <p:cNvSpPr txBox="1">
            <a:spLocks noChangeArrowheads="1"/>
          </p:cNvSpPr>
          <p:nvPr/>
        </p:nvSpPr>
        <p:spPr bwMode="auto">
          <a:xfrm>
            <a:off x="6572250" y="4500563"/>
            <a:ext cx="4286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000">
                <a:solidFill>
                  <a:schemeClr val="tx1"/>
                </a:solidFill>
                <a:latin typeface="Arial" charset="0"/>
                <a:ea typeface="宋体" pitchFamily="2" charset="-122"/>
              </a:defRPr>
            </a:lvl1pPr>
            <a:lvl2pPr marL="742950" indent="-285750" eaLnBrk="0" hangingPunct="0">
              <a:defRPr kumimoji="1" sz="4000">
                <a:solidFill>
                  <a:schemeClr val="tx1"/>
                </a:solidFill>
                <a:latin typeface="Arial" charset="0"/>
                <a:ea typeface="宋体" pitchFamily="2" charset="-122"/>
              </a:defRPr>
            </a:lvl2pPr>
            <a:lvl3pPr marL="1143000" indent="-228600" eaLnBrk="0" hangingPunct="0">
              <a:defRPr kumimoji="1" sz="4000">
                <a:solidFill>
                  <a:schemeClr val="tx1"/>
                </a:solidFill>
                <a:latin typeface="Arial" charset="0"/>
                <a:ea typeface="宋体" pitchFamily="2" charset="-122"/>
              </a:defRPr>
            </a:lvl3pPr>
            <a:lvl4pPr marL="1600200" indent="-228600" eaLnBrk="0" hangingPunct="0">
              <a:defRPr kumimoji="1" sz="4000">
                <a:solidFill>
                  <a:schemeClr val="tx1"/>
                </a:solidFill>
                <a:latin typeface="Arial" charset="0"/>
                <a:ea typeface="宋体" pitchFamily="2" charset="-122"/>
              </a:defRPr>
            </a:lvl4pPr>
            <a:lvl5pPr marL="2057400" indent="-228600" eaLnBrk="0" hangingPunct="0">
              <a:defRPr kumimoji="1" sz="4000">
                <a:solidFill>
                  <a:schemeClr val="tx1"/>
                </a:solidFill>
                <a:latin typeface="Arial" charset="0"/>
                <a:ea typeface="宋体" pitchFamily="2" charset="-122"/>
              </a:defRPr>
            </a:lvl5pPr>
            <a:lvl6pPr marL="2514600" indent="-228600" eaLnBrk="0" fontAlgn="base" hangingPunct="0">
              <a:spcBef>
                <a:spcPct val="0"/>
              </a:spcBef>
              <a:spcAft>
                <a:spcPct val="0"/>
              </a:spcAft>
              <a:defRPr kumimoji="1" sz="4000">
                <a:solidFill>
                  <a:schemeClr val="tx1"/>
                </a:solidFill>
                <a:latin typeface="Arial" charset="0"/>
                <a:ea typeface="宋体" pitchFamily="2" charset="-122"/>
              </a:defRPr>
            </a:lvl6pPr>
            <a:lvl7pPr marL="2971800" indent="-228600" eaLnBrk="0" fontAlgn="base" hangingPunct="0">
              <a:spcBef>
                <a:spcPct val="0"/>
              </a:spcBef>
              <a:spcAft>
                <a:spcPct val="0"/>
              </a:spcAft>
              <a:defRPr kumimoji="1" sz="4000">
                <a:solidFill>
                  <a:schemeClr val="tx1"/>
                </a:solidFill>
                <a:latin typeface="Arial" charset="0"/>
                <a:ea typeface="宋体" pitchFamily="2" charset="-122"/>
              </a:defRPr>
            </a:lvl7pPr>
            <a:lvl8pPr marL="3429000" indent="-228600" eaLnBrk="0" fontAlgn="base" hangingPunct="0">
              <a:spcBef>
                <a:spcPct val="0"/>
              </a:spcBef>
              <a:spcAft>
                <a:spcPct val="0"/>
              </a:spcAft>
              <a:defRPr kumimoji="1" sz="4000">
                <a:solidFill>
                  <a:schemeClr val="tx1"/>
                </a:solidFill>
                <a:latin typeface="Arial" charset="0"/>
                <a:ea typeface="宋体" pitchFamily="2" charset="-122"/>
              </a:defRPr>
            </a:lvl8pPr>
            <a:lvl9pPr marL="3886200" indent="-228600" eaLnBrk="0" fontAlgn="base" hangingPunct="0">
              <a:spcBef>
                <a:spcPct val="0"/>
              </a:spcBef>
              <a:spcAft>
                <a:spcPct val="0"/>
              </a:spcAft>
              <a:defRPr kumimoji="1" sz="4000">
                <a:solidFill>
                  <a:schemeClr val="tx1"/>
                </a:solidFill>
                <a:latin typeface="Arial" charset="0"/>
                <a:ea typeface="宋体" pitchFamily="2" charset="-122"/>
              </a:defRPr>
            </a:lvl9pPr>
          </a:lstStyle>
          <a:p>
            <a:pPr eaLnBrk="1" hangingPunct="1"/>
            <a:r>
              <a:rPr lang="en-US" altLang="zh-CN" sz="3200" b="1">
                <a:solidFill>
                  <a:srgbClr val="FF0000"/>
                </a:solidFill>
              </a:rPr>
              <a:t>j</a:t>
            </a:r>
            <a:endParaRPr lang="zh-CN" altLang="en-US" sz="3200" b="1">
              <a:solidFill>
                <a:srgbClr val="FF0000"/>
              </a:solidFill>
            </a:endParaRPr>
          </a:p>
        </p:txBody>
      </p:sp>
      <p:sp>
        <p:nvSpPr>
          <p:cNvPr id="8" name="TextBox 7"/>
          <p:cNvSpPr txBox="1">
            <a:spLocks noChangeArrowheads="1"/>
          </p:cNvSpPr>
          <p:nvPr/>
        </p:nvSpPr>
        <p:spPr bwMode="auto">
          <a:xfrm>
            <a:off x="2428875" y="4500563"/>
            <a:ext cx="4286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000">
                <a:solidFill>
                  <a:schemeClr val="tx1"/>
                </a:solidFill>
                <a:latin typeface="Arial" charset="0"/>
                <a:ea typeface="宋体" pitchFamily="2" charset="-122"/>
              </a:defRPr>
            </a:lvl1pPr>
            <a:lvl2pPr marL="742950" indent="-285750" eaLnBrk="0" hangingPunct="0">
              <a:defRPr kumimoji="1" sz="4000">
                <a:solidFill>
                  <a:schemeClr val="tx1"/>
                </a:solidFill>
                <a:latin typeface="Arial" charset="0"/>
                <a:ea typeface="宋体" pitchFamily="2" charset="-122"/>
              </a:defRPr>
            </a:lvl2pPr>
            <a:lvl3pPr marL="1143000" indent="-228600" eaLnBrk="0" hangingPunct="0">
              <a:defRPr kumimoji="1" sz="4000">
                <a:solidFill>
                  <a:schemeClr val="tx1"/>
                </a:solidFill>
                <a:latin typeface="Arial" charset="0"/>
                <a:ea typeface="宋体" pitchFamily="2" charset="-122"/>
              </a:defRPr>
            </a:lvl3pPr>
            <a:lvl4pPr marL="1600200" indent="-228600" eaLnBrk="0" hangingPunct="0">
              <a:defRPr kumimoji="1" sz="4000">
                <a:solidFill>
                  <a:schemeClr val="tx1"/>
                </a:solidFill>
                <a:latin typeface="Arial" charset="0"/>
                <a:ea typeface="宋体" pitchFamily="2" charset="-122"/>
              </a:defRPr>
            </a:lvl4pPr>
            <a:lvl5pPr marL="2057400" indent="-228600" eaLnBrk="0" hangingPunct="0">
              <a:defRPr kumimoji="1" sz="4000">
                <a:solidFill>
                  <a:schemeClr val="tx1"/>
                </a:solidFill>
                <a:latin typeface="Arial" charset="0"/>
                <a:ea typeface="宋体" pitchFamily="2" charset="-122"/>
              </a:defRPr>
            </a:lvl5pPr>
            <a:lvl6pPr marL="2514600" indent="-228600" eaLnBrk="0" fontAlgn="base" hangingPunct="0">
              <a:spcBef>
                <a:spcPct val="0"/>
              </a:spcBef>
              <a:spcAft>
                <a:spcPct val="0"/>
              </a:spcAft>
              <a:defRPr kumimoji="1" sz="4000">
                <a:solidFill>
                  <a:schemeClr val="tx1"/>
                </a:solidFill>
                <a:latin typeface="Arial" charset="0"/>
                <a:ea typeface="宋体" pitchFamily="2" charset="-122"/>
              </a:defRPr>
            </a:lvl6pPr>
            <a:lvl7pPr marL="2971800" indent="-228600" eaLnBrk="0" fontAlgn="base" hangingPunct="0">
              <a:spcBef>
                <a:spcPct val="0"/>
              </a:spcBef>
              <a:spcAft>
                <a:spcPct val="0"/>
              </a:spcAft>
              <a:defRPr kumimoji="1" sz="4000">
                <a:solidFill>
                  <a:schemeClr val="tx1"/>
                </a:solidFill>
                <a:latin typeface="Arial" charset="0"/>
                <a:ea typeface="宋体" pitchFamily="2" charset="-122"/>
              </a:defRPr>
            </a:lvl7pPr>
            <a:lvl8pPr marL="3429000" indent="-228600" eaLnBrk="0" fontAlgn="base" hangingPunct="0">
              <a:spcBef>
                <a:spcPct val="0"/>
              </a:spcBef>
              <a:spcAft>
                <a:spcPct val="0"/>
              </a:spcAft>
              <a:defRPr kumimoji="1" sz="4000">
                <a:solidFill>
                  <a:schemeClr val="tx1"/>
                </a:solidFill>
                <a:latin typeface="Arial" charset="0"/>
                <a:ea typeface="宋体" pitchFamily="2" charset="-122"/>
              </a:defRPr>
            </a:lvl8pPr>
            <a:lvl9pPr marL="3886200" indent="-228600" eaLnBrk="0" fontAlgn="base" hangingPunct="0">
              <a:spcBef>
                <a:spcPct val="0"/>
              </a:spcBef>
              <a:spcAft>
                <a:spcPct val="0"/>
              </a:spcAft>
              <a:defRPr kumimoji="1" sz="4000">
                <a:solidFill>
                  <a:schemeClr val="tx1"/>
                </a:solidFill>
                <a:latin typeface="Arial" charset="0"/>
                <a:ea typeface="宋体" pitchFamily="2" charset="-122"/>
              </a:defRPr>
            </a:lvl9pPr>
          </a:lstStyle>
          <a:p>
            <a:pPr eaLnBrk="1" hangingPunct="1"/>
            <a:r>
              <a:rPr lang="en-US" altLang="zh-CN" sz="3200" b="1">
                <a:solidFill>
                  <a:srgbClr val="FF0000"/>
                </a:solidFill>
              </a:rPr>
              <a:t>i</a:t>
            </a:r>
            <a:endParaRPr lang="zh-CN" altLang="en-US" sz="3200" b="1">
              <a:solidFill>
                <a:srgbClr val="FF0000"/>
              </a:solidFill>
            </a:endParaRPr>
          </a:p>
        </p:txBody>
      </p:sp>
      <p:grpSp>
        <p:nvGrpSpPr>
          <p:cNvPr id="2" name="组合 18"/>
          <p:cNvGrpSpPr>
            <a:grpSpLocks/>
          </p:cNvGrpSpPr>
          <p:nvPr/>
        </p:nvGrpSpPr>
        <p:grpSpPr bwMode="auto">
          <a:xfrm>
            <a:off x="2571750" y="3214688"/>
            <a:ext cx="4143375" cy="501650"/>
            <a:chOff x="928662" y="3214686"/>
            <a:chExt cx="7429552" cy="500860"/>
          </a:xfrm>
        </p:grpSpPr>
        <p:cxnSp>
          <p:nvCxnSpPr>
            <p:cNvPr id="67593" name="直接连接符 8"/>
            <p:cNvCxnSpPr>
              <a:cxnSpLocks noChangeShapeType="1"/>
            </p:cNvCxnSpPr>
            <p:nvPr/>
          </p:nvCxnSpPr>
          <p:spPr bwMode="auto">
            <a:xfrm>
              <a:off x="928662" y="3214686"/>
              <a:ext cx="7429552" cy="0"/>
            </a:xfrm>
            <a:prstGeom prst="line">
              <a:avLst/>
            </a:prstGeom>
            <a:noFill/>
            <a:ln w="38100" algn="ctr">
              <a:solidFill>
                <a:srgbClr val="0000CC"/>
              </a:solidFill>
              <a:miter lim="800000"/>
              <a:headEnd/>
              <a:tailEnd/>
            </a:ln>
            <a:extLst>
              <a:ext uri="{909E8E84-426E-40DD-AFC4-6F175D3DCCD1}">
                <a14:hiddenFill xmlns:a14="http://schemas.microsoft.com/office/drawing/2010/main">
                  <a:noFill/>
                </a14:hiddenFill>
              </a:ext>
            </a:extLst>
          </p:spPr>
        </p:cxnSp>
        <p:cxnSp>
          <p:nvCxnSpPr>
            <p:cNvPr id="67594" name="直接箭头连接符 9"/>
            <p:cNvCxnSpPr>
              <a:cxnSpLocks noChangeShapeType="1"/>
            </p:cNvCxnSpPr>
            <p:nvPr/>
          </p:nvCxnSpPr>
          <p:spPr bwMode="auto">
            <a:xfrm rot="5400000">
              <a:off x="8107387" y="3464719"/>
              <a:ext cx="500860" cy="794"/>
            </a:xfrm>
            <a:prstGeom prst="straightConnector1">
              <a:avLst/>
            </a:prstGeom>
            <a:noFill/>
            <a:ln w="38100" algn="ctr">
              <a:solidFill>
                <a:srgbClr val="0000CC"/>
              </a:solidFill>
              <a:miter lim="800000"/>
              <a:headEnd/>
              <a:tailEnd type="arrow" w="med" len="med"/>
            </a:ln>
            <a:extLst>
              <a:ext uri="{909E8E84-426E-40DD-AFC4-6F175D3DCCD1}">
                <a14:hiddenFill xmlns:a14="http://schemas.microsoft.com/office/drawing/2010/main">
                  <a:noFill/>
                </a14:hiddenFill>
              </a:ext>
            </a:extLst>
          </p:spPr>
        </p:cxnSp>
        <p:cxnSp>
          <p:nvCxnSpPr>
            <p:cNvPr id="67595" name="直接箭头连接符 16"/>
            <p:cNvCxnSpPr>
              <a:cxnSpLocks noChangeShapeType="1"/>
            </p:cNvCxnSpPr>
            <p:nvPr/>
          </p:nvCxnSpPr>
          <p:spPr bwMode="auto">
            <a:xfrm rot="5400000">
              <a:off x="678629" y="3464719"/>
              <a:ext cx="500860" cy="794"/>
            </a:xfrm>
            <a:prstGeom prst="straightConnector1">
              <a:avLst/>
            </a:prstGeom>
            <a:noFill/>
            <a:ln w="38100" algn="ctr">
              <a:solidFill>
                <a:srgbClr val="0000CC"/>
              </a:solidFill>
              <a:miter lim="800000"/>
              <a:headEnd/>
              <a:tailEnd type="arrow" w="med" len="med"/>
            </a:ln>
            <a:extLst>
              <a:ext uri="{909E8E84-426E-40DD-AFC4-6F175D3DCCD1}">
                <a14:hiddenFill xmlns:a14="http://schemas.microsoft.com/office/drawing/2010/main">
                  <a:noFill/>
                </a14:hiddenFill>
              </a:ext>
            </a:extLst>
          </p:spPr>
        </p:cxnSp>
      </p:grpSp>
      <p:pic>
        <p:nvPicPr>
          <p:cNvPr id="67592" name="图片 10" descr="Untitled2.png">
            <a:hlinkClick r:id="rId4" action="ppaction://hlinksldjump"/>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8429625" y="6143625"/>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5344366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linds(horizontal)">
                                      <p:cBhvr>
                                        <p:cTn id="7" dur="500"/>
                                        <p:tgtEl>
                                          <p:spTgt spid="8"/>
                                        </p:tgtEl>
                                      </p:cBhvr>
                                    </p:animEffect>
                                  </p:childTnLst>
                                </p:cTn>
                              </p:par>
                            </p:childTnLst>
                          </p:cTn>
                        </p:par>
                        <p:par>
                          <p:cTn id="8" fill="hold" nodeType="afterGroup">
                            <p:stCondLst>
                              <p:cond delay="500"/>
                            </p:stCondLst>
                            <p:childTnLst>
                              <p:par>
                                <p:cTn id="9" presetID="3" presetClass="entr" presetSubtype="10"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blinds(horizontal)">
                                      <p:cBhvr>
                                        <p:cTn id="11" dur="500"/>
                                        <p:tgtEl>
                                          <p:spTgt spid="7"/>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12" presetClass="entr" presetSubtype="1" fill="hold" nodeType="click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slide(fromTop)">
                                      <p:cBhvr>
                                        <p:cTn id="16"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861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0063" y="5387975"/>
            <a:ext cx="8294687" cy="827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861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2125" y="3676650"/>
            <a:ext cx="8294688" cy="790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6"/>
          <p:cNvSpPr txBox="1">
            <a:spLocks noChangeArrowheads="1"/>
          </p:cNvSpPr>
          <p:nvPr/>
        </p:nvSpPr>
        <p:spPr bwMode="auto">
          <a:xfrm>
            <a:off x="5786438" y="4500563"/>
            <a:ext cx="4286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000">
                <a:solidFill>
                  <a:schemeClr val="tx1"/>
                </a:solidFill>
                <a:latin typeface="Arial" charset="0"/>
                <a:ea typeface="宋体" pitchFamily="2" charset="-122"/>
              </a:defRPr>
            </a:lvl1pPr>
            <a:lvl2pPr marL="742950" indent="-285750" eaLnBrk="0" hangingPunct="0">
              <a:defRPr kumimoji="1" sz="4000">
                <a:solidFill>
                  <a:schemeClr val="tx1"/>
                </a:solidFill>
                <a:latin typeface="Arial" charset="0"/>
                <a:ea typeface="宋体" pitchFamily="2" charset="-122"/>
              </a:defRPr>
            </a:lvl2pPr>
            <a:lvl3pPr marL="1143000" indent="-228600" eaLnBrk="0" hangingPunct="0">
              <a:defRPr kumimoji="1" sz="4000">
                <a:solidFill>
                  <a:schemeClr val="tx1"/>
                </a:solidFill>
                <a:latin typeface="Arial" charset="0"/>
                <a:ea typeface="宋体" pitchFamily="2" charset="-122"/>
              </a:defRPr>
            </a:lvl3pPr>
            <a:lvl4pPr marL="1600200" indent="-228600" eaLnBrk="0" hangingPunct="0">
              <a:defRPr kumimoji="1" sz="4000">
                <a:solidFill>
                  <a:schemeClr val="tx1"/>
                </a:solidFill>
                <a:latin typeface="Arial" charset="0"/>
                <a:ea typeface="宋体" pitchFamily="2" charset="-122"/>
              </a:defRPr>
            </a:lvl4pPr>
            <a:lvl5pPr marL="2057400" indent="-228600" eaLnBrk="0" hangingPunct="0">
              <a:defRPr kumimoji="1" sz="4000">
                <a:solidFill>
                  <a:schemeClr val="tx1"/>
                </a:solidFill>
                <a:latin typeface="Arial" charset="0"/>
                <a:ea typeface="宋体" pitchFamily="2" charset="-122"/>
              </a:defRPr>
            </a:lvl5pPr>
            <a:lvl6pPr marL="2514600" indent="-228600" eaLnBrk="0" fontAlgn="base" hangingPunct="0">
              <a:spcBef>
                <a:spcPct val="0"/>
              </a:spcBef>
              <a:spcAft>
                <a:spcPct val="0"/>
              </a:spcAft>
              <a:defRPr kumimoji="1" sz="4000">
                <a:solidFill>
                  <a:schemeClr val="tx1"/>
                </a:solidFill>
                <a:latin typeface="Arial" charset="0"/>
                <a:ea typeface="宋体" pitchFamily="2" charset="-122"/>
              </a:defRPr>
            </a:lvl6pPr>
            <a:lvl7pPr marL="2971800" indent="-228600" eaLnBrk="0" fontAlgn="base" hangingPunct="0">
              <a:spcBef>
                <a:spcPct val="0"/>
              </a:spcBef>
              <a:spcAft>
                <a:spcPct val="0"/>
              </a:spcAft>
              <a:defRPr kumimoji="1" sz="4000">
                <a:solidFill>
                  <a:schemeClr val="tx1"/>
                </a:solidFill>
                <a:latin typeface="Arial" charset="0"/>
                <a:ea typeface="宋体" pitchFamily="2" charset="-122"/>
              </a:defRPr>
            </a:lvl7pPr>
            <a:lvl8pPr marL="3429000" indent="-228600" eaLnBrk="0" fontAlgn="base" hangingPunct="0">
              <a:spcBef>
                <a:spcPct val="0"/>
              </a:spcBef>
              <a:spcAft>
                <a:spcPct val="0"/>
              </a:spcAft>
              <a:defRPr kumimoji="1" sz="4000">
                <a:solidFill>
                  <a:schemeClr val="tx1"/>
                </a:solidFill>
                <a:latin typeface="Arial" charset="0"/>
                <a:ea typeface="宋体" pitchFamily="2" charset="-122"/>
              </a:defRPr>
            </a:lvl8pPr>
            <a:lvl9pPr marL="3886200" indent="-228600" eaLnBrk="0" fontAlgn="base" hangingPunct="0">
              <a:spcBef>
                <a:spcPct val="0"/>
              </a:spcBef>
              <a:spcAft>
                <a:spcPct val="0"/>
              </a:spcAft>
              <a:defRPr kumimoji="1" sz="4000">
                <a:solidFill>
                  <a:schemeClr val="tx1"/>
                </a:solidFill>
                <a:latin typeface="Arial" charset="0"/>
                <a:ea typeface="宋体" pitchFamily="2" charset="-122"/>
              </a:defRPr>
            </a:lvl9pPr>
          </a:lstStyle>
          <a:p>
            <a:pPr eaLnBrk="1" hangingPunct="1"/>
            <a:r>
              <a:rPr lang="en-US" altLang="zh-CN" sz="3200" b="1">
                <a:solidFill>
                  <a:srgbClr val="FF0000"/>
                </a:solidFill>
              </a:rPr>
              <a:t>j</a:t>
            </a:r>
            <a:endParaRPr lang="zh-CN" altLang="en-US" sz="3200" b="1">
              <a:solidFill>
                <a:srgbClr val="FF0000"/>
              </a:solidFill>
            </a:endParaRPr>
          </a:p>
        </p:txBody>
      </p:sp>
      <p:sp>
        <p:nvSpPr>
          <p:cNvPr id="8" name="TextBox 7"/>
          <p:cNvSpPr txBox="1">
            <a:spLocks noChangeArrowheads="1"/>
          </p:cNvSpPr>
          <p:nvPr/>
        </p:nvSpPr>
        <p:spPr bwMode="auto">
          <a:xfrm>
            <a:off x="3286125" y="4500563"/>
            <a:ext cx="4286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000">
                <a:solidFill>
                  <a:schemeClr val="tx1"/>
                </a:solidFill>
                <a:latin typeface="Arial" charset="0"/>
                <a:ea typeface="宋体" pitchFamily="2" charset="-122"/>
              </a:defRPr>
            </a:lvl1pPr>
            <a:lvl2pPr marL="742950" indent="-285750" eaLnBrk="0" hangingPunct="0">
              <a:defRPr kumimoji="1" sz="4000">
                <a:solidFill>
                  <a:schemeClr val="tx1"/>
                </a:solidFill>
                <a:latin typeface="Arial" charset="0"/>
                <a:ea typeface="宋体" pitchFamily="2" charset="-122"/>
              </a:defRPr>
            </a:lvl2pPr>
            <a:lvl3pPr marL="1143000" indent="-228600" eaLnBrk="0" hangingPunct="0">
              <a:defRPr kumimoji="1" sz="4000">
                <a:solidFill>
                  <a:schemeClr val="tx1"/>
                </a:solidFill>
                <a:latin typeface="Arial" charset="0"/>
                <a:ea typeface="宋体" pitchFamily="2" charset="-122"/>
              </a:defRPr>
            </a:lvl3pPr>
            <a:lvl4pPr marL="1600200" indent="-228600" eaLnBrk="0" hangingPunct="0">
              <a:defRPr kumimoji="1" sz="4000">
                <a:solidFill>
                  <a:schemeClr val="tx1"/>
                </a:solidFill>
                <a:latin typeface="Arial" charset="0"/>
                <a:ea typeface="宋体" pitchFamily="2" charset="-122"/>
              </a:defRPr>
            </a:lvl4pPr>
            <a:lvl5pPr marL="2057400" indent="-228600" eaLnBrk="0" hangingPunct="0">
              <a:defRPr kumimoji="1" sz="4000">
                <a:solidFill>
                  <a:schemeClr val="tx1"/>
                </a:solidFill>
                <a:latin typeface="Arial" charset="0"/>
                <a:ea typeface="宋体" pitchFamily="2" charset="-122"/>
              </a:defRPr>
            </a:lvl5pPr>
            <a:lvl6pPr marL="2514600" indent="-228600" eaLnBrk="0" fontAlgn="base" hangingPunct="0">
              <a:spcBef>
                <a:spcPct val="0"/>
              </a:spcBef>
              <a:spcAft>
                <a:spcPct val="0"/>
              </a:spcAft>
              <a:defRPr kumimoji="1" sz="4000">
                <a:solidFill>
                  <a:schemeClr val="tx1"/>
                </a:solidFill>
                <a:latin typeface="Arial" charset="0"/>
                <a:ea typeface="宋体" pitchFamily="2" charset="-122"/>
              </a:defRPr>
            </a:lvl6pPr>
            <a:lvl7pPr marL="2971800" indent="-228600" eaLnBrk="0" fontAlgn="base" hangingPunct="0">
              <a:spcBef>
                <a:spcPct val="0"/>
              </a:spcBef>
              <a:spcAft>
                <a:spcPct val="0"/>
              </a:spcAft>
              <a:defRPr kumimoji="1" sz="4000">
                <a:solidFill>
                  <a:schemeClr val="tx1"/>
                </a:solidFill>
                <a:latin typeface="Arial" charset="0"/>
                <a:ea typeface="宋体" pitchFamily="2" charset="-122"/>
              </a:defRPr>
            </a:lvl7pPr>
            <a:lvl8pPr marL="3429000" indent="-228600" eaLnBrk="0" fontAlgn="base" hangingPunct="0">
              <a:spcBef>
                <a:spcPct val="0"/>
              </a:spcBef>
              <a:spcAft>
                <a:spcPct val="0"/>
              </a:spcAft>
              <a:defRPr kumimoji="1" sz="4000">
                <a:solidFill>
                  <a:schemeClr val="tx1"/>
                </a:solidFill>
                <a:latin typeface="Arial" charset="0"/>
                <a:ea typeface="宋体" pitchFamily="2" charset="-122"/>
              </a:defRPr>
            </a:lvl8pPr>
            <a:lvl9pPr marL="3886200" indent="-228600" eaLnBrk="0" fontAlgn="base" hangingPunct="0">
              <a:spcBef>
                <a:spcPct val="0"/>
              </a:spcBef>
              <a:spcAft>
                <a:spcPct val="0"/>
              </a:spcAft>
              <a:defRPr kumimoji="1" sz="4000">
                <a:solidFill>
                  <a:schemeClr val="tx1"/>
                </a:solidFill>
                <a:latin typeface="Arial" charset="0"/>
                <a:ea typeface="宋体" pitchFamily="2" charset="-122"/>
              </a:defRPr>
            </a:lvl9pPr>
          </a:lstStyle>
          <a:p>
            <a:pPr eaLnBrk="1" hangingPunct="1"/>
            <a:r>
              <a:rPr lang="en-US" altLang="zh-CN" sz="3200" b="1">
                <a:solidFill>
                  <a:srgbClr val="FF0000"/>
                </a:solidFill>
              </a:rPr>
              <a:t>i</a:t>
            </a:r>
            <a:endParaRPr lang="zh-CN" altLang="en-US" sz="3200" b="1">
              <a:solidFill>
                <a:srgbClr val="FF0000"/>
              </a:solidFill>
            </a:endParaRPr>
          </a:p>
        </p:txBody>
      </p:sp>
      <p:grpSp>
        <p:nvGrpSpPr>
          <p:cNvPr id="2" name="组合 18"/>
          <p:cNvGrpSpPr>
            <a:grpSpLocks/>
          </p:cNvGrpSpPr>
          <p:nvPr/>
        </p:nvGrpSpPr>
        <p:grpSpPr bwMode="auto">
          <a:xfrm>
            <a:off x="3357563" y="3214688"/>
            <a:ext cx="2571750" cy="501650"/>
            <a:chOff x="928662" y="3214686"/>
            <a:chExt cx="7429552" cy="500860"/>
          </a:xfrm>
        </p:grpSpPr>
        <p:cxnSp>
          <p:nvCxnSpPr>
            <p:cNvPr id="68617" name="直接连接符 8"/>
            <p:cNvCxnSpPr>
              <a:cxnSpLocks noChangeShapeType="1"/>
            </p:cNvCxnSpPr>
            <p:nvPr/>
          </p:nvCxnSpPr>
          <p:spPr bwMode="auto">
            <a:xfrm>
              <a:off x="928662" y="3214686"/>
              <a:ext cx="7429552" cy="0"/>
            </a:xfrm>
            <a:prstGeom prst="line">
              <a:avLst/>
            </a:prstGeom>
            <a:noFill/>
            <a:ln w="38100" algn="ctr">
              <a:solidFill>
                <a:srgbClr val="0000CC"/>
              </a:solidFill>
              <a:miter lim="800000"/>
              <a:headEnd/>
              <a:tailEnd/>
            </a:ln>
            <a:extLst>
              <a:ext uri="{909E8E84-426E-40DD-AFC4-6F175D3DCCD1}">
                <a14:hiddenFill xmlns:a14="http://schemas.microsoft.com/office/drawing/2010/main">
                  <a:noFill/>
                </a14:hiddenFill>
              </a:ext>
            </a:extLst>
          </p:spPr>
        </p:cxnSp>
        <p:cxnSp>
          <p:nvCxnSpPr>
            <p:cNvPr id="68618" name="直接箭头连接符 9"/>
            <p:cNvCxnSpPr>
              <a:cxnSpLocks noChangeShapeType="1"/>
            </p:cNvCxnSpPr>
            <p:nvPr/>
          </p:nvCxnSpPr>
          <p:spPr bwMode="auto">
            <a:xfrm rot="5400000">
              <a:off x="8107387" y="3464719"/>
              <a:ext cx="500860" cy="794"/>
            </a:xfrm>
            <a:prstGeom prst="straightConnector1">
              <a:avLst/>
            </a:prstGeom>
            <a:noFill/>
            <a:ln w="38100" algn="ctr">
              <a:solidFill>
                <a:srgbClr val="0000CC"/>
              </a:solidFill>
              <a:miter lim="800000"/>
              <a:headEnd/>
              <a:tailEnd type="arrow" w="med" len="med"/>
            </a:ln>
            <a:extLst>
              <a:ext uri="{909E8E84-426E-40DD-AFC4-6F175D3DCCD1}">
                <a14:hiddenFill xmlns:a14="http://schemas.microsoft.com/office/drawing/2010/main">
                  <a:noFill/>
                </a14:hiddenFill>
              </a:ext>
            </a:extLst>
          </p:spPr>
        </p:cxnSp>
        <p:cxnSp>
          <p:nvCxnSpPr>
            <p:cNvPr id="68619" name="直接箭头连接符 16"/>
            <p:cNvCxnSpPr>
              <a:cxnSpLocks noChangeShapeType="1"/>
            </p:cNvCxnSpPr>
            <p:nvPr/>
          </p:nvCxnSpPr>
          <p:spPr bwMode="auto">
            <a:xfrm rot="5400000">
              <a:off x="678629" y="3464719"/>
              <a:ext cx="500860" cy="794"/>
            </a:xfrm>
            <a:prstGeom prst="straightConnector1">
              <a:avLst/>
            </a:prstGeom>
            <a:noFill/>
            <a:ln w="38100" algn="ctr">
              <a:solidFill>
                <a:srgbClr val="0000CC"/>
              </a:solidFill>
              <a:miter lim="800000"/>
              <a:headEnd/>
              <a:tailEnd type="arrow" w="med" len="med"/>
            </a:ln>
            <a:extLst>
              <a:ext uri="{909E8E84-426E-40DD-AFC4-6F175D3DCCD1}">
                <a14:hiddenFill xmlns:a14="http://schemas.microsoft.com/office/drawing/2010/main">
                  <a:noFill/>
                </a14:hiddenFill>
              </a:ext>
            </a:extLst>
          </p:spPr>
        </p:cxnSp>
      </p:grpSp>
      <p:pic>
        <p:nvPicPr>
          <p:cNvPr id="68616" name="图片 10" descr="Untitled2.png">
            <a:hlinkClick r:id="rId4" action="ppaction://hlinksldjump"/>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8429625" y="6143625"/>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内容占位符 2"/>
          <p:cNvSpPr>
            <a:spLocks noGrp="1"/>
          </p:cNvSpPr>
          <p:nvPr>
            <p:ph idx="1"/>
          </p:nvPr>
        </p:nvSpPr>
        <p:spPr>
          <a:xfrm>
            <a:off x="377825" y="692696"/>
            <a:ext cx="8286750" cy="2143125"/>
          </a:xfrm>
        </p:spPr>
        <p:txBody>
          <a:bodyPr/>
          <a:lstStyle/>
          <a:p>
            <a:pPr marL="0" indent="0">
              <a:lnSpc>
                <a:spcPct val="150000"/>
              </a:lnSpc>
              <a:spcBef>
                <a:spcPts val="0"/>
              </a:spcBef>
              <a:buFont typeface="Wingdings" pitchFamily="2" charset="2"/>
              <a:buNone/>
            </a:pPr>
            <a:r>
              <a:rPr lang="zh-CN" altLang="zh-CN" sz="2800" dirty="0" smtClean="0">
                <a:latin typeface="黑体" pitchFamily="49" charset="-122"/>
                <a:ea typeface="黑体" pitchFamily="49" charset="-122"/>
              </a:rPr>
              <a:t>例</a:t>
            </a:r>
            <a:r>
              <a:rPr lang="en-US" altLang="zh-CN" sz="2800" dirty="0" smtClean="0">
                <a:latin typeface="黑体" pitchFamily="49" charset="-122"/>
                <a:ea typeface="黑体" pitchFamily="49" charset="-122"/>
              </a:rPr>
              <a:t>8.8 </a:t>
            </a:r>
            <a:r>
              <a:rPr lang="zh-CN" altLang="zh-CN" sz="2800" dirty="0" smtClean="0">
                <a:latin typeface="黑体" pitchFamily="49" charset="-122"/>
                <a:ea typeface="黑体" pitchFamily="49" charset="-122"/>
              </a:rPr>
              <a:t>将数组</a:t>
            </a:r>
            <a:r>
              <a:rPr lang="en-US" altLang="zh-CN" sz="2800" dirty="0" smtClean="0">
                <a:latin typeface="黑体" pitchFamily="49" charset="-122"/>
                <a:ea typeface="黑体" pitchFamily="49" charset="-122"/>
              </a:rPr>
              <a:t>a</a:t>
            </a:r>
            <a:r>
              <a:rPr lang="zh-CN" altLang="zh-CN" sz="2800" dirty="0" smtClean="0">
                <a:latin typeface="黑体" pitchFamily="49" charset="-122"/>
                <a:ea typeface="黑体" pitchFamily="49" charset="-122"/>
              </a:rPr>
              <a:t>中</a:t>
            </a:r>
            <a:r>
              <a:rPr lang="en-US" altLang="zh-CN" sz="2800" dirty="0" smtClean="0">
                <a:latin typeface="黑体" pitchFamily="49" charset="-122"/>
                <a:ea typeface="黑体" pitchFamily="49" charset="-122"/>
              </a:rPr>
              <a:t>n</a:t>
            </a:r>
            <a:r>
              <a:rPr lang="zh-CN" altLang="zh-CN" sz="2800" dirty="0" smtClean="0">
                <a:latin typeface="黑体" pitchFamily="49" charset="-122"/>
                <a:ea typeface="黑体" pitchFamily="49" charset="-122"/>
              </a:rPr>
              <a:t>个整数按相反顺序存放</a:t>
            </a:r>
            <a:endParaRPr lang="en-US" altLang="zh-CN" sz="2800" dirty="0" smtClean="0">
              <a:latin typeface="黑体" pitchFamily="49" charset="-122"/>
              <a:ea typeface="黑体" pitchFamily="49" charset="-122"/>
            </a:endParaRPr>
          </a:p>
          <a:p>
            <a:pPr marL="0" indent="0">
              <a:lnSpc>
                <a:spcPct val="150000"/>
              </a:lnSpc>
              <a:spcBef>
                <a:spcPts val="0"/>
              </a:spcBef>
            </a:pPr>
            <a:r>
              <a:rPr lang="zh-CN" altLang="zh-CN" sz="2800" dirty="0" smtClean="0">
                <a:latin typeface="黑体" pitchFamily="49" charset="-122"/>
                <a:ea typeface="黑体" pitchFamily="49" charset="-122"/>
              </a:rPr>
              <a:t>解题思路：将</a:t>
            </a:r>
            <a:r>
              <a:rPr lang="en-US" altLang="zh-CN" sz="2800" dirty="0" smtClean="0">
                <a:latin typeface="黑体" pitchFamily="49" charset="-122"/>
                <a:ea typeface="黑体" pitchFamily="49" charset="-122"/>
              </a:rPr>
              <a:t>a[0]</a:t>
            </a:r>
            <a:r>
              <a:rPr lang="zh-CN" altLang="zh-CN" sz="2800" dirty="0" smtClean="0">
                <a:latin typeface="黑体" pitchFamily="49" charset="-122"/>
                <a:ea typeface="黑体" pitchFamily="49" charset="-122"/>
              </a:rPr>
              <a:t>与</a:t>
            </a:r>
            <a:r>
              <a:rPr lang="en-US" altLang="zh-CN" sz="2800" dirty="0" smtClean="0">
                <a:latin typeface="黑体" pitchFamily="49" charset="-122"/>
                <a:ea typeface="黑体" pitchFamily="49" charset="-122"/>
              </a:rPr>
              <a:t>a[n-1]</a:t>
            </a:r>
            <a:r>
              <a:rPr lang="zh-CN" altLang="zh-CN" sz="2800" dirty="0" smtClean="0">
                <a:latin typeface="黑体" pitchFamily="49" charset="-122"/>
                <a:ea typeface="黑体" pitchFamily="49" charset="-122"/>
              </a:rPr>
              <a:t>对换，……将</a:t>
            </a:r>
            <a:r>
              <a:rPr lang="en-US" altLang="zh-CN" sz="2800" dirty="0" smtClean="0">
                <a:latin typeface="黑体" pitchFamily="49" charset="-122"/>
                <a:ea typeface="黑体" pitchFamily="49" charset="-122"/>
              </a:rPr>
              <a:t>a[4]</a:t>
            </a:r>
            <a:r>
              <a:rPr lang="zh-CN" altLang="zh-CN" sz="2800" dirty="0" smtClean="0">
                <a:latin typeface="黑体" pitchFamily="49" charset="-122"/>
                <a:ea typeface="黑体" pitchFamily="49" charset="-122"/>
              </a:rPr>
              <a:t>与</a:t>
            </a:r>
            <a:r>
              <a:rPr lang="en-US" altLang="zh-CN" sz="2800" dirty="0" smtClean="0">
                <a:latin typeface="黑体" pitchFamily="49" charset="-122"/>
                <a:ea typeface="黑体" pitchFamily="49" charset="-122"/>
              </a:rPr>
              <a:t>a[5]</a:t>
            </a:r>
            <a:r>
              <a:rPr lang="zh-CN" altLang="zh-CN" sz="2800" dirty="0" smtClean="0">
                <a:latin typeface="黑体" pitchFamily="49" charset="-122"/>
                <a:ea typeface="黑体" pitchFamily="49" charset="-122"/>
              </a:rPr>
              <a:t>对换。</a:t>
            </a:r>
            <a:endParaRPr lang="zh-CN" altLang="en-US" sz="2800" dirty="0" smtClean="0">
              <a:latin typeface="黑体" pitchFamily="49" charset="-122"/>
              <a:ea typeface="黑体" pitchFamily="49" charset="-122"/>
            </a:endParaRPr>
          </a:p>
        </p:txBody>
      </p:sp>
    </p:spTree>
    <p:extLst>
      <p:ext uri="{BB962C8B-B14F-4D97-AF65-F5344CB8AC3E}">
        <p14:creationId xmlns:p14="http://schemas.microsoft.com/office/powerpoint/2010/main" val="400995088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linds(horizontal)">
                                      <p:cBhvr>
                                        <p:cTn id="7" dur="500"/>
                                        <p:tgtEl>
                                          <p:spTgt spid="8"/>
                                        </p:tgtEl>
                                      </p:cBhvr>
                                    </p:animEffect>
                                  </p:childTnLst>
                                </p:cTn>
                              </p:par>
                            </p:childTnLst>
                          </p:cTn>
                        </p:par>
                        <p:par>
                          <p:cTn id="8" fill="hold" nodeType="afterGroup">
                            <p:stCondLst>
                              <p:cond delay="500"/>
                            </p:stCondLst>
                            <p:childTnLst>
                              <p:par>
                                <p:cTn id="9" presetID="3" presetClass="entr" presetSubtype="10"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blinds(horizontal)">
                                      <p:cBhvr>
                                        <p:cTn id="11" dur="500"/>
                                        <p:tgtEl>
                                          <p:spTgt spid="7"/>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12" presetClass="entr" presetSubtype="1" fill="hold" nodeType="click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slide(fromTop)">
                                      <p:cBhvr>
                                        <p:cTn id="16"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963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0063" y="5387975"/>
            <a:ext cx="8294687" cy="827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9636"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2125" y="3676650"/>
            <a:ext cx="8294688" cy="790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6"/>
          <p:cNvSpPr txBox="1">
            <a:spLocks noChangeArrowheads="1"/>
          </p:cNvSpPr>
          <p:nvPr/>
        </p:nvSpPr>
        <p:spPr bwMode="auto">
          <a:xfrm>
            <a:off x="4857750" y="4500563"/>
            <a:ext cx="4286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000">
                <a:solidFill>
                  <a:schemeClr val="tx1"/>
                </a:solidFill>
                <a:latin typeface="Arial" charset="0"/>
                <a:ea typeface="宋体" pitchFamily="2" charset="-122"/>
              </a:defRPr>
            </a:lvl1pPr>
            <a:lvl2pPr marL="742950" indent="-285750" eaLnBrk="0" hangingPunct="0">
              <a:defRPr kumimoji="1" sz="4000">
                <a:solidFill>
                  <a:schemeClr val="tx1"/>
                </a:solidFill>
                <a:latin typeface="Arial" charset="0"/>
                <a:ea typeface="宋体" pitchFamily="2" charset="-122"/>
              </a:defRPr>
            </a:lvl2pPr>
            <a:lvl3pPr marL="1143000" indent="-228600" eaLnBrk="0" hangingPunct="0">
              <a:defRPr kumimoji="1" sz="4000">
                <a:solidFill>
                  <a:schemeClr val="tx1"/>
                </a:solidFill>
                <a:latin typeface="Arial" charset="0"/>
                <a:ea typeface="宋体" pitchFamily="2" charset="-122"/>
              </a:defRPr>
            </a:lvl3pPr>
            <a:lvl4pPr marL="1600200" indent="-228600" eaLnBrk="0" hangingPunct="0">
              <a:defRPr kumimoji="1" sz="4000">
                <a:solidFill>
                  <a:schemeClr val="tx1"/>
                </a:solidFill>
                <a:latin typeface="Arial" charset="0"/>
                <a:ea typeface="宋体" pitchFamily="2" charset="-122"/>
              </a:defRPr>
            </a:lvl4pPr>
            <a:lvl5pPr marL="2057400" indent="-228600" eaLnBrk="0" hangingPunct="0">
              <a:defRPr kumimoji="1" sz="4000">
                <a:solidFill>
                  <a:schemeClr val="tx1"/>
                </a:solidFill>
                <a:latin typeface="Arial" charset="0"/>
                <a:ea typeface="宋体" pitchFamily="2" charset="-122"/>
              </a:defRPr>
            </a:lvl5pPr>
            <a:lvl6pPr marL="2514600" indent="-228600" eaLnBrk="0" fontAlgn="base" hangingPunct="0">
              <a:spcBef>
                <a:spcPct val="0"/>
              </a:spcBef>
              <a:spcAft>
                <a:spcPct val="0"/>
              </a:spcAft>
              <a:defRPr kumimoji="1" sz="4000">
                <a:solidFill>
                  <a:schemeClr val="tx1"/>
                </a:solidFill>
                <a:latin typeface="Arial" charset="0"/>
                <a:ea typeface="宋体" pitchFamily="2" charset="-122"/>
              </a:defRPr>
            </a:lvl6pPr>
            <a:lvl7pPr marL="2971800" indent="-228600" eaLnBrk="0" fontAlgn="base" hangingPunct="0">
              <a:spcBef>
                <a:spcPct val="0"/>
              </a:spcBef>
              <a:spcAft>
                <a:spcPct val="0"/>
              </a:spcAft>
              <a:defRPr kumimoji="1" sz="4000">
                <a:solidFill>
                  <a:schemeClr val="tx1"/>
                </a:solidFill>
                <a:latin typeface="Arial" charset="0"/>
                <a:ea typeface="宋体" pitchFamily="2" charset="-122"/>
              </a:defRPr>
            </a:lvl7pPr>
            <a:lvl8pPr marL="3429000" indent="-228600" eaLnBrk="0" fontAlgn="base" hangingPunct="0">
              <a:spcBef>
                <a:spcPct val="0"/>
              </a:spcBef>
              <a:spcAft>
                <a:spcPct val="0"/>
              </a:spcAft>
              <a:defRPr kumimoji="1" sz="4000">
                <a:solidFill>
                  <a:schemeClr val="tx1"/>
                </a:solidFill>
                <a:latin typeface="Arial" charset="0"/>
                <a:ea typeface="宋体" pitchFamily="2" charset="-122"/>
              </a:defRPr>
            </a:lvl8pPr>
            <a:lvl9pPr marL="3886200" indent="-228600" eaLnBrk="0" fontAlgn="base" hangingPunct="0">
              <a:spcBef>
                <a:spcPct val="0"/>
              </a:spcBef>
              <a:spcAft>
                <a:spcPct val="0"/>
              </a:spcAft>
              <a:defRPr kumimoji="1" sz="4000">
                <a:solidFill>
                  <a:schemeClr val="tx1"/>
                </a:solidFill>
                <a:latin typeface="Arial" charset="0"/>
                <a:ea typeface="宋体" pitchFamily="2" charset="-122"/>
              </a:defRPr>
            </a:lvl9pPr>
          </a:lstStyle>
          <a:p>
            <a:pPr eaLnBrk="1" hangingPunct="1"/>
            <a:r>
              <a:rPr lang="en-US" altLang="zh-CN" sz="3200" b="1">
                <a:solidFill>
                  <a:srgbClr val="FF0000"/>
                </a:solidFill>
              </a:rPr>
              <a:t>j</a:t>
            </a:r>
            <a:endParaRPr lang="zh-CN" altLang="en-US" sz="3200" b="1">
              <a:solidFill>
                <a:srgbClr val="FF0000"/>
              </a:solidFill>
            </a:endParaRPr>
          </a:p>
        </p:txBody>
      </p:sp>
      <p:sp>
        <p:nvSpPr>
          <p:cNvPr id="8" name="TextBox 7"/>
          <p:cNvSpPr txBox="1">
            <a:spLocks noChangeArrowheads="1"/>
          </p:cNvSpPr>
          <p:nvPr/>
        </p:nvSpPr>
        <p:spPr bwMode="auto">
          <a:xfrm>
            <a:off x="4071938" y="4500563"/>
            <a:ext cx="4286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000">
                <a:solidFill>
                  <a:schemeClr val="tx1"/>
                </a:solidFill>
                <a:latin typeface="Arial" charset="0"/>
                <a:ea typeface="宋体" pitchFamily="2" charset="-122"/>
              </a:defRPr>
            </a:lvl1pPr>
            <a:lvl2pPr marL="742950" indent="-285750" eaLnBrk="0" hangingPunct="0">
              <a:defRPr kumimoji="1" sz="4000">
                <a:solidFill>
                  <a:schemeClr val="tx1"/>
                </a:solidFill>
                <a:latin typeface="Arial" charset="0"/>
                <a:ea typeface="宋体" pitchFamily="2" charset="-122"/>
              </a:defRPr>
            </a:lvl2pPr>
            <a:lvl3pPr marL="1143000" indent="-228600" eaLnBrk="0" hangingPunct="0">
              <a:defRPr kumimoji="1" sz="4000">
                <a:solidFill>
                  <a:schemeClr val="tx1"/>
                </a:solidFill>
                <a:latin typeface="Arial" charset="0"/>
                <a:ea typeface="宋体" pitchFamily="2" charset="-122"/>
              </a:defRPr>
            </a:lvl3pPr>
            <a:lvl4pPr marL="1600200" indent="-228600" eaLnBrk="0" hangingPunct="0">
              <a:defRPr kumimoji="1" sz="4000">
                <a:solidFill>
                  <a:schemeClr val="tx1"/>
                </a:solidFill>
                <a:latin typeface="Arial" charset="0"/>
                <a:ea typeface="宋体" pitchFamily="2" charset="-122"/>
              </a:defRPr>
            </a:lvl4pPr>
            <a:lvl5pPr marL="2057400" indent="-228600" eaLnBrk="0" hangingPunct="0">
              <a:defRPr kumimoji="1" sz="4000">
                <a:solidFill>
                  <a:schemeClr val="tx1"/>
                </a:solidFill>
                <a:latin typeface="Arial" charset="0"/>
                <a:ea typeface="宋体" pitchFamily="2" charset="-122"/>
              </a:defRPr>
            </a:lvl5pPr>
            <a:lvl6pPr marL="2514600" indent="-228600" eaLnBrk="0" fontAlgn="base" hangingPunct="0">
              <a:spcBef>
                <a:spcPct val="0"/>
              </a:spcBef>
              <a:spcAft>
                <a:spcPct val="0"/>
              </a:spcAft>
              <a:defRPr kumimoji="1" sz="4000">
                <a:solidFill>
                  <a:schemeClr val="tx1"/>
                </a:solidFill>
                <a:latin typeface="Arial" charset="0"/>
                <a:ea typeface="宋体" pitchFamily="2" charset="-122"/>
              </a:defRPr>
            </a:lvl6pPr>
            <a:lvl7pPr marL="2971800" indent="-228600" eaLnBrk="0" fontAlgn="base" hangingPunct="0">
              <a:spcBef>
                <a:spcPct val="0"/>
              </a:spcBef>
              <a:spcAft>
                <a:spcPct val="0"/>
              </a:spcAft>
              <a:defRPr kumimoji="1" sz="4000">
                <a:solidFill>
                  <a:schemeClr val="tx1"/>
                </a:solidFill>
                <a:latin typeface="Arial" charset="0"/>
                <a:ea typeface="宋体" pitchFamily="2" charset="-122"/>
              </a:defRPr>
            </a:lvl7pPr>
            <a:lvl8pPr marL="3429000" indent="-228600" eaLnBrk="0" fontAlgn="base" hangingPunct="0">
              <a:spcBef>
                <a:spcPct val="0"/>
              </a:spcBef>
              <a:spcAft>
                <a:spcPct val="0"/>
              </a:spcAft>
              <a:defRPr kumimoji="1" sz="4000">
                <a:solidFill>
                  <a:schemeClr val="tx1"/>
                </a:solidFill>
                <a:latin typeface="Arial" charset="0"/>
                <a:ea typeface="宋体" pitchFamily="2" charset="-122"/>
              </a:defRPr>
            </a:lvl8pPr>
            <a:lvl9pPr marL="3886200" indent="-228600" eaLnBrk="0" fontAlgn="base" hangingPunct="0">
              <a:spcBef>
                <a:spcPct val="0"/>
              </a:spcBef>
              <a:spcAft>
                <a:spcPct val="0"/>
              </a:spcAft>
              <a:defRPr kumimoji="1" sz="4000">
                <a:solidFill>
                  <a:schemeClr val="tx1"/>
                </a:solidFill>
                <a:latin typeface="Arial" charset="0"/>
                <a:ea typeface="宋体" pitchFamily="2" charset="-122"/>
              </a:defRPr>
            </a:lvl9pPr>
          </a:lstStyle>
          <a:p>
            <a:pPr eaLnBrk="1" hangingPunct="1"/>
            <a:r>
              <a:rPr lang="en-US" altLang="zh-CN" sz="3200" b="1">
                <a:solidFill>
                  <a:srgbClr val="FF0000"/>
                </a:solidFill>
              </a:rPr>
              <a:t>i</a:t>
            </a:r>
            <a:endParaRPr lang="zh-CN" altLang="en-US" sz="3200" b="1">
              <a:solidFill>
                <a:srgbClr val="FF0000"/>
              </a:solidFill>
            </a:endParaRPr>
          </a:p>
        </p:txBody>
      </p:sp>
      <p:grpSp>
        <p:nvGrpSpPr>
          <p:cNvPr id="2" name="组合 18"/>
          <p:cNvGrpSpPr>
            <a:grpSpLocks/>
          </p:cNvGrpSpPr>
          <p:nvPr/>
        </p:nvGrpSpPr>
        <p:grpSpPr bwMode="auto">
          <a:xfrm>
            <a:off x="4214813" y="3214688"/>
            <a:ext cx="857250" cy="501650"/>
            <a:chOff x="928662" y="3214686"/>
            <a:chExt cx="7429552" cy="500860"/>
          </a:xfrm>
        </p:grpSpPr>
        <p:cxnSp>
          <p:nvCxnSpPr>
            <p:cNvPr id="69641" name="直接连接符 8"/>
            <p:cNvCxnSpPr>
              <a:cxnSpLocks noChangeShapeType="1"/>
            </p:cNvCxnSpPr>
            <p:nvPr/>
          </p:nvCxnSpPr>
          <p:spPr bwMode="auto">
            <a:xfrm>
              <a:off x="928662" y="3214686"/>
              <a:ext cx="7429552" cy="0"/>
            </a:xfrm>
            <a:prstGeom prst="line">
              <a:avLst/>
            </a:prstGeom>
            <a:noFill/>
            <a:ln w="38100" algn="ctr">
              <a:solidFill>
                <a:srgbClr val="0000CC"/>
              </a:solidFill>
              <a:miter lim="800000"/>
              <a:headEnd/>
              <a:tailEnd/>
            </a:ln>
            <a:extLst>
              <a:ext uri="{909E8E84-426E-40DD-AFC4-6F175D3DCCD1}">
                <a14:hiddenFill xmlns:a14="http://schemas.microsoft.com/office/drawing/2010/main">
                  <a:noFill/>
                </a14:hiddenFill>
              </a:ext>
            </a:extLst>
          </p:spPr>
        </p:cxnSp>
        <p:cxnSp>
          <p:nvCxnSpPr>
            <p:cNvPr id="69642" name="直接箭头连接符 9"/>
            <p:cNvCxnSpPr>
              <a:cxnSpLocks noChangeShapeType="1"/>
            </p:cNvCxnSpPr>
            <p:nvPr/>
          </p:nvCxnSpPr>
          <p:spPr bwMode="auto">
            <a:xfrm rot="5400000">
              <a:off x="8107387" y="3464719"/>
              <a:ext cx="500860" cy="794"/>
            </a:xfrm>
            <a:prstGeom prst="straightConnector1">
              <a:avLst/>
            </a:prstGeom>
            <a:noFill/>
            <a:ln w="38100" algn="ctr">
              <a:solidFill>
                <a:srgbClr val="0000CC"/>
              </a:solidFill>
              <a:miter lim="800000"/>
              <a:headEnd/>
              <a:tailEnd type="arrow" w="med" len="med"/>
            </a:ln>
            <a:extLst>
              <a:ext uri="{909E8E84-426E-40DD-AFC4-6F175D3DCCD1}">
                <a14:hiddenFill xmlns:a14="http://schemas.microsoft.com/office/drawing/2010/main">
                  <a:noFill/>
                </a14:hiddenFill>
              </a:ext>
            </a:extLst>
          </p:spPr>
        </p:cxnSp>
        <p:cxnSp>
          <p:nvCxnSpPr>
            <p:cNvPr id="69643" name="直接箭头连接符 16"/>
            <p:cNvCxnSpPr>
              <a:cxnSpLocks noChangeShapeType="1"/>
            </p:cNvCxnSpPr>
            <p:nvPr/>
          </p:nvCxnSpPr>
          <p:spPr bwMode="auto">
            <a:xfrm rot="5400000">
              <a:off x="678629" y="3464719"/>
              <a:ext cx="500860" cy="794"/>
            </a:xfrm>
            <a:prstGeom prst="straightConnector1">
              <a:avLst/>
            </a:prstGeom>
            <a:noFill/>
            <a:ln w="38100" algn="ctr">
              <a:solidFill>
                <a:srgbClr val="0000CC"/>
              </a:solidFill>
              <a:miter lim="800000"/>
              <a:headEnd/>
              <a:tailEnd type="arrow" w="med" len="med"/>
            </a:ln>
            <a:extLst>
              <a:ext uri="{909E8E84-426E-40DD-AFC4-6F175D3DCCD1}">
                <a14:hiddenFill xmlns:a14="http://schemas.microsoft.com/office/drawing/2010/main">
                  <a:noFill/>
                </a14:hiddenFill>
              </a:ext>
            </a:extLst>
          </p:spPr>
        </p:cxnSp>
      </p:grpSp>
      <p:pic>
        <p:nvPicPr>
          <p:cNvPr id="69640" name="图片 10" descr="Untitled2.png">
            <a:hlinkClick r:id="rId4" action="ppaction://hlinksldjump"/>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8429625" y="6143625"/>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内容占位符 2"/>
          <p:cNvSpPr>
            <a:spLocks noGrp="1"/>
          </p:cNvSpPr>
          <p:nvPr>
            <p:ph idx="1"/>
          </p:nvPr>
        </p:nvSpPr>
        <p:spPr>
          <a:xfrm>
            <a:off x="482640" y="764704"/>
            <a:ext cx="8286750" cy="2143125"/>
          </a:xfrm>
        </p:spPr>
        <p:txBody>
          <a:bodyPr/>
          <a:lstStyle/>
          <a:p>
            <a:pPr marL="0" indent="0">
              <a:lnSpc>
                <a:spcPct val="150000"/>
              </a:lnSpc>
              <a:spcBef>
                <a:spcPts val="0"/>
              </a:spcBef>
              <a:buFont typeface="Wingdings" pitchFamily="2" charset="2"/>
              <a:buNone/>
            </a:pPr>
            <a:r>
              <a:rPr lang="zh-CN" altLang="zh-CN" sz="2800" dirty="0" smtClean="0">
                <a:latin typeface="黑体" pitchFamily="49" charset="-122"/>
                <a:ea typeface="黑体" pitchFamily="49" charset="-122"/>
              </a:rPr>
              <a:t>例</a:t>
            </a:r>
            <a:r>
              <a:rPr lang="en-US" altLang="zh-CN" sz="2800" dirty="0" smtClean="0">
                <a:latin typeface="黑体" pitchFamily="49" charset="-122"/>
                <a:ea typeface="黑体" pitchFamily="49" charset="-122"/>
              </a:rPr>
              <a:t>8.8 </a:t>
            </a:r>
            <a:r>
              <a:rPr lang="zh-CN" altLang="zh-CN" sz="2800" dirty="0" smtClean="0">
                <a:latin typeface="黑体" pitchFamily="49" charset="-122"/>
                <a:ea typeface="黑体" pitchFamily="49" charset="-122"/>
              </a:rPr>
              <a:t>将数组</a:t>
            </a:r>
            <a:r>
              <a:rPr lang="en-US" altLang="zh-CN" sz="2800" dirty="0" smtClean="0">
                <a:latin typeface="黑体" pitchFamily="49" charset="-122"/>
                <a:ea typeface="黑体" pitchFamily="49" charset="-122"/>
              </a:rPr>
              <a:t>a</a:t>
            </a:r>
            <a:r>
              <a:rPr lang="zh-CN" altLang="zh-CN" sz="2800" dirty="0" smtClean="0">
                <a:latin typeface="黑体" pitchFamily="49" charset="-122"/>
                <a:ea typeface="黑体" pitchFamily="49" charset="-122"/>
              </a:rPr>
              <a:t>中</a:t>
            </a:r>
            <a:r>
              <a:rPr lang="en-US" altLang="zh-CN" sz="2800" dirty="0" smtClean="0">
                <a:latin typeface="黑体" pitchFamily="49" charset="-122"/>
                <a:ea typeface="黑体" pitchFamily="49" charset="-122"/>
              </a:rPr>
              <a:t>n</a:t>
            </a:r>
            <a:r>
              <a:rPr lang="zh-CN" altLang="zh-CN" sz="2800" dirty="0" smtClean="0">
                <a:latin typeface="黑体" pitchFamily="49" charset="-122"/>
                <a:ea typeface="黑体" pitchFamily="49" charset="-122"/>
              </a:rPr>
              <a:t>个整数按相反顺序存放</a:t>
            </a:r>
            <a:endParaRPr lang="en-US" altLang="zh-CN" sz="2800" dirty="0" smtClean="0">
              <a:latin typeface="黑体" pitchFamily="49" charset="-122"/>
              <a:ea typeface="黑体" pitchFamily="49" charset="-122"/>
            </a:endParaRPr>
          </a:p>
          <a:p>
            <a:pPr marL="0" indent="0">
              <a:lnSpc>
                <a:spcPct val="150000"/>
              </a:lnSpc>
              <a:spcBef>
                <a:spcPts val="0"/>
              </a:spcBef>
            </a:pPr>
            <a:r>
              <a:rPr lang="zh-CN" altLang="zh-CN" sz="2800" dirty="0" smtClean="0">
                <a:latin typeface="黑体" pitchFamily="49" charset="-122"/>
                <a:ea typeface="黑体" pitchFamily="49" charset="-122"/>
              </a:rPr>
              <a:t>解题思路：将</a:t>
            </a:r>
            <a:r>
              <a:rPr lang="en-US" altLang="zh-CN" sz="2800" dirty="0" smtClean="0">
                <a:latin typeface="黑体" pitchFamily="49" charset="-122"/>
                <a:ea typeface="黑体" pitchFamily="49" charset="-122"/>
              </a:rPr>
              <a:t>a[0]</a:t>
            </a:r>
            <a:r>
              <a:rPr lang="zh-CN" altLang="zh-CN" sz="2800" dirty="0" smtClean="0">
                <a:latin typeface="黑体" pitchFamily="49" charset="-122"/>
                <a:ea typeface="黑体" pitchFamily="49" charset="-122"/>
              </a:rPr>
              <a:t>与</a:t>
            </a:r>
            <a:r>
              <a:rPr lang="en-US" altLang="zh-CN" sz="2800" dirty="0" smtClean="0">
                <a:latin typeface="黑体" pitchFamily="49" charset="-122"/>
                <a:ea typeface="黑体" pitchFamily="49" charset="-122"/>
              </a:rPr>
              <a:t>a[n-1]</a:t>
            </a:r>
            <a:r>
              <a:rPr lang="zh-CN" altLang="zh-CN" sz="2800" dirty="0" smtClean="0">
                <a:latin typeface="黑体" pitchFamily="49" charset="-122"/>
                <a:ea typeface="黑体" pitchFamily="49" charset="-122"/>
              </a:rPr>
              <a:t>对换，……将</a:t>
            </a:r>
            <a:r>
              <a:rPr lang="en-US" altLang="zh-CN" sz="2800" dirty="0" smtClean="0">
                <a:latin typeface="黑体" pitchFamily="49" charset="-122"/>
                <a:ea typeface="黑体" pitchFamily="49" charset="-122"/>
              </a:rPr>
              <a:t>a[4]</a:t>
            </a:r>
            <a:r>
              <a:rPr lang="zh-CN" altLang="zh-CN" sz="2800" dirty="0" smtClean="0">
                <a:latin typeface="黑体" pitchFamily="49" charset="-122"/>
                <a:ea typeface="黑体" pitchFamily="49" charset="-122"/>
              </a:rPr>
              <a:t>与</a:t>
            </a:r>
            <a:r>
              <a:rPr lang="en-US" altLang="zh-CN" sz="2800" dirty="0" smtClean="0">
                <a:latin typeface="黑体" pitchFamily="49" charset="-122"/>
                <a:ea typeface="黑体" pitchFamily="49" charset="-122"/>
              </a:rPr>
              <a:t>a[5]</a:t>
            </a:r>
            <a:r>
              <a:rPr lang="zh-CN" altLang="zh-CN" sz="2800" dirty="0" smtClean="0">
                <a:latin typeface="黑体" pitchFamily="49" charset="-122"/>
                <a:ea typeface="黑体" pitchFamily="49" charset="-122"/>
              </a:rPr>
              <a:t>对换。</a:t>
            </a:r>
            <a:endParaRPr lang="zh-CN" altLang="en-US" sz="2800" dirty="0" smtClean="0">
              <a:latin typeface="黑体" pitchFamily="49" charset="-122"/>
              <a:ea typeface="黑体" pitchFamily="49" charset="-122"/>
            </a:endParaRPr>
          </a:p>
        </p:txBody>
      </p:sp>
    </p:spTree>
    <p:extLst>
      <p:ext uri="{BB962C8B-B14F-4D97-AF65-F5344CB8AC3E}">
        <p14:creationId xmlns:p14="http://schemas.microsoft.com/office/powerpoint/2010/main" val="401636660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linds(horizontal)">
                                      <p:cBhvr>
                                        <p:cTn id="7" dur="500"/>
                                        <p:tgtEl>
                                          <p:spTgt spid="8"/>
                                        </p:tgtEl>
                                      </p:cBhvr>
                                    </p:animEffect>
                                  </p:childTnLst>
                                </p:cTn>
                              </p:par>
                            </p:childTnLst>
                          </p:cTn>
                        </p:par>
                        <p:par>
                          <p:cTn id="8" fill="hold" nodeType="afterGroup">
                            <p:stCondLst>
                              <p:cond delay="500"/>
                            </p:stCondLst>
                            <p:childTnLst>
                              <p:par>
                                <p:cTn id="9" presetID="3" presetClass="entr" presetSubtype="10"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blinds(horizontal)">
                                      <p:cBhvr>
                                        <p:cTn id="11" dur="500"/>
                                        <p:tgtEl>
                                          <p:spTgt spid="7"/>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12" presetClass="entr" presetSubtype="1" fill="hold" nodeType="click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slide(fromTop)">
                                      <p:cBhvr>
                                        <p:cTn id="16"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内容占位符 2"/>
          <p:cNvSpPr>
            <a:spLocks noGrp="1"/>
          </p:cNvSpPr>
          <p:nvPr>
            <p:ph idx="1"/>
          </p:nvPr>
        </p:nvSpPr>
        <p:spPr>
          <a:xfrm>
            <a:off x="511175" y="642938"/>
            <a:ext cx="8153400" cy="5500687"/>
          </a:xfrm>
        </p:spPr>
        <p:txBody>
          <a:bodyPr/>
          <a:lstStyle/>
          <a:p>
            <a:pPr>
              <a:lnSpc>
                <a:spcPts val="3000"/>
              </a:lnSpc>
              <a:buFont typeface="Wingdings" pitchFamily="2" charset="2"/>
              <a:buNone/>
            </a:pPr>
            <a:r>
              <a:rPr lang="en-US" altLang="zh-CN" sz="2800" dirty="0" smtClean="0"/>
              <a:t>#include &lt;</a:t>
            </a:r>
            <a:r>
              <a:rPr lang="en-US" altLang="zh-CN" sz="2800" dirty="0" err="1" smtClean="0"/>
              <a:t>stdio.h</a:t>
            </a:r>
            <a:r>
              <a:rPr lang="en-US" altLang="zh-CN" sz="2800" dirty="0" smtClean="0"/>
              <a:t>&gt;</a:t>
            </a:r>
            <a:endParaRPr lang="zh-CN" altLang="zh-CN" sz="2800" dirty="0" smtClean="0"/>
          </a:p>
          <a:p>
            <a:pPr>
              <a:lnSpc>
                <a:spcPts val="3000"/>
              </a:lnSpc>
              <a:buFont typeface="Wingdings" pitchFamily="2" charset="2"/>
              <a:buNone/>
            </a:pPr>
            <a:r>
              <a:rPr lang="en-US" altLang="zh-CN" sz="2800" dirty="0" err="1" smtClean="0"/>
              <a:t>int</a:t>
            </a:r>
            <a:r>
              <a:rPr lang="en-US" altLang="zh-CN" sz="2800" dirty="0" smtClean="0"/>
              <a:t> main()</a:t>
            </a:r>
            <a:endParaRPr lang="zh-CN" altLang="zh-CN" sz="2800" dirty="0" smtClean="0"/>
          </a:p>
          <a:p>
            <a:pPr>
              <a:lnSpc>
                <a:spcPts val="3000"/>
              </a:lnSpc>
              <a:buFont typeface="Wingdings" pitchFamily="2" charset="2"/>
              <a:buNone/>
            </a:pPr>
            <a:r>
              <a:rPr lang="en-US" altLang="zh-CN" sz="2800" dirty="0" smtClean="0"/>
              <a:t>{ void </a:t>
            </a:r>
            <a:r>
              <a:rPr lang="en-US" altLang="zh-CN" sz="2800" dirty="0" err="1" smtClean="0"/>
              <a:t>inv</a:t>
            </a:r>
            <a:r>
              <a:rPr lang="en-US" altLang="zh-CN" sz="2800" dirty="0" smtClean="0"/>
              <a:t>(</a:t>
            </a:r>
            <a:r>
              <a:rPr lang="en-US" altLang="zh-CN" sz="2800" dirty="0" err="1" smtClean="0"/>
              <a:t>int</a:t>
            </a:r>
            <a:r>
              <a:rPr lang="en-US" altLang="zh-CN" sz="2800" dirty="0" smtClean="0"/>
              <a:t> x[ ],</a:t>
            </a:r>
            <a:r>
              <a:rPr lang="en-US" altLang="zh-CN" sz="2800" dirty="0" err="1" smtClean="0"/>
              <a:t>int</a:t>
            </a:r>
            <a:r>
              <a:rPr lang="en-US" altLang="zh-CN" sz="2800" dirty="0" smtClean="0"/>
              <a:t> n); </a:t>
            </a:r>
            <a:endParaRPr lang="zh-CN" altLang="zh-CN" sz="2800" dirty="0" smtClean="0"/>
          </a:p>
          <a:p>
            <a:pPr>
              <a:lnSpc>
                <a:spcPts val="3000"/>
              </a:lnSpc>
              <a:buFont typeface="Wingdings" pitchFamily="2" charset="2"/>
              <a:buNone/>
            </a:pPr>
            <a:r>
              <a:rPr lang="en-US" altLang="zh-CN" sz="2800" dirty="0" smtClean="0"/>
              <a:t>   </a:t>
            </a:r>
            <a:r>
              <a:rPr lang="en-US" altLang="zh-CN" sz="2800" dirty="0" err="1" smtClean="0"/>
              <a:t>int</a:t>
            </a:r>
            <a:r>
              <a:rPr lang="en-US" altLang="zh-CN" sz="2800" dirty="0" smtClean="0"/>
              <a:t> i, a[10]={3,7,9,11,0,6,7,5,4,2};</a:t>
            </a:r>
            <a:endParaRPr lang="zh-CN" altLang="zh-CN" sz="2800" dirty="0" smtClean="0"/>
          </a:p>
          <a:p>
            <a:pPr>
              <a:lnSpc>
                <a:spcPts val="3000"/>
              </a:lnSpc>
              <a:buFont typeface="Wingdings" pitchFamily="2" charset="2"/>
              <a:buNone/>
            </a:pPr>
            <a:r>
              <a:rPr lang="en-US" altLang="zh-CN" sz="2800" dirty="0" smtClean="0"/>
              <a:t>   for(i=0;i&lt;10;i++) </a:t>
            </a:r>
            <a:r>
              <a:rPr lang="en-US" altLang="zh-CN" sz="2800" dirty="0" err="1" smtClean="0"/>
              <a:t>printf</a:t>
            </a:r>
            <a:r>
              <a:rPr lang="en-US" altLang="zh-CN" sz="2800" dirty="0" smtClean="0"/>
              <a:t>(“%d ”,a[i]); </a:t>
            </a:r>
            <a:endParaRPr lang="zh-CN" altLang="zh-CN" sz="2800" dirty="0" smtClean="0"/>
          </a:p>
          <a:p>
            <a:pPr>
              <a:lnSpc>
                <a:spcPts val="3000"/>
              </a:lnSpc>
              <a:buFont typeface="Wingdings" pitchFamily="2" charset="2"/>
              <a:buNone/>
            </a:pPr>
            <a:r>
              <a:rPr lang="en-US" altLang="zh-CN" sz="2800" dirty="0" smtClean="0"/>
              <a:t>   </a:t>
            </a:r>
            <a:r>
              <a:rPr lang="en-US" altLang="zh-CN" sz="2800" dirty="0" err="1" smtClean="0"/>
              <a:t>printf</a:t>
            </a:r>
            <a:r>
              <a:rPr lang="en-US" altLang="zh-CN" sz="2800" dirty="0" smtClean="0"/>
              <a:t>("\n");</a:t>
            </a:r>
            <a:endParaRPr lang="zh-CN" altLang="zh-CN" sz="2800" dirty="0" smtClean="0"/>
          </a:p>
          <a:p>
            <a:pPr>
              <a:lnSpc>
                <a:spcPts val="3000"/>
              </a:lnSpc>
              <a:buFont typeface="Wingdings" pitchFamily="2" charset="2"/>
              <a:buNone/>
            </a:pPr>
            <a:r>
              <a:rPr lang="en-US" altLang="zh-CN" sz="2800" dirty="0" smtClean="0">
                <a:solidFill>
                  <a:srgbClr val="00B050"/>
                </a:solidFill>
              </a:rPr>
              <a:t>   </a:t>
            </a:r>
            <a:r>
              <a:rPr lang="en-US" altLang="zh-CN" sz="2800" dirty="0" err="1" smtClean="0">
                <a:solidFill>
                  <a:srgbClr val="00B050"/>
                </a:solidFill>
              </a:rPr>
              <a:t>inv</a:t>
            </a:r>
            <a:r>
              <a:rPr lang="en-US" altLang="zh-CN" sz="2800" dirty="0" smtClean="0">
                <a:solidFill>
                  <a:srgbClr val="00B050"/>
                </a:solidFill>
              </a:rPr>
              <a:t>(a,10); </a:t>
            </a:r>
            <a:endParaRPr lang="zh-CN" altLang="zh-CN" sz="2800" dirty="0" smtClean="0">
              <a:solidFill>
                <a:srgbClr val="00B050"/>
              </a:solidFill>
            </a:endParaRPr>
          </a:p>
          <a:p>
            <a:pPr>
              <a:lnSpc>
                <a:spcPts val="3000"/>
              </a:lnSpc>
              <a:buFont typeface="Wingdings" pitchFamily="2" charset="2"/>
              <a:buNone/>
            </a:pPr>
            <a:r>
              <a:rPr lang="en-US" altLang="zh-CN" sz="2800" dirty="0" smtClean="0"/>
              <a:t>   for(i=0;i&lt;10;i++) </a:t>
            </a:r>
            <a:r>
              <a:rPr lang="en-US" altLang="zh-CN" sz="2800" dirty="0" err="1" smtClean="0"/>
              <a:t>printf</a:t>
            </a:r>
            <a:r>
              <a:rPr lang="en-US" altLang="zh-CN" sz="2800" dirty="0" smtClean="0"/>
              <a:t>(“%d ”,a[i]); </a:t>
            </a:r>
            <a:endParaRPr lang="zh-CN" altLang="zh-CN" sz="2800" dirty="0" smtClean="0"/>
          </a:p>
          <a:p>
            <a:pPr>
              <a:lnSpc>
                <a:spcPts val="3000"/>
              </a:lnSpc>
              <a:buFont typeface="Wingdings" pitchFamily="2" charset="2"/>
              <a:buNone/>
            </a:pPr>
            <a:r>
              <a:rPr lang="en-US" altLang="zh-CN" sz="2800" dirty="0" smtClean="0"/>
              <a:t>   </a:t>
            </a:r>
            <a:r>
              <a:rPr lang="en-US" altLang="zh-CN" sz="2800" dirty="0" err="1" smtClean="0"/>
              <a:t>printf</a:t>
            </a:r>
            <a:r>
              <a:rPr lang="en-US" altLang="zh-CN" sz="2800" dirty="0" smtClean="0"/>
              <a:t>("\n");</a:t>
            </a:r>
            <a:endParaRPr lang="zh-CN" altLang="zh-CN" sz="2800" dirty="0" smtClean="0"/>
          </a:p>
          <a:p>
            <a:pPr>
              <a:lnSpc>
                <a:spcPts val="3000"/>
              </a:lnSpc>
              <a:buFont typeface="Wingdings" pitchFamily="2" charset="2"/>
              <a:buNone/>
            </a:pPr>
            <a:r>
              <a:rPr lang="en-US" altLang="zh-CN" sz="2800" dirty="0" smtClean="0"/>
              <a:t>   return 0;</a:t>
            </a:r>
            <a:endParaRPr lang="zh-CN" altLang="zh-CN" sz="2800" dirty="0" smtClean="0"/>
          </a:p>
          <a:p>
            <a:pPr>
              <a:lnSpc>
                <a:spcPts val="3000"/>
              </a:lnSpc>
              <a:buFont typeface="Wingdings" pitchFamily="2" charset="2"/>
              <a:buNone/>
            </a:pPr>
            <a:r>
              <a:rPr lang="en-US" altLang="zh-CN" sz="2800" dirty="0" smtClean="0"/>
              <a:t>}</a:t>
            </a:r>
            <a:endParaRPr lang="zh-CN" altLang="zh-CN" sz="2800" dirty="0" smtClean="0"/>
          </a:p>
          <a:p>
            <a:pPr>
              <a:lnSpc>
                <a:spcPts val="3000"/>
              </a:lnSpc>
              <a:buFont typeface="Wingdings" pitchFamily="2" charset="2"/>
              <a:buNone/>
            </a:pPr>
            <a:endParaRPr lang="zh-CN" altLang="en-US" sz="2800" dirty="0" smtClean="0"/>
          </a:p>
        </p:txBody>
      </p:sp>
      <p:pic>
        <p:nvPicPr>
          <p:cNvPr id="70659" name="图片 2" descr="Untitled2.png">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429625" y="6143625"/>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6142020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内容占位符 2"/>
          <p:cNvSpPr>
            <a:spLocks noGrp="1"/>
          </p:cNvSpPr>
          <p:nvPr>
            <p:ph idx="1"/>
          </p:nvPr>
        </p:nvSpPr>
        <p:spPr>
          <a:xfrm>
            <a:off x="642938" y="500063"/>
            <a:ext cx="7747000" cy="3714750"/>
          </a:xfrm>
        </p:spPr>
        <p:txBody>
          <a:bodyPr/>
          <a:lstStyle/>
          <a:p>
            <a:pPr>
              <a:lnSpc>
                <a:spcPct val="100000"/>
              </a:lnSpc>
              <a:buFont typeface="Wingdings" pitchFamily="2" charset="2"/>
              <a:buNone/>
            </a:pPr>
            <a:r>
              <a:rPr lang="en-US" altLang="zh-CN" sz="2800" dirty="0" smtClean="0"/>
              <a:t>void </a:t>
            </a:r>
            <a:r>
              <a:rPr lang="en-US" altLang="zh-CN" sz="2800" dirty="0" err="1" smtClean="0"/>
              <a:t>inv</a:t>
            </a:r>
            <a:r>
              <a:rPr lang="en-US" altLang="zh-CN" sz="2800" dirty="0" smtClean="0"/>
              <a:t>(</a:t>
            </a:r>
            <a:r>
              <a:rPr lang="en-US" altLang="zh-CN" sz="2800" dirty="0" err="1" smtClean="0"/>
              <a:t>int</a:t>
            </a:r>
            <a:r>
              <a:rPr lang="en-US" altLang="zh-CN" sz="2800" dirty="0" smtClean="0"/>
              <a:t> x[ ],</a:t>
            </a:r>
            <a:r>
              <a:rPr lang="en-US" altLang="zh-CN" sz="2800" dirty="0" err="1" smtClean="0"/>
              <a:t>int</a:t>
            </a:r>
            <a:r>
              <a:rPr lang="en-US" altLang="zh-CN" sz="2800" dirty="0" smtClean="0"/>
              <a:t> n) </a:t>
            </a:r>
            <a:endParaRPr lang="zh-CN" altLang="zh-CN" sz="2800" dirty="0" smtClean="0"/>
          </a:p>
          <a:p>
            <a:pPr>
              <a:lnSpc>
                <a:spcPct val="100000"/>
              </a:lnSpc>
              <a:buFont typeface="Wingdings" pitchFamily="2" charset="2"/>
              <a:buNone/>
            </a:pPr>
            <a:r>
              <a:rPr lang="en-US" altLang="zh-CN" sz="2800" dirty="0" smtClean="0"/>
              <a:t>{ </a:t>
            </a:r>
            <a:r>
              <a:rPr lang="en-US" altLang="zh-CN" sz="2800" dirty="0" err="1" smtClean="0"/>
              <a:t>int</a:t>
            </a:r>
            <a:r>
              <a:rPr lang="en-US" altLang="zh-CN" sz="2800" dirty="0" smtClean="0"/>
              <a:t> </a:t>
            </a:r>
            <a:r>
              <a:rPr lang="en-US" altLang="zh-CN" sz="2800" dirty="0" err="1" smtClean="0"/>
              <a:t>temp,i,j,m</a:t>
            </a:r>
            <a:r>
              <a:rPr lang="en-US" altLang="zh-CN" sz="2800" dirty="0" smtClean="0"/>
              <a:t>=(n-1)/2;</a:t>
            </a:r>
            <a:endParaRPr lang="zh-CN" altLang="zh-CN" sz="2800" dirty="0" smtClean="0"/>
          </a:p>
          <a:p>
            <a:pPr>
              <a:lnSpc>
                <a:spcPct val="100000"/>
              </a:lnSpc>
              <a:buFont typeface="Wingdings" pitchFamily="2" charset="2"/>
              <a:buNone/>
            </a:pPr>
            <a:r>
              <a:rPr lang="en-US" altLang="zh-CN" sz="2800" dirty="0" smtClean="0"/>
              <a:t>   for(i=0;i&lt;=</a:t>
            </a:r>
            <a:r>
              <a:rPr lang="en-US" altLang="zh-CN" sz="2800" dirty="0" err="1" smtClean="0"/>
              <a:t>m;i</a:t>
            </a:r>
            <a:r>
              <a:rPr lang="en-US" altLang="zh-CN" sz="2800" dirty="0" smtClean="0"/>
              <a:t>++)</a:t>
            </a:r>
            <a:endParaRPr lang="zh-CN" altLang="zh-CN" sz="2800" dirty="0" smtClean="0"/>
          </a:p>
          <a:p>
            <a:pPr>
              <a:lnSpc>
                <a:spcPct val="100000"/>
              </a:lnSpc>
              <a:buFont typeface="Wingdings" pitchFamily="2" charset="2"/>
              <a:buNone/>
            </a:pPr>
            <a:r>
              <a:rPr lang="en-US" altLang="zh-CN" sz="2800" dirty="0" smtClean="0"/>
              <a:t>   { j=</a:t>
            </a:r>
            <a:r>
              <a:rPr lang="en-US" altLang="zh-CN" sz="2800" dirty="0" smtClean="0">
                <a:solidFill>
                  <a:srgbClr val="00B050"/>
                </a:solidFill>
              </a:rPr>
              <a:t>n-1-i</a:t>
            </a:r>
            <a:r>
              <a:rPr lang="en-US" altLang="zh-CN" sz="2800" dirty="0" smtClean="0"/>
              <a:t>;</a:t>
            </a:r>
            <a:endParaRPr lang="zh-CN" altLang="zh-CN" sz="2800" dirty="0" smtClean="0"/>
          </a:p>
          <a:p>
            <a:pPr>
              <a:lnSpc>
                <a:spcPct val="100000"/>
              </a:lnSpc>
              <a:buFont typeface="Wingdings" pitchFamily="2" charset="2"/>
              <a:buNone/>
            </a:pPr>
            <a:r>
              <a:rPr lang="en-US" altLang="zh-CN" sz="2800" dirty="0" smtClean="0"/>
              <a:t>      temp=x[i];x[i]=x[j];x[j]=temp; </a:t>
            </a:r>
            <a:endParaRPr lang="zh-CN" altLang="zh-CN" sz="2800" dirty="0" smtClean="0"/>
          </a:p>
          <a:p>
            <a:pPr>
              <a:lnSpc>
                <a:spcPct val="100000"/>
              </a:lnSpc>
              <a:buFont typeface="Wingdings" pitchFamily="2" charset="2"/>
              <a:buNone/>
            </a:pPr>
            <a:r>
              <a:rPr lang="en-US" altLang="zh-CN" sz="2800" dirty="0" smtClean="0"/>
              <a:t>	}</a:t>
            </a:r>
            <a:endParaRPr lang="zh-CN" altLang="zh-CN" sz="2800" dirty="0" smtClean="0"/>
          </a:p>
          <a:p>
            <a:pPr>
              <a:lnSpc>
                <a:spcPct val="100000"/>
              </a:lnSpc>
              <a:buFont typeface="Wingdings" pitchFamily="2" charset="2"/>
              <a:buNone/>
            </a:pPr>
            <a:r>
              <a:rPr lang="en-US" altLang="zh-CN" sz="2800" dirty="0" smtClean="0"/>
              <a:t>}</a:t>
            </a:r>
            <a:endParaRPr lang="zh-CN" altLang="en-US" sz="2800" dirty="0" smtClean="0"/>
          </a:p>
        </p:txBody>
      </p:sp>
      <p:sp>
        <p:nvSpPr>
          <p:cNvPr id="4" name="内容占位符 2"/>
          <p:cNvSpPr txBox="1">
            <a:spLocks/>
          </p:cNvSpPr>
          <p:nvPr/>
        </p:nvSpPr>
        <p:spPr bwMode="auto">
          <a:xfrm>
            <a:off x="1785938" y="3571875"/>
            <a:ext cx="6643687" cy="2857500"/>
          </a:xfrm>
          <a:prstGeom prst="rect">
            <a:avLst/>
          </a:prstGeom>
          <a:solidFill>
            <a:srgbClr val="CCECFF"/>
          </a:solidFill>
          <a:ln w="9525">
            <a:noFill/>
            <a:miter lim="800000"/>
            <a:headEnd/>
            <a:tailEnd/>
          </a:ln>
        </p:spPr>
        <p:txBody>
          <a:bodyPr/>
          <a:lstStyle/>
          <a:p>
            <a:pPr marL="342900" indent="-342900" eaLnBrk="0" hangingPunct="0">
              <a:spcBef>
                <a:spcPct val="20000"/>
              </a:spcBef>
              <a:buFont typeface="Wingdings" pitchFamily="2" charset="2"/>
              <a:buNone/>
              <a:defRPr/>
            </a:pPr>
            <a:r>
              <a:rPr lang="en-US" altLang="zh-CN" sz="2800" b="1" kern="0" dirty="0">
                <a:latin typeface="+mn-lt"/>
                <a:ea typeface="+mn-ea"/>
              </a:rPr>
              <a:t>void </a:t>
            </a:r>
            <a:r>
              <a:rPr lang="en-US" altLang="zh-CN" sz="2800" b="1" kern="0" dirty="0" err="1">
                <a:latin typeface="+mn-lt"/>
                <a:ea typeface="+mn-ea"/>
              </a:rPr>
              <a:t>inv</a:t>
            </a:r>
            <a:r>
              <a:rPr lang="en-US" altLang="zh-CN" sz="2800" b="1" kern="0" dirty="0">
                <a:latin typeface="+mn-lt"/>
                <a:ea typeface="+mn-ea"/>
              </a:rPr>
              <a:t>(</a:t>
            </a:r>
            <a:r>
              <a:rPr lang="en-US" altLang="zh-CN" sz="2800" b="1" kern="0" dirty="0" err="1">
                <a:latin typeface="+mn-lt"/>
                <a:ea typeface="+mn-ea"/>
              </a:rPr>
              <a:t>int</a:t>
            </a:r>
            <a:r>
              <a:rPr lang="en-US" altLang="zh-CN" sz="2800" b="1" kern="0" dirty="0">
                <a:latin typeface="+mn-lt"/>
                <a:ea typeface="+mn-ea"/>
              </a:rPr>
              <a:t> </a:t>
            </a:r>
            <a:r>
              <a:rPr lang="en-US" altLang="zh-CN" sz="2800" b="1" kern="0" dirty="0" smtClean="0">
                <a:latin typeface="+mn-lt"/>
                <a:ea typeface="+mn-ea"/>
              </a:rPr>
              <a:t>*</a:t>
            </a:r>
            <a:r>
              <a:rPr lang="en-US" altLang="zh-CN" sz="2800" b="1" kern="0" dirty="0" err="1" smtClean="0">
                <a:latin typeface="+mn-lt"/>
                <a:ea typeface="+mn-ea"/>
              </a:rPr>
              <a:t>x,int</a:t>
            </a:r>
            <a:r>
              <a:rPr lang="en-US" altLang="zh-CN" sz="2800" b="1" kern="0" dirty="0" smtClean="0">
                <a:latin typeface="+mn-lt"/>
                <a:ea typeface="+mn-ea"/>
              </a:rPr>
              <a:t> </a:t>
            </a:r>
            <a:r>
              <a:rPr lang="en-US" altLang="zh-CN" sz="2800" b="1" kern="0" dirty="0">
                <a:latin typeface="+mn-lt"/>
                <a:ea typeface="+mn-ea"/>
              </a:rPr>
              <a:t>n) </a:t>
            </a:r>
            <a:endParaRPr lang="zh-CN" altLang="zh-CN" sz="2800" b="1" kern="0" dirty="0">
              <a:latin typeface="+mn-lt"/>
              <a:ea typeface="+mn-ea"/>
            </a:endParaRPr>
          </a:p>
          <a:p>
            <a:pPr marL="342900" indent="-342900" eaLnBrk="0" hangingPunct="0">
              <a:spcBef>
                <a:spcPct val="20000"/>
              </a:spcBef>
              <a:buFont typeface="Wingdings" pitchFamily="2" charset="2"/>
              <a:buNone/>
              <a:defRPr/>
            </a:pPr>
            <a:r>
              <a:rPr lang="en-US" altLang="zh-CN" sz="2800" b="1" kern="0" dirty="0">
                <a:latin typeface="+mn-lt"/>
                <a:ea typeface="+mn-ea"/>
              </a:rPr>
              <a:t>{ </a:t>
            </a:r>
            <a:r>
              <a:rPr lang="en-US" altLang="zh-CN" sz="2800" b="1" kern="0" dirty="0" err="1">
                <a:latin typeface="+mn-lt"/>
                <a:ea typeface="+mn-ea"/>
              </a:rPr>
              <a:t>int</a:t>
            </a:r>
            <a:r>
              <a:rPr lang="en-US" altLang="zh-CN" sz="2800" b="1" kern="0" dirty="0">
                <a:latin typeface="+mn-lt"/>
                <a:ea typeface="+mn-ea"/>
              </a:rPr>
              <a:t> temp,*i,*</a:t>
            </a:r>
            <a:r>
              <a:rPr lang="en-US" altLang="zh-CN" sz="2800" b="1" kern="0" dirty="0" err="1" smtClean="0">
                <a:latin typeface="+mn-lt"/>
                <a:ea typeface="+mn-ea"/>
              </a:rPr>
              <a:t>j,m</a:t>
            </a:r>
            <a:r>
              <a:rPr lang="en-US" altLang="zh-CN" sz="2800" b="1" kern="0" dirty="0">
                <a:latin typeface="+mn-lt"/>
                <a:ea typeface="+mn-ea"/>
              </a:rPr>
              <a:t>=(n-1)/2;</a:t>
            </a:r>
            <a:endParaRPr lang="zh-CN" altLang="zh-CN" sz="2800" b="1" kern="0" dirty="0">
              <a:latin typeface="+mn-lt"/>
              <a:ea typeface="+mn-ea"/>
            </a:endParaRPr>
          </a:p>
          <a:p>
            <a:pPr>
              <a:defRPr/>
            </a:pPr>
            <a:r>
              <a:rPr lang="en-US" altLang="zh-CN" sz="2800" b="1" kern="0" dirty="0">
                <a:latin typeface="+mn-lt"/>
                <a:ea typeface="+mn-ea"/>
              </a:rPr>
              <a:t>   i=x;  </a:t>
            </a:r>
            <a:r>
              <a:rPr lang="en-US" altLang="zh-CN" sz="2800" b="1" kern="0" dirty="0" smtClean="0">
                <a:latin typeface="+mn-lt"/>
                <a:ea typeface="+mn-ea"/>
              </a:rPr>
              <a:t>j=x+n-1;p=</a:t>
            </a:r>
            <a:r>
              <a:rPr lang="en-US" altLang="zh-CN" sz="2800" b="1" kern="0" dirty="0" err="1" smtClean="0">
                <a:latin typeface="+mn-lt"/>
                <a:ea typeface="+mn-ea"/>
              </a:rPr>
              <a:t>x+m</a:t>
            </a:r>
            <a:r>
              <a:rPr lang="en-US" altLang="zh-CN" sz="2800" b="1" kern="0" dirty="0" smtClean="0">
                <a:latin typeface="+mn-lt"/>
                <a:ea typeface="+mn-ea"/>
              </a:rPr>
              <a:t>;</a:t>
            </a:r>
            <a:endParaRPr lang="zh-CN" altLang="zh-CN" sz="2800" b="1" kern="0" dirty="0">
              <a:latin typeface="+mn-lt"/>
              <a:ea typeface="+mn-ea"/>
            </a:endParaRPr>
          </a:p>
          <a:p>
            <a:pPr>
              <a:defRPr/>
            </a:pPr>
            <a:r>
              <a:rPr lang="en-US" altLang="zh-CN" sz="2800" b="1" kern="0" dirty="0">
                <a:latin typeface="+mn-lt"/>
                <a:ea typeface="+mn-ea"/>
              </a:rPr>
              <a:t>   for(   ; </a:t>
            </a:r>
            <a:r>
              <a:rPr lang="en-US" altLang="zh-CN" sz="2800" b="1" kern="0" dirty="0" err="1">
                <a:latin typeface="+mn-lt"/>
                <a:ea typeface="+mn-ea"/>
              </a:rPr>
              <a:t>i</a:t>
            </a:r>
            <a:r>
              <a:rPr lang="en-US" altLang="zh-CN" sz="2800" b="1" kern="0" dirty="0">
                <a:latin typeface="+mn-lt"/>
                <a:ea typeface="+mn-ea"/>
              </a:rPr>
              <a:t>&lt;j; </a:t>
            </a:r>
            <a:r>
              <a:rPr lang="en-US" altLang="zh-CN" sz="2800" b="1" kern="0" dirty="0" err="1">
                <a:latin typeface="+mn-lt"/>
                <a:ea typeface="+mn-ea"/>
              </a:rPr>
              <a:t>i</a:t>
            </a:r>
            <a:r>
              <a:rPr lang="en-US" altLang="zh-CN" sz="2800" b="1" kern="0" dirty="0">
                <a:latin typeface="+mn-lt"/>
                <a:ea typeface="+mn-ea"/>
              </a:rPr>
              <a:t>++,j--)</a:t>
            </a:r>
            <a:endParaRPr lang="zh-CN" altLang="zh-CN" sz="2800" b="1" kern="0" dirty="0">
              <a:latin typeface="+mn-lt"/>
              <a:ea typeface="+mn-ea"/>
            </a:endParaRPr>
          </a:p>
          <a:p>
            <a:pPr>
              <a:defRPr/>
            </a:pPr>
            <a:r>
              <a:rPr lang="en-US" altLang="zh-CN" sz="2800" b="1" kern="0" dirty="0">
                <a:latin typeface="+mn-lt"/>
                <a:ea typeface="+mn-ea"/>
              </a:rPr>
              <a:t>   { temp=*</a:t>
            </a:r>
            <a:r>
              <a:rPr lang="en-US" altLang="zh-CN" sz="2800" b="1" kern="0" dirty="0" err="1">
                <a:latin typeface="+mn-lt"/>
                <a:ea typeface="+mn-ea"/>
              </a:rPr>
              <a:t>i</a:t>
            </a:r>
            <a:r>
              <a:rPr lang="en-US" altLang="zh-CN" sz="2800" b="1" kern="0" dirty="0">
                <a:latin typeface="+mn-lt"/>
                <a:ea typeface="+mn-ea"/>
              </a:rPr>
              <a:t>; *</a:t>
            </a:r>
            <a:r>
              <a:rPr lang="en-US" altLang="zh-CN" sz="2800" b="1" kern="0" dirty="0" err="1">
                <a:latin typeface="+mn-lt"/>
                <a:ea typeface="+mn-ea"/>
              </a:rPr>
              <a:t>i</a:t>
            </a:r>
            <a:r>
              <a:rPr lang="en-US" altLang="zh-CN" sz="2800" b="1" kern="0" dirty="0">
                <a:latin typeface="+mn-lt"/>
                <a:ea typeface="+mn-ea"/>
              </a:rPr>
              <a:t>=*j; *j=temp; }</a:t>
            </a:r>
          </a:p>
          <a:p>
            <a:pPr>
              <a:defRPr/>
            </a:pPr>
            <a:r>
              <a:rPr lang="en-US" altLang="zh-CN" sz="2800" b="1" kern="0" dirty="0">
                <a:latin typeface="+mn-lt"/>
                <a:ea typeface="+mn-ea"/>
              </a:rPr>
              <a:t>}</a:t>
            </a:r>
            <a:endParaRPr lang="zh-CN" altLang="en-US" sz="2800" b="1" kern="0" dirty="0">
              <a:latin typeface="+mn-lt"/>
              <a:ea typeface="+mn-ea"/>
            </a:endParaRPr>
          </a:p>
        </p:txBody>
      </p:sp>
      <p:sp>
        <p:nvSpPr>
          <p:cNvPr id="5" name="圆角矩形标注 4"/>
          <p:cNvSpPr/>
          <p:nvPr/>
        </p:nvSpPr>
        <p:spPr bwMode="auto">
          <a:xfrm>
            <a:off x="357188" y="4714875"/>
            <a:ext cx="1143000" cy="714375"/>
          </a:xfrm>
          <a:prstGeom prst="wedgeRoundRectCallout">
            <a:avLst>
              <a:gd name="adj1" fmla="val 75080"/>
              <a:gd name="adj2" fmla="val -107765"/>
              <a:gd name="adj3" fmla="val 16667"/>
            </a:avLst>
          </a:prstGeom>
          <a:solidFill>
            <a:srgbClr val="FFFFCC"/>
          </a:solidFill>
          <a:ln w="9525" cap="flat" cmpd="sng" algn="ctr">
            <a:solidFill>
              <a:schemeClr val="tx1"/>
            </a:solidFill>
            <a:prstDash val="solid"/>
            <a:miter lim="800000"/>
            <a:headEnd type="none" w="med" len="med"/>
            <a:tailEnd type="none" w="med" len="med"/>
          </a:ln>
          <a:effectLst/>
        </p:spPr>
        <p:txBody>
          <a:bodyPr/>
          <a:lstStyle/>
          <a:p>
            <a:pPr algn="ctr"/>
            <a:r>
              <a:rPr lang="zh-CN" altLang="en-US" sz="2800" b="1" dirty="0">
                <a:solidFill>
                  <a:srgbClr val="FF0000"/>
                </a:solidFill>
                <a:latin typeface="黑体" pitchFamily="49" charset="-122"/>
                <a:ea typeface="黑体" pitchFamily="49" charset="-122"/>
              </a:rPr>
              <a:t>优化</a:t>
            </a:r>
            <a:endParaRPr lang="zh-CN" altLang="zh-CN" sz="2800" b="1" dirty="0">
              <a:solidFill>
                <a:srgbClr val="FF0000"/>
              </a:solidFill>
              <a:latin typeface="黑体" pitchFamily="49" charset="-122"/>
              <a:ea typeface="黑体" pitchFamily="49" charset="-122"/>
            </a:endParaRPr>
          </a:p>
        </p:txBody>
      </p:sp>
      <p:pic>
        <p:nvPicPr>
          <p:cNvPr id="71685" name="图片 5" descr="Untitled2.png">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429625" y="6143625"/>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2218107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par>
                          <p:cTn id="8" fill="hold" nodeType="afterGroup">
                            <p:stCondLst>
                              <p:cond delay="500"/>
                            </p:stCondLst>
                            <p:childTnLst>
                              <p:par>
                                <p:cTn id="9" presetID="3" presetClass="entr" presetSubtype="10"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blinds(horizontal)">
                                      <p:cBhvr>
                                        <p:cTn id="11"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内容占位符 2"/>
          <p:cNvSpPr>
            <a:spLocks noGrp="1"/>
          </p:cNvSpPr>
          <p:nvPr>
            <p:ph idx="1"/>
          </p:nvPr>
        </p:nvSpPr>
        <p:spPr>
          <a:xfrm>
            <a:off x="478163" y="188640"/>
            <a:ext cx="8153400" cy="642938"/>
          </a:xfrm>
        </p:spPr>
        <p:txBody>
          <a:bodyPr/>
          <a:lstStyle/>
          <a:p>
            <a:pPr>
              <a:buFont typeface="Wingdings" pitchFamily="2" charset="2"/>
              <a:buNone/>
            </a:pPr>
            <a:r>
              <a:rPr lang="zh-CN" altLang="zh-CN" sz="2800" dirty="0" smtClean="0">
                <a:latin typeface="黑体" pitchFamily="49" charset="-122"/>
                <a:ea typeface="黑体" pitchFamily="49" charset="-122"/>
              </a:rPr>
              <a:t>例</a:t>
            </a:r>
            <a:r>
              <a:rPr lang="en-US" altLang="zh-CN" sz="2800" dirty="0" smtClean="0">
                <a:latin typeface="黑体" pitchFamily="49" charset="-122"/>
                <a:ea typeface="黑体" pitchFamily="49" charset="-122"/>
              </a:rPr>
              <a:t>8.9 </a:t>
            </a:r>
            <a:r>
              <a:rPr lang="zh-CN" altLang="zh-CN" sz="2800" dirty="0" smtClean="0">
                <a:latin typeface="黑体" pitchFamily="49" charset="-122"/>
                <a:ea typeface="黑体" pitchFamily="49" charset="-122"/>
              </a:rPr>
              <a:t>改写例</a:t>
            </a:r>
            <a:r>
              <a:rPr lang="en-US" altLang="zh-CN" sz="2800" dirty="0" smtClean="0">
                <a:latin typeface="黑体" pitchFamily="49" charset="-122"/>
                <a:ea typeface="黑体" pitchFamily="49" charset="-122"/>
              </a:rPr>
              <a:t>8.8</a:t>
            </a:r>
            <a:r>
              <a:rPr lang="zh-CN" altLang="zh-CN" sz="2800" dirty="0" smtClean="0">
                <a:latin typeface="黑体" pitchFamily="49" charset="-122"/>
                <a:ea typeface="黑体" pitchFamily="49" charset="-122"/>
              </a:rPr>
              <a:t>，用指针变量作实参。</a:t>
            </a:r>
            <a:endParaRPr lang="zh-CN" altLang="en-US" sz="2800" dirty="0" smtClean="0">
              <a:latin typeface="黑体" pitchFamily="49" charset="-122"/>
              <a:ea typeface="黑体" pitchFamily="49" charset="-122"/>
            </a:endParaRPr>
          </a:p>
        </p:txBody>
      </p:sp>
      <p:sp>
        <p:nvSpPr>
          <p:cNvPr id="4" name="内容占位符 2"/>
          <p:cNvSpPr txBox="1">
            <a:spLocks/>
          </p:cNvSpPr>
          <p:nvPr/>
        </p:nvSpPr>
        <p:spPr bwMode="auto">
          <a:xfrm>
            <a:off x="511175" y="764704"/>
            <a:ext cx="8153400" cy="5500687"/>
          </a:xfrm>
          <a:prstGeom prst="rect">
            <a:avLst/>
          </a:prstGeom>
          <a:noFill/>
          <a:ln w="9525">
            <a:noFill/>
            <a:miter lim="800000"/>
            <a:headEnd/>
            <a:tailEnd/>
          </a:ln>
        </p:spPr>
        <p:txBody>
          <a:bodyPr/>
          <a:lstStyle/>
          <a:p>
            <a:pPr marL="342900" indent="-342900" eaLnBrk="0" hangingPunct="0">
              <a:lnSpc>
                <a:spcPts val="3000"/>
              </a:lnSpc>
              <a:spcBef>
                <a:spcPct val="20000"/>
              </a:spcBef>
              <a:buFont typeface="Wingdings" pitchFamily="2" charset="2"/>
              <a:buNone/>
              <a:defRPr/>
            </a:pPr>
            <a:r>
              <a:rPr lang="en-US" altLang="zh-CN" sz="2800" b="1" kern="0" dirty="0">
                <a:latin typeface="+mn-lt"/>
                <a:ea typeface="+mn-ea"/>
              </a:rPr>
              <a:t>#include &lt;</a:t>
            </a:r>
            <a:r>
              <a:rPr lang="en-US" altLang="zh-CN" sz="2800" b="1" kern="0" dirty="0" err="1">
                <a:latin typeface="+mn-lt"/>
                <a:ea typeface="+mn-ea"/>
              </a:rPr>
              <a:t>stdio.h</a:t>
            </a:r>
            <a:r>
              <a:rPr lang="en-US" altLang="zh-CN" sz="2800" b="1" kern="0" dirty="0">
                <a:latin typeface="+mn-lt"/>
                <a:ea typeface="+mn-ea"/>
              </a:rPr>
              <a:t>&gt;</a:t>
            </a:r>
            <a:endParaRPr lang="zh-CN" altLang="zh-CN" sz="2800" b="1" kern="0" dirty="0">
              <a:latin typeface="+mn-lt"/>
              <a:ea typeface="+mn-ea"/>
            </a:endParaRPr>
          </a:p>
          <a:p>
            <a:pPr marL="342900" indent="-342900" eaLnBrk="0" hangingPunct="0">
              <a:lnSpc>
                <a:spcPts val="3000"/>
              </a:lnSpc>
              <a:spcBef>
                <a:spcPct val="20000"/>
              </a:spcBef>
              <a:buFont typeface="Wingdings" pitchFamily="2" charset="2"/>
              <a:buNone/>
              <a:defRPr/>
            </a:pPr>
            <a:r>
              <a:rPr lang="en-US" altLang="zh-CN" sz="2800" b="1" kern="0" dirty="0" err="1">
                <a:latin typeface="+mn-lt"/>
                <a:ea typeface="+mn-ea"/>
              </a:rPr>
              <a:t>int</a:t>
            </a:r>
            <a:r>
              <a:rPr lang="en-US" altLang="zh-CN" sz="2800" b="1" kern="0" dirty="0">
                <a:latin typeface="+mn-lt"/>
                <a:ea typeface="+mn-ea"/>
              </a:rPr>
              <a:t> main()</a:t>
            </a:r>
            <a:endParaRPr lang="zh-CN" altLang="zh-CN" sz="2800" b="1" kern="0" dirty="0">
              <a:latin typeface="+mn-lt"/>
              <a:ea typeface="+mn-ea"/>
            </a:endParaRPr>
          </a:p>
          <a:p>
            <a:pPr marL="342900" indent="-342900" eaLnBrk="0" hangingPunct="0">
              <a:lnSpc>
                <a:spcPts val="3000"/>
              </a:lnSpc>
              <a:spcBef>
                <a:spcPct val="20000"/>
              </a:spcBef>
              <a:defRPr/>
            </a:pPr>
            <a:r>
              <a:rPr lang="en-US" altLang="zh-CN" sz="2800" b="1" kern="0" dirty="0">
                <a:latin typeface="+mn-lt"/>
                <a:ea typeface="+mn-ea"/>
              </a:rPr>
              <a:t>{ void inv(</a:t>
            </a:r>
            <a:r>
              <a:rPr lang="en-US" altLang="zh-CN" sz="2800" b="1" kern="0" dirty="0" err="1">
                <a:latin typeface="+mn-lt"/>
                <a:ea typeface="+mn-ea"/>
              </a:rPr>
              <a:t>int</a:t>
            </a:r>
            <a:r>
              <a:rPr lang="en-US" altLang="zh-CN" sz="2800" b="1" kern="0" dirty="0">
                <a:latin typeface="+mn-lt"/>
                <a:ea typeface="+mn-ea"/>
              </a:rPr>
              <a:t> *</a:t>
            </a:r>
            <a:r>
              <a:rPr lang="en-US" altLang="zh-CN" sz="2800" b="1" kern="0" dirty="0" err="1">
                <a:latin typeface="+mn-lt"/>
                <a:ea typeface="+mn-ea"/>
              </a:rPr>
              <a:t>x,int</a:t>
            </a:r>
            <a:r>
              <a:rPr lang="en-US" altLang="zh-CN" sz="2800" b="1" kern="0" dirty="0">
                <a:latin typeface="+mn-lt"/>
                <a:ea typeface="+mn-ea"/>
              </a:rPr>
              <a:t> n);</a:t>
            </a:r>
            <a:endParaRPr lang="zh-CN" altLang="zh-CN" sz="2800" b="1" kern="0" dirty="0">
              <a:latin typeface="+mn-lt"/>
              <a:ea typeface="+mn-ea"/>
            </a:endParaRPr>
          </a:p>
          <a:p>
            <a:pPr marL="342900" indent="-342900" eaLnBrk="0" hangingPunct="0">
              <a:lnSpc>
                <a:spcPts val="3000"/>
              </a:lnSpc>
              <a:spcBef>
                <a:spcPct val="20000"/>
              </a:spcBef>
              <a:buFont typeface="Wingdings" pitchFamily="2" charset="2"/>
              <a:buNone/>
              <a:defRPr/>
            </a:pPr>
            <a:r>
              <a:rPr lang="en-US" altLang="zh-CN" sz="2800" b="1" kern="0" dirty="0">
                <a:latin typeface="+mn-lt"/>
                <a:ea typeface="+mn-ea"/>
              </a:rPr>
              <a:t>   </a:t>
            </a:r>
            <a:r>
              <a:rPr lang="en-US" altLang="zh-CN" sz="2800" b="1" kern="0" dirty="0" err="1">
                <a:latin typeface="+mn-lt"/>
                <a:ea typeface="+mn-ea"/>
              </a:rPr>
              <a:t>int</a:t>
            </a:r>
            <a:r>
              <a:rPr lang="en-US" altLang="zh-CN" sz="2800" b="1" kern="0" dirty="0">
                <a:latin typeface="+mn-lt"/>
                <a:ea typeface="+mn-ea"/>
              </a:rPr>
              <a:t> </a:t>
            </a:r>
            <a:r>
              <a:rPr lang="en-US" altLang="zh-CN" sz="2800" b="1" kern="0" dirty="0" err="1">
                <a:latin typeface="+mn-lt"/>
                <a:ea typeface="+mn-ea"/>
              </a:rPr>
              <a:t>i</a:t>
            </a:r>
            <a:r>
              <a:rPr lang="en-US" altLang="zh-CN" sz="2800" b="1" kern="0" dirty="0">
                <a:latin typeface="+mn-lt"/>
                <a:ea typeface="+mn-ea"/>
              </a:rPr>
              <a:t>, </a:t>
            </a:r>
            <a:r>
              <a:rPr lang="en-US" altLang="zh-CN" sz="2800" b="1" kern="0" dirty="0" err="1">
                <a:latin typeface="+mn-lt"/>
                <a:ea typeface="+mn-ea"/>
              </a:rPr>
              <a:t>arr</a:t>
            </a:r>
            <a:r>
              <a:rPr lang="en-US" altLang="zh-CN" sz="2800" b="1" kern="0" dirty="0">
                <a:latin typeface="+mn-lt"/>
                <a:ea typeface="+mn-ea"/>
              </a:rPr>
              <a:t>[10],*p=</a:t>
            </a:r>
            <a:r>
              <a:rPr lang="en-US" altLang="zh-CN" sz="2800" b="1" kern="0" dirty="0" err="1">
                <a:latin typeface="+mn-lt"/>
                <a:ea typeface="+mn-ea"/>
              </a:rPr>
              <a:t>arr</a:t>
            </a:r>
            <a:r>
              <a:rPr lang="en-US" altLang="zh-CN" sz="2800" b="1" kern="0" dirty="0">
                <a:latin typeface="+mn-lt"/>
                <a:ea typeface="+mn-ea"/>
              </a:rPr>
              <a:t>;</a:t>
            </a:r>
            <a:endParaRPr lang="zh-CN" altLang="zh-CN" sz="2800" b="1" kern="0" dirty="0">
              <a:latin typeface="+mn-lt"/>
              <a:ea typeface="+mn-ea"/>
            </a:endParaRPr>
          </a:p>
          <a:p>
            <a:pPr marL="342900" indent="-342900" eaLnBrk="0" hangingPunct="0">
              <a:lnSpc>
                <a:spcPts val="3000"/>
              </a:lnSpc>
              <a:spcBef>
                <a:spcPct val="20000"/>
              </a:spcBef>
              <a:buFont typeface="Wingdings" pitchFamily="2" charset="2"/>
              <a:buNone/>
              <a:defRPr/>
            </a:pPr>
            <a:r>
              <a:rPr lang="en-US" altLang="zh-CN" sz="2800" b="1" kern="0" dirty="0">
                <a:latin typeface="+mn-lt"/>
                <a:ea typeface="+mn-ea"/>
              </a:rPr>
              <a:t>   for(</a:t>
            </a:r>
            <a:r>
              <a:rPr lang="en-US" altLang="zh-CN" sz="2800" b="1" kern="0" dirty="0" err="1">
                <a:latin typeface="+mn-lt"/>
                <a:ea typeface="+mn-ea"/>
              </a:rPr>
              <a:t>i</a:t>
            </a:r>
            <a:r>
              <a:rPr lang="en-US" altLang="zh-CN" sz="2800" b="1" kern="0" dirty="0">
                <a:latin typeface="+mn-lt"/>
                <a:ea typeface="+mn-ea"/>
              </a:rPr>
              <a:t>=0;i&lt;10;i++,p++)</a:t>
            </a:r>
          </a:p>
          <a:p>
            <a:pPr marL="342900" indent="-342900" eaLnBrk="0" hangingPunct="0">
              <a:lnSpc>
                <a:spcPts val="3000"/>
              </a:lnSpc>
              <a:spcBef>
                <a:spcPct val="20000"/>
              </a:spcBef>
              <a:buFont typeface="Wingdings" pitchFamily="2" charset="2"/>
              <a:buNone/>
              <a:defRPr/>
            </a:pPr>
            <a:r>
              <a:rPr lang="en-US" altLang="zh-CN" sz="2800" b="1" kern="0" dirty="0">
                <a:latin typeface="+mn-lt"/>
                <a:ea typeface="+mn-ea"/>
              </a:rPr>
              <a:t>       </a:t>
            </a:r>
            <a:r>
              <a:rPr lang="en-US" altLang="zh-CN" sz="2800" b="1" kern="0" dirty="0" err="1">
                <a:latin typeface="+mn-lt"/>
                <a:ea typeface="+mn-ea"/>
              </a:rPr>
              <a:t>scanf</a:t>
            </a:r>
            <a:r>
              <a:rPr lang="en-US" altLang="zh-CN" sz="2800" b="1" kern="0" dirty="0">
                <a:latin typeface="+mn-lt"/>
                <a:ea typeface="+mn-ea"/>
              </a:rPr>
              <a:t>(“%</a:t>
            </a:r>
            <a:r>
              <a:rPr lang="en-US" altLang="zh-CN" sz="2800" b="1" kern="0" dirty="0" err="1">
                <a:latin typeface="+mn-lt"/>
                <a:ea typeface="+mn-ea"/>
              </a:rPr>
              <a:t>d”,p</a:t>
            </a:r>
            <a:r>
              <a:rPr lang="en-US" altLang="zh-CN" sz="2800" b="1" kern="0" dirty="0">
                <a:latin typeface="+mn-lt"/>
                <a:ea typeface="+mn-ea"/>
              </a:rPr>
              <a:t>); </a:t>
            </a:r>
            <a:endParaRPr lang="en-US" altLang="zh-CN" sz="2800" b="1" kern="0" dirty="0" smtClean="0">
              <a:latin typeface="+mn-lt"/>
              <a:ea typeface="+mn-ea"/>
            </a:endParaRPr>
          </a:p>
          <a:p>
            <a:pPr marL="342900" indent="-342900" eaLnBrk="0" hangingPunct="0">
              <a:lnSpc>
                <a:spcPts val="3000"/>
              </a:lnSpc>
              <a:spcBef>
                <a:spcPct val="20000"/>
              </a:spcBef>
              <a:defRPr/>
            </a:pPr>
            <a:r>
              <a:rPr lang="en-US" altLang="zh-CN" sz="2800" b="1" kern="0" dirty="0" smtClean="0"/>
              <a:t>   p=</a:t>
            </a:r>
            <a:r>
              <a:rPr lang="en-US" altLang="zh-CN" sz="2800" b="1" kern="0" dirty="0" err="1" smtClean="0"/>
              <a:t>arr</a:t>
            </a:r>
            <a:r>
              <a:rPr lang="en-US" altLang="zh-CN" sz="2800" b="1" kern="0" dirty="0" smtClean="0"/>
              <a:t>;</a:t>
            </a:r>
            <a:endParaRPr lang="zh-CN" altLang="zh-CN" sz="2800" b="1" kern="0" dirty="0">
              <a:latin typeface="+mn-lt"/>
              <a:ea typeface="+mn-ea"/>
            </a:endParaRPr>
          </a:p>
          <a:p>
            <a:pPr marL="342900" indent="-342900" eaLnBrk="0" hangingPunct="0">
              <a:lnSpc>
                <a:spcPts val="3000"/>
              </a:lnSpc>
              <a:spcBef>
                <a:spcPct val="20000"/>
              </a:spcBef>
              <a:buFont typeface="Wingdings" pitchFamily="2" charset="2"/>
              <a:buNone/>
              <a:defRPr/>
            </a:pPr>
            <a:r>
              <a:rPr lang="en-US" altLang="zh-CN" sz="2800" b="1" kern="0" dirty="0">
                <a:latin typeface="+mn-lt"/>
                <a:ea typeface="+mn-ea"/>
              </a:rPr>
              <a:t>   inv(p,10); </a:t>
            </a:r>
            <a:endParaRPr lang="zh-CN" altLang="zh-CN" sz="2800" b="1" kern="0" dirty="0">
              <a:latin typeface="+mn-lt"/>
              <a:ea typeface="+mn-ea"/>
            </a:endParaRPr>
          </a:p>
          <a:p>
            <a:pPr marL="342900" indent="-342900" eaLnBrk="0" hangingPunct="0">
              <a:lnSpc>
                <a:spcPts val="3000"/>
              </a:lnSpc>
              <a:spcBef>
                <a:spcPct val="20000"/>
              </a:spcBef>
              <a:buFont typeface="Wingdings" pitchFamily="2" charset="2"/>
              <a:buNone/>
              <a:defRPr/>
            </a:pPr>
            <a:r>
              <a:rPr lang="en-US" altLang="zh-CN" sz="2800" b="1" kern="0" dirty="0">
                <a:latin typeface="+mn-lt"/>
                <a:ea typeface="+mn-ea"/>
              </a:rPr>
              <a:t>   for(p=</a:t>
            </a:r>
            <a:r>
              <a:rPr lang="en-US" altLang="zh-CN" sz="2800" b="1" kern="0" dirty="0" err="1">
                <a:latin typeface="+mn-lt"/>
                <a:ea typeface="+mn-ea"/>
              </a:rPr>
              <a:t>arr;p</a:t>
            </a:r>
            <a:r>
              <a:rPr lang="en-US" altLang="zh-CN" sz="2800" b="1" kern="0" dirty="0">
                <a:latin typeface="+mn-lt"/>
                <a:ea typeface="+mn-ea"/>
              </a:rPr>
              <a:t>&lt;arr+10;p++) </a:t>
            </a:r>
          </a:p>
          <a:p>
            <a:pPr marL="342900" indent="-342900" eaLnBrk="0" hangingPunct="0">
              <a:lnSpc>
                <a:spcPts val="3000"/>
              </a:lnSpc>
              <a:spcBef>
                <a:spcPct val="20000"/>
              </a:spcBef>
              <a:buFont typeface="Wingdings" pitchFamily="2" charset="2"/>
              <a:buNone/>
              <a:defRPr/>
            </a:pPr>
            <a:r>
              <a:rPr lang="en-US" altLang="zh-CN" sz="2800" b="1" kern="0" dirty="0">
                <a:latin typeface="+mn-lt"/>
                <a:ea typeface="+mn-ea"/>
              </a:rPr>
              <a:t>       </a:t>
            </a:r>
            <a:r>
              <a:rPr lang="en-US" altLang="zh-CN" sz="2800" b="1" kern="0" dirty="0" err="1">
                <a:latin typeface="+mn-lt"/>
                <a:ea typeface="+mn-ea"/>
              </a:rPr>
              <a:t>printf</a:t>
            </a:r>
            <a:r>
              <a:rPr lang="en-US" altLang="zh-CN" sz="2800" b="1" kern="0" dirty="0">
                <a:latin typeface="+mn-lt"/>
                <a:ea typeface="+mn-ea"/>
              </a:rPr>
              <a:t>(“%d ”,*p); </a:t>
            </a:r>
            <a:endParaRPr lang="zh-CN" altLang="zh-CN" sz="2800" b="1" kern="0" dirty="0">
              <a:latin typeface="+mn-lt"/>
              <a:ea typeface="+mn-ea"/>
            </a:endParaRPr>
          </a:p>
          <a:p>
            <a:pPr marL="342900" indent="-342900" eaLnBrk="0" hangingPunct="0">
              <a:lnSpc>
                <a:spcPts val="3000"/>
              </a:lnSpc>
              <a:spcBef>
                <a:spcPct val="20000"/>
              </a:spcBef>
              <a:buFont typeface="Wingdings" pitchFamily="2" charset="2"/>
              <a:buNone/>
              <a:defRPr/>
            </a:pPr>
            <a:r>
              <a:rPr lang="en-US" altLang="zh-CN" sz="2800" b="1" kern="0" dirty="0">
                <a:latin typeface="+mn-lt"/>
                <a:ea typeface="+mn-ea"/>
              </a:rPr>
              <a:t>   </a:t>
            </a:r>
            <a:r>
              <a:rPr lang="en-US" altLang="zh-CN" sz="2800" b="1" kern="0" dirty="0" err="1">
                <a:latin typeface="+mn-lt"/>
                <a:ea typeface="+mn-ea"/>
              </a:rPr>
              <a:t>printf</a:t>
            </a:r>
            <a:r>
              <a:rPr lang="en-US" altLang="zh-CN" sz="2800" b="1" kern="0" dirty="0">
                <a:latin typeface="+mn-lt"/>
                <a:ea typeface="+mn-ea"/>
              </a:rPr>
              <a:t>("\n");</a:t>
            </a:r>
            <a:endParaRPr lang="zh-CN" altLang="zh-CN" sz="2800" b="1" kern="0" dirty="0">
              <a:latin typeface="+mn-lt"/>
              <a:ea typeface="+mn-ea"/>
            </a:endParaRPr>
          </a:p>
          <a:p>
            <a:pPr marL="342900" indent="-342900" eaLnBrk="0" hangingPunct="0">
              <a:lnSpc>
                <a:spcPts val="3000"/>
              </a:lnSpc>
              <a:spcBef>
                <a:spcPct val="20000"/>
              </a:spcBef>
              <a:buFont typeface="Wingdings" pitchFamily="2" charset="2"/>
              <a:buNone/>
              <a:defRPr/>
            </a:pPr>
            <a:r>
              <a:rPr lang="en-US" altLang="zh-CN" sz="2800" b="1" kern="0" dirty="0">
                <a:latin typeface="+mn-lt"/>
                <a:ea typeface="+mn-ea"/>
              </a:rPr>
              <a:t>   return 0;</a:t>
            </a:r>
            <a:endParaRPr lang="zh-CN" altLang="zh-CN" sz="2800" b="1" kern="0" dirty="0">
              <a:latin typeface="+mn-lt"/>
              <a:ea typeface="+mn-ea"/>
            </a:endParaRPr>
          </a:p>
          <a:p>
            <a:pPr marL="342900" indent="-342900" eaLnBrk="0" hangingPunct="0">
              <a:lnSpc>
                <a:spcPts val="3000"/>
              </a:lnSpc>
              <a:spcBef>
                <a:spcPct val="20000"/>
              </a:spcBef>
              <a:buFont typeface="Wingdings" pitchFamily="2" charset="2"/>
              <a:buNone/>
              <a:defRPr/>
            </a:pPr>
            <a:r>
              <a:rPr lang="en-US" altLang="zh-CN" sz="2800" b="1" kern="0" dirty="0">
                <a:latin typeface="+mn-lt"/>
                <a:ea typeface="+mn-ea"/>
              </a:rPr>
              <a:t>}</a:t>
            </a:r>
            <a:endParaRPr lang="zh-CN" altLang="zh-CN" sz="2800" b="1" kern="0" dirty="0">
              <a:latin typeface="+mn-lt"/>
              <a:ea typeface="+mn-ea"/>
            </a:endParaRPr>
          </a:p>
          <a:p>
            <a:pPr marL="342900" indent="-342900" eaLnBrk="0" hangingPunct="0">
              <a:lnSpc>
                <a:spcPts val="3000"/>
              </a:lnSpc>
              <a:spcBef>
                <a:spcPct val="20000"/>
              </a:spcBef>
              <a:buFont typeface="Wingdings" pitchFamily="2" charset="2"/>
              <a:buNone/>
              <a:defRPr/>
            </a:pPr>
            <a:endParaRPr lang="zh-CN" altLang="en-US" sz="2800" b="1" kern="0" dirty="0">
              <a:latin typeface="+mn-lt"/>
              <a:ea typeface="+mn-ea"/>
            </a:endParaRPr>
          </a:p>
        </p:txBody>
      </p:sp>
      <p:sp>
        <p:nvSpPr>
          <p:cNvPr id="5" name="圆角矩形标注 4"/>
          <p:cNvSpPr>
            <a:spLocks noChangeArrowheads="1"/>
          </p:cNvSpPr>
          <p:nvPr/>
        </p:nvSpPr>
        <p:spPr bwMode="auto">
          <a:xfrm>
            <a:off x="4211960" y="1052736"/>
            <a:ext cx="2571750" cy="714375"/>
          </a:xfrm>
          <a:prstGeom prst="wedgeRoundRectCallout">
            <a:avLst>
              <a:gd name="adj1" fmla="val -53236"/>
              <a:gd name="adj2" fmla="val 139181"/>
              <a:gd name="adj3" fmla="val 16667"/>
            </a:avLst>
          </a:prstGeom>
          <a:solidFill>
            <a:srgbClr val="FFFFCC"/>
          </a:solidFill>
          <a:ln w="9525" algn="ctr">
            <a:solidFill>
              <a:schemeClr val="tx1"/>
            </a:solidFill>
            <a:miter lim="800000"/>
            <a:headEnd/>
            <a:tailEnd/>
          </a:ln>
        </p:spPr>
        <p:txBody>
          <a:bodyPr/>
          <a:lstStyle/>
          <a:p>
            <a:pPr algn="ctr"/>
            <a:r>
              <a:rPr lang="zh-CN" altLang="en-US" sz="2800" b="1" dirty="0">
                <a:solidFill>
                  <a:srgbClr val="FF0000"/>
                </a:solidFill>
                <a:latin typeface="黑体" pitchFamily="49" charset="-122"/>
                <a:ea typeface="黑体" pitchFamily="49" charset="-122"/>
              </a:rPr>
              <a:t>不可少！！！</a:t>
            </a:r>
            <a:endParaRPr lang="en-US" altLang="zh-CN" sz="2800" b="1" dirty="0">
              <a:solidFill>
                <a:srgbClr val="FF0000"/>
              </a:solidFill>
              <a:latin typeface="黑体" pitchFamily="49" charset="-122"/>
              <a:ea typeface="黑体" pitchFamily="49" charset="-122"/>
            </a:endParaRPr>
          </a:p>
        </p:txBody>
      </p:sp>
      <p:sp>
        <p:nvSpPr>
          <p:cNvPr id="6" name="矩形 5"/>
          <p:cNvSpPr>
            <a:spLocks noChangeArrowheads="1"/>
          </p:cNvSpPr>
          <p:nvPr/>
        </p:nvSpPr>
        <p:spPr bwMode="auto">
          <a:xfrm>
            <a:off x="2783210" y="2143125"/>
            <a:ext cx="1428750" cy="571500"/>
          </a:xfrm>
          <a:prstGeom prst="rect">
            <a:avLst/>
          </a:prstGeom>
          <a:noFill/>
          <a:ln w="38100" algn="ctr">
            <a:solidFill>
              <a:srgbClr val="9D138D"/>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solidFill>
                <a:srgbClr val="FF0000"/>
              </a:solidFill>
            </a:endParaRPr>
          </a:p>
        </p:txBody>
      </p:sp>
      <p:pic>
        <p:nvPicPr>
          <p:cNvPr id="72710" name="图片 6" descr="Untitled2.png">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429625" y="6143625"/>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圆角矩形标注 6"/>
          <p:cNvSpPr>
            <a:spLocks noChangeArrowheads="1"/>
          </p:cNvSpPr>
          <p:nvPr/>
        </p:nvSpPr>
        <p:spPr bwMode="auto">
          <a:xfrm>
            <a:off x="4211959" y="3362697"/>
            <a:ext cx="4217665" cy="714375"/>
          </a:xfrm>
          <a:prstGeom prst="wedgeRoundRectCallout">
            <a:avLst>
              <a:gd name="adj1" fmla="val -98576"/>
              <a:gd name="adj2" fmla="val 18823"/>
              <a:gd name="adj3" fmla="val 16667"/>
            </a:avLst>
          </a:prstGeom>
          <a:solidFill>
            <a:srgbClr val="FFFFCC"/>
          </a:solidFill>
          <a:ln w="9525" algn="ctr">
            <a:solidFill>
              <a:schemeClr val="tx1"/>
            </a:solidFill>
            <a:miter lim="800000"/>
            <a:headEnd/>
            <a:tailEnd/>
          </a:ln>
        </p:spPr>
        <p:txBody>
          <a:bodyPr/>
          <a:lstStyle/>
          <a:p>
            <a:pPr algn="ctr"/>
            <a:r>
              <a:rPr lang="zh-CN" altLang="en-US" sz="2800" b="1" dirty="0" smtClean="0">
                <a:solidFill>
                  <a:srgbClr val="FF0000"/>
                </a:solidFill>
                <a:latin typeface="黑体" pitchFamily="49" charset="-122"/>
                <a:ea typeface="黑体" pitchFamily="49" charset="-122"/>
              </a:rPr>
              <a:t>指针变量</a:t>
            </a:r>
            <a:r>
              <a:rPr lang="en-US" altLang="zh-CN" sz="2800" b="1" dirty="0" smtClean="0">
                <a:solidFill>
                  <a:srgbClr val="FF0000"/>
                </a:solidFill>
                <a:latin typeface="黑体" pitchFamily="49" charset="-122"/>
                <a:ea typeface="黑体" pitchFamily="49" charset="-122"/>
              </a:rPr>
              <a:t>P</a:t>
            </a:r>
            <a:r>
              <a:rPr lang="zh-CN" altLang="en-US" sz="2800" b="1" dirty="0" smtClean="0">
                <a:solidFill>
                  <a:srgbClr val="FF0000"/>
                </a:solidFill>
                <a:latin typeface="黑体" pitchFamily="49" charset="-122"/>
                <a:ea typeface="黑体" pitchFamily="49" charset="-122"/>
              </a:rPr>
              <a:t>重新指向</a:t>
            </a:r>
            <a:r>
              <a:rPr lang="en-US" altLang="zh-CN" sz="2800" b="1" dirty="0" err="1" smtClean="0">
                <a:solidFill>
                  <a:srgbClr val="FF0000"/>
                </a:solidFill>
                <a:latin typeface="黑体" pitchFamily="49" charset="-122"/>
                <a:ea typeface="黑体" pitchFamily="49" charset="-122"/>
              </a:rPr>
              <a:t>arr</a:t>
            </a:r>
            <a:r>
              <a:rPr lang="en-US" altLang="zh-CN" sz="2800" b="1" dirty="0" smtClean="0">
                <a:solidFill>
                  <a:srgbClr val="FF0000"/>
                </a:solidFill>
                <a:latin typeface="黑体" pitchFamily="49" charset="-122"/>
                <a:ea typeface="黑体" pitchFamily="49" charset="-122"/>
              </a:rPr>
              <a:t>[0]</a:t>
            </a:r>
            <a:endParaRPr lang="en-US" altLang="zh-CN" sz="2800" b="1" dirty="0">
              <a:solidFill>
                <a:srgbClr val="FF0000"/>
              </a:solidFill>
              <a:latin typeface="黑体" pitchFamily="49" charset="-122"/>
              <a:ea typeface="黑体" pitchFamily="49" charset="-122"/>
            </a:endParaRPr>
          </a:p>
        </p:txBody>
      </p:sp>
      <p:sp>
        <p:nvSpPr>
          <p:cNvPr id="8" name="矩形 7"/>
          <p:cNvSpPr>
            <a:spLocks noChangeArrowheads="1"/>
          </p:cNvSpPr>
          <p:nvPr/>
        </p:nvSpPr>
        <p:spPr bwMode="auto">
          <a:xfrm>
            <a:off x="827584" y="3505572"/>
            <a:ext cx="1428750" cy="571500"/>
          </a:xfrm>
          <a:prstGeom prst="rect">
            <a:avLst/>
          </a:prstGeom>
          <a:noFill/>
          <a:ln w="38100" algn="ctr">
            <a:solidFill>
              <a:srgbClr val="9D138D"/>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solidFill>
                <a:srgbClr val="FF0000"/>
              </a:solidFill>
            </a:endParaRPr>
          </a:p>
        </p:txBody>
      </p:sp>
    </p:spTree>
    <p:extLst>
      <p:ext uri="{BB962C8B-B14F-4D97-AF65-F5344CB8AC3E}">
        <p14:creationId xmlns:p14="http://schemas.microsoft.com/office/powerpoint/2010/main" val="297394439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linds(horizontal)">
                                      <p:cBhvr>
                                        <p:cTn id="12" dur="500"/>
                                        <p:tgtEl>
                                          <p:spTgt spid="6"/>
                                        </p:tgtEl>
                                      </p:cBhvr>
                                    </p:animEffect>
                                  </p:childTnLst>
                                </p:cTn>
                              </p:par>
                            </p:childTnLst>
                          </p:cTn>
                        </p:par>
                        <p:par>
                          <p:cTn id="13" fill="hold" nodeType="afterGroup">
                            <p:stCondLst>
                              <p:cond delay="500"/>
                            </p:stCondLst>
                            <p:childTnLst>
                              <p:par>
                                <p:cTn id="14" presetID="3" presetClass="entr" presetSubtype="10" fill="hold" grpId="0" nodeType="after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blinds(horizontal)">
                                      <p:cBhvr>
                                        <p:cTn id="16" dur="500"/>
                                        <p:tgtEl>
                                          <p:spTgt spid="5"/>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blinds(horizontal)">
                                      <p:cBhvr>
                                        <p:cTn id="21" dur="500"/>
                                        <p:tgtEl>
                                          <p:spTgt spid="8"/>
                                        </p:tgtEl>
                                      </p:cBhvr>
                                    </p:animEffect>
                                  </p:childTnLst>
                                </p:cTn>
                              </p:par>
                            </p:childTnLst>
                          </p:cTn>
                        </p:par>
                        <p:par>
                          <p:cTn id="22" fill="hold">
                            <p:stCondLst>
                              <p:cond delay="500"/>
                            </p:stCondLst>
                            <p:childTnLst>
                              <p:par>
                                <p:cTn id="23" presetID="3" presetClass="entr" presetSubtype="10" fill="hold" grpId="0" nodeType="after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blinds(horizontal)">
                                      <p:cBhvr>
                                        <p:cTn id="25"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animBg="1"/>
      <p:bldP spid="6" grpId="0" animBg="1"/>
      <p:bldP spid="7" grpId="0" animBg="1"/>
      <p:bldP spid="8" grpId="0" animBg="1"/>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79512" y="785813"/>
            <a:ext cx="8856984" cy="5572125"/>
          </a:xfrm>
        </p:spPr>
        <p:txBody>
          <a:bodyPr/>
          <a:lstStyle/>
          <a:p>
            <a:pPr marL="0" indent="0">
              <a:lnSpc>
                <a:spcPct val="150000"/>
              </a:lnSpc>
              <a:spcBef>
                <a:spcPts val="0"/>
              </a:spcBef>
              <a:buFont typeface="Wingdings" pitchFamily="2" charset="2"/>
              <a:buNone/>
            </a:pPr>
            <a:r>
              <a:rPr lang="zh-CN" altLang="zh-CN" sz="2800" dirty="0" smtClean="0">
                <a:latin typeface="黑体" pitchFamily="49" charset="-122"/>
                <a:ea typeface="黑体" pitchFamily="49" charset="-122"/>
              </a:rPr>
              <a:t>例</a:t>
            </a:r>
            <a:r>
              <a:rPr lang="en-US" altLang="zh-CN" sz="2800" dirty="0" smtClean="0">
                <a:latin typeface="黑体" pitchFamily="49" charset="-122"/>
                <a:ea typeface="黑体" pitchFamily="49" charset="-122"/>
              </a:rPr>
              <a:t>8.10 </a:t>
            </a:r>
            <a:r>
              <a:rPr lang="zh-CN" altLang="zh-CN" sz="2800" dirty="0" smtClean="0">
                <a:latin typeface="黑体" pitchFamily="49" charset="-122"/>
                <a:ea typeface="黑体" pitchFamily="49" charset="-122"/>
              </a:rPr>
              <a:t>用指针方法对</a:t>
            </a:r>
            <a:r>
              <a:rPr lang="en-US" altLang="zh-CN" sz="2800" dirty="0" smtClean="0">
                <a:latin typeface="黑体" pitchFamily="49" charset="-122"/>
                <a:ea typeface="黑体" pitchFamily="49" charset="-122"/>
              </a:rPr>
              <a:t>10</a:t>
            </a:r>
            <a:r>
              <a:rPr lang="zh-CN" altLang="zh-CN" sz="2800" dirty="0" smtClean="0">
                <a:latin typeface="黑体" pitchFamily="49" charset="-122"/>
                <a:ea typeface="黑体" pitchFamily="49" charset="-122"/>
              </a:rPr>
              <a:t>个整数按由大到小顺序排序。</a:t>
            </a:r>
            <a:endParaRPr lang="en-US" altLang="zh-CN" sz="2800" dirty="0" smtClean="0">
              <a:latin typeface="黑体" pitchFamily="49" charset="-122"/>
              <a:ea typeface="黑体" pitchFamily="49" charset="-122"/>
            </a:endParaRPr>
          </a:p>
          <a:p>
            <a:pPr marL="457200" indent="-457200">
              <a:buFont typeface="Wingdings" pitchFamily="2" charset="2"/>
              <a:buChar char="Ø"/>
            </a:pPr>
            <a:r>
              <a:rPr lang="zh-CN" altLang="zh-CN" sz="2800" dirty="0" smtClean="0">
                <a:latin typeface="黑体" pitchFamily="49" charset="-122"/>
                <a:ea typeface="黑体" pitchFamily="49" charset="-122"/>
              </a:rPr>
              <a:t>解题思路：</a:t>
            </a:r>
            <a:endParaRPr lang="en-US" altLang="zh-CN" sz="2800" dirty="0" smtClean="0">
              <a:latin typeface="黑体" pitchFamily="49" charset="-122"/>
              <a:ea typeface="黑体" pitchFamily="49" charset="-122"/>
            </a:endParaRPr>
          </a:p>
          <a:p>
            <a:pPr marL="0" lvl="1" indent="0">
              <a:lnSpc>
                <a:spcPct val="150000"/>
              </a:lnSpc>
              <a:spcBef>
                <a:spcPts val="0"/>
              </a:spcBef>
              <a:buFont typeface="Wingdings" pitchFamily="2" charset="2"/>
              <a:buChar char="u"/>
            </a:pPr>
            <a:r>
              <a:rPr lang="zh-CN" altLang="zh-CN" sz="2600" dirty="0" smtClean="0">
                <a:latin typeface="黑体" pitchFamily="49" charset="-122"/>
                <a:ea typeface="黑体" pitchFamily="49" charset="-122"/>
              </a:rPr>
              <a:t>在主函数中定义数组</a:t>
            </a:r>
            <a:r>
              <a:rPr lang="en-US" altLang="zh-CN" sz="2600" dirty="0" smtClean="0">
                <a:latin typeface="黑体" pitchFamily="49" charset="-122"/>
                <a:ea typeface="黑体" pitchFamily="49" charset="-122"/>
              </a:rPr>
              <a:t>a</a:t>
            </a:r>
            <a:r>
              <a:rPr lang="zh-CN" altLang="zh-CN" sz="2600" dirty="0" smtClean="0">
                <a:latin typeface="黑体" pitchFamily="49" charset="-122"/>
                <a:ea typeface="黑体" pitchFamily="49" charset="-122"/>
              </a:rPr>
              <a:t>存放</a:t>
            </a:r>
            <a:r>
              <a:rPr lang="en-US" altLang="zh-CN" sz="2600" dirty="0" smtClean="0">
                <a:latin typeface="黑体" pitchFamily="49" charset="-122"/>
                <a:ea typeface="黑体" pitchFamily="49" charset="-122"/>
              </a:rPr>
              <a:t>10</a:t>
            </a:r>
            <a:r>
              <a:rPr lang="zh-CN" altLang="zh-CN" sz="2600" dirty="0" smtClean="0">
                <a:latin typeface="黑体" pitchFamily="49" charset="-122"/>
                <a:ea typeface="黑体" pitchFamily="49" charset="-122"/>
              </a:rPr>
              <a:t>个整数，定义</a:t>
            </a:r>
            <a:r>
              <a:rPr lang="en-US" altLang="zh-CN" sz="2600" dirty="0" err="1" smtClean="0">
                <a:latin typeface="黑体" pitchFamily="49" charset="-122"/>
                <a:ea typeface="黑体" pitchFamily="49" charset="-122"/>
              </a:rPr>
              <a:t>int</a:t>
            </a:r>
            <a:r>
              <a:rPr lang="en-US" altLang="zh-CN" sz="2600" dirty="0" smtClean="0">
                <a:latin typeface="黑体" pitchFamily="49" charset="-122"/>
                <a:ea typeface="黑体" pitchFamily="49" charset="-122"/>
              </a:rPr>
              <a:t> *</a:t>
            </a:r>
            <a:r>
              <a:rPr lang="zh-CN" altLang="zh-CN" sz="2600" dirty="0" smtClean="0">
                <a:latin typeface="黑体" pitchFamily="49" charset="-122"/>
                <a:ea typeface="黑体" pitchFamily="49" charset="-122"/>
              </a:rPr>
              <a:t>型指针变量</a:t>
            </a:r>
            <a:r>
              <a:rPr lang="en-US" altLang="zh-CN" sz="2600" dirty="0" smtClean="0">
                <a:latin typeface="黑体" pitchFamily="49" charset="-122"/>
                <a:ea typeface="黑体" pitchFamily="49" charset="-122"/>
              </a:rPr>
              <a:t>p</a:t>
            </a:r>
            <a:r>
              <a:rPr lang="zh-CN" altLang="zh-CN" sz="2600" dirty="0" smtClean="0">
                <a:latin typeface="黑体" pitchFamily="49" charset="-122"/>
                <a:ea typeface="黑体" pitchFamily="49" charset="-122"/>
              </a:rPr>
              <a:t>指向</a:t>
            </a:r>
            <a:r>
              <a:rPr lang="en-US" altLang="zh-CN" sz="2600" dirty="0" smtClean="0">
                <a:latin typeface="黑体" pitchFamily="49" charset="-122"/>
                <a:ea typeface="黑体" pitchFamily="49" charset="-122"/>
              </a:rPr>
              <a:t>a[0]</a:t>
            </a:r>
            <a:r>
              <a:rPr lang="zh-CN" altLang="en-US" sz="2600" dirty="0" smtClean="0">
                <a:latin typeface="黑体" pitchFamily="49" charset="-122"/>
                <a:ea typeface="黑体" pitchFamily="49" charset="-122"/>
              </a:rPr>
              <a:t>。</a:t>
            </a:r>
            <a:endParaRPr lang="en-US" altLang="zh-CN" sz="2600" dirty="0" smtClean="0">
              <a:latin typeface="黑体" pitchFamily="49" charset="-122"/>
              <a:ea typeface="黑体" pitchFamily="49" charset="-122"/>
            </a:endParaRPr>
          </a:p>
          <a:p>
            <a:pPr marL="0" lvl="1" indent="0">
              <a:lnSpc>
                <a:spcPct val="150000"/>
              </a:lnSpc>
              <a:spcBef>
                <a:spcPts val="0"/>
              </a:spcBef>
              <a:buFont typeface="Wingdings" pitchFamily="2" charset="2"/>
              <a:buChar char="u"/>
            </a:pPr>
            <a:r>
              <a:rPr lang="zh-CN" altLang="zh-CN" sz="2600" dirty="0" smtClean="0">
                <a:latin typeface="黑体" pitchFamily="49" charset="-122"/>
                <a:ea typeface="黑体" pitchFamily="49" charset="-122"/>
              </a:rPr>
              <a:t>定义函数</a:t>
            </a:r>
            <a:r>
              <a:rPr lang="en-US" altLang="zh-CN" sz="2600" dirty="0" smtClean="0">
                <a:latin typeface="黑体" pitchFamily="49" charset="-122"/>
                <a:ea typeface="黑体" pitchFamily="49" charset="-122"/>
              </a:rPr>
              <a:t>sort</a:t>
            </a:r>
            <a:r>
              <a:rPr lang="zh-CN" altLang="zh-CN" sz="2600" dirty="0" smtClean="0">
                <a:latin typeface="黑体" pitchFamily="49" charset="-122"/>
                <a:ea typeface="黑体" pitchFamily="49" charset="-122"/>
              </a:rPr>
              <a:t>使数组</a:t>
            </a:r>
            <a:r>
              <a:rPr lang="en-US" altLang="zh-CN" sz="2600" dirty="0" smtClean="0">
                <a:latin typeface="黑体" pitchFamily="49" charset="-122"/>
                <a:ea typeface="黑体" pitchFamily="49" charset="-122"/>
              </a:rPr>
              <a:t>a</a:t>
            </a:r>
            <a:r>
              <a:rPr lang="zh-CN" altLang="zh-CN" sz="2600" dirty="0" smtClean="0">
                <a:latin typeface="黑体" pitchFamily="49" charset="-122"/>
                <a:ea typeface="黑体" pitchFamily="49" charset="-122"/>
              </a:rPr>
              <a:t>中的元素按由大到小的顺序排列</a:t>
            </a:r>
            <a:r>
              <a:rPr lang="zh-CN" altLang="en-US" sz="2600" dirty="0" smtClean="0">
                <a:latin typeface="黑体" pitchFamily="49" charset="-122"/>
                <a:ea typeface="黑体" pitchFamily="49" charset="-122"/>
              </a:rPr>
              <a:t>。</a:t>
            </a:r>
            <a:endParaRPr lang="en-US" altLang="zh-CN" sz="2600" dirty="0" smtClean="0">
              <a:latin typeface="黑体" pitchFamily="49" charset="-122"/>
              <a:ea typeface="黑体" pitchFamily="49" charset="-122"/>
            </a:endParaRPr>
          </a:p>
          <a:p>
            <a:pPr marL="0" lvl="1" indent="0">
              <a:lnSpc>
                <a:spcPct val="150000"/>
              </a:lnSpc>
              <a:spcBef>
                <a:spcPts val="0"/>
              </a:spcBef>
              <a:buFont typeface="Wingdings" pitchFamily="2" charset="2"/>
              <a:buChar char="u"/>
            </a:pPr>
            <a:r>
              <a:rPr lang="zh-CN" altLang="zh-CN" sz="2600" dirty="0" smtClean="0">
                <a:latin typeface="黑体" pitchFamily="49" charset="-122"/>
                <a:ea typeface="黑体" pitchFamily="49" charset="-122"/>
              </a:rPr>
              <a:t>在主函数中调用</a:t>
            </a:r>
            <a:r>
              <a:rPr lang="en-US" altLang="zh-CN" sz="2600" dirty="0" smtClean="0">
                <a:latin typeface="黑体" pitchFamily="49" charset="-122"/>
                <a:ea typeface="黑体" pitchFamily="49" charset="-122"/>
              </a:rPr>
              <a:t>sort</a:t>
            </a:r>
            <a:r>
              <a:rPr lang="zh-CN" altLang="zh-CN" sz="2600" dirty="0" smtClean="0">
                <a:latin typeface="黑体" pitchFamily="49" charset="-122"/>
                <a:ea typeface="黑体" pitchFamily="49" charset="-122"/>
              </a:rPr>
              <a:t>函数，用</a:t>
            </a:r>
            <a:r>
              <a:rPr lang="zh-CN" altLang="zh-CN" sz="2600" dirty="0" smtClean="0">
                <a:solidFill>
                  <a:srgbClr val="FF0000"/>
                </a:solidFill>
                <a:latin typeface="黑体" pitchFamily="49" charset="-122"/>
                <a:ea typeface="黑体" pitchFamily="49" charset="-122"/>
              </a:rPr>
              <a:t>指针</a:t>
            </a:r>
            <a:r>
              <a:rPr lang="en-US" altLang="zh-CN" sz="2600" dirty="0" smtClean="0">
                <a:solidFill>
                  <a:srgbClr val="FF0000"/>
                </a:solidFill>
                <a:latin typeface="黑体" pitchFamily="49" charset="-122"/>
                <a:ea typeface="黑体" pitchFamily="49" charset="-122"/>
              </a:rPr>
              <a:t>p</a:t>
            </a:r>
            <a:r>
              <a:rPr lang="zh-CN" altLang="zh-CN" sz="2600" dirty="0" smtClean="0">
                <a:solidFill>
                  <a:srgbClr val="FF0000"/>
                </a:solidFill>
                <a:latin typeface="黑体" pitchFamily="49" charset="-122"/>
                <a:ea typeface="黑体" pitchFamily="49" charset="-122"/>
              </a:rPr>
              <a:t>作实参</a:t>
            </a:r>
            <a:r>
              <a:rPr lang="zh-CN" altLang="en-US" sz="2600" dirty="0" smtClean="0">
                <a:latin typeface="黑体" pitchFamily="49" charset="-122"/>
                <a:ea typeface="黑体" pitchFamily="49" charset="-122"/>
              </a:rPr>
              <a:t>。</a:t>
            </a:r>
            <a:endParaRPr lang="en-US" altLang="zh-CN" sz="2600" dirty="0" smtClean="0">
              <a:latin typeface="黑体" pitchFamily="49" charset="-122"/>
              <a:ea typeface="黑体" pitchFamily="49" charset="-122"/>
            </a:endParaRPr>
          </a:p>
          <a:p>
            <a:pPr marL="0" lvl="1" indent="0">
              <a:lnSpc>
                <a:spcPct val="150000"/>
              </a:lnSpc>
              <a:spcBef>
                <a:spcPts val="0"/>
              </a:spcBef>
              <a:buFont typeface="Wingdings" pitchFamily="2" charset="2"/>
              <a:buChar char="u"/>
            </a:pPr>
            <a:r>
              <a:rPr lang="zh-CN" altLang="zh-CN" sz="2600" dirty="0" smtClean="0">
                <a:latin typeface="黑体" pitchFamily="49" charset="-122"/>
                <a:ea typeface="黑体" pitchFamily="49" charset="-122"/>
              </a:rPr>
              <a:t>用选择法进行排序</a:t>
            </a:r>
            <a:r>
              <a:rPr lang="zh-CN" altLang="en-US" sz="2600" dirty="0" smtClean="0">
                <a:latin typeface="黑体" pitchFamily="49" charset="-122"/>
                <a:ea typeface="黑体" pitchFamily="49" charset="-122"/>
              </a:rPr>
              <a:t>。</a:t>
            </a:r>
          </a:p>
        </p:txBody>
      </p:sp>
      <p:pic>
        <p:nvPicPr>
          <p:cNvPr id="73731" name="图片 3" descr="Untitled2.png">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429625" y="6143625"/>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0417637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linds(horizontal)">
                                      <p:cBhvr>
                                        <p:cTn id="7" dur="500"/>
                                        <p:tgtEl>
                                          <p:spTgt spid="3">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blinds(horizontal)">
                                      <p:cBhvr>
                                        <p:cTn id="12" dur="500"/>
                                        <p:tgtEl>
                                          <p:spTgt spid="3">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blinds(horizontal)">
                                      <p:cBhvr>
                                        <p:cTn id="17" dur="500"/>
                                        <p:tgtEl>
                                          <p:spTgt spid="3">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blinds(horizontal)">
                                      <p:cBhvr>
                                        <p:cTn id="22" dur="500"/>
                                        <p:tgtEl>
                                          <p:spTgt spid="3">
                                            <p:txEl>
                                              <p:pRg st="4" end="4"/>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blinds(horizontal)">
                                      <p:cBhvr>
                                        <p:cTn id="27"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内容占位符 2"/>
          <p:cNvSpPr>
            <a:spLocks noGrp="1"/>
          </p:cNvSpPr>
          <p:nvPr>
            <p:ph idx="1"/>
          </p:nvPr>
        </p:nvSpPr>
        <p:spPr>
          <a:xfrm>
            <a:off x="276225" y="377825"/>
            <a:ext cx="8153400" cy="6000750"/>
          </a:xfrm>
        </p:spPr>
        <p:txBody>
          <a:bodyPr/>
          <a:lstStyle/>
          <a:p>
            <a:pPr>
              <a:lnSpc>
                <a:spcPts val="2900"/>
              </a:lnSpc>
              <a:buFont typeface="Wingdings" pitchFamily="2" charset="2"/>
              <a:buNone/>
            </a:pPr>
            <a:r>
              <a:rPr lang="en-US" altLang="zh-CN" sz="2800" dirty="0" smtClean="0"/>
              <a:t>#include &lt;</a:t>
            </a:r>
            <a:r>
              <a:rPr lang="en-US" altLang="zh-CN" sz="2800" dirty="0" err="1" smtClean="0"/>
              <a:t>stdio.h</a:t>
            </a:r>
            <a:r>
              <a:rPr lang="en-US" altLang="zh-CN" sz="2800" dirty="0" smtClean="0"/>
              <a:t>&gt;</a:t>
            </a:r>
            <a:endParaRPr lang="zh-CN" altLang="zh-CN" sz="2800" dirty="0" smtClean="0"/>
          </a:p>
          <a:p>
            <a:pPr>
              <a:lnSpc>
                <a:spcPts val="2900"/>
              </a:lnSpc>
              <a:buFont typeface="Wingdings" pitchFamily="2" charset="2"/>
              <a:buNone/>
            </a:pPr>
            <a:r>
              <a:rPr lang="en-US" altLang="zh-CN" sz="2800" dirty="0" err="1" smtClean="0"/>
              <a:t>int</a:t>
            </a:r>
            <a:r>
              <a:rPr lang="en-US" altLang="zh-CN" sz="2800" dirty="0" smtClean="0"/>
              <a:t> main()</a:t>
            </a:r>
            <a:endParaRPr lang="zh-CN" altLang="zh-CN" sz="2800" dirty="0" smtClean="0"/>
          </a:p>
          <a:p>
            <a:pPr>
              <a:lnSpc>
                <a:spcPts val="2900"/>
              </a:lnSpc>
              <a:buFont typeface="Wingdings" pitchFamily="2" charset="2"/>
              <a:buNone/>
            </a:pPr>
            <a:r>
              <a:rPr lang="en-US" altLang="zh-CN" sz="2800" dirty="0" smtClean="0"/>
              <a:t>{ void sort(</a:t>
            </a:r>
            <a:r>
              <a:rPr lang="en-US" altLang="zh-CN" sz="2800" dirty="0" err="1" smtClean="0"/>
              <a:t>int</a:t>
            </a:r>
            <a:r>
              <a:rPr lang="en-US" altLang="zh-CN" sz="2800" dirty="0" smtClean="0"/>
              <a:t> x[ ],</a:t>
            </a:r>
            <a:r>
              <a:rPr lang="en-US" altLang="zh-CN" sz="2800" dirty="0" err="1" smtClean="0"/>
              <a:t>int</a:t>
            </a:r>
            <a:r>
              <a:rPr lang="en-US" altLang="zh-CN" sz="2800" dirty="0" smtClean="0"/>
              <a:t> n);   </a:t>
            </a:r>
            <a:endParaRPr lang="zh-CN" altLang="zh-CN" sz="2800" dirty="0" smtClean="0"/>
          </a:p>
          <a:p>
            <a:pPr>
              <a:lnSpc>
                <a:spcPts val="2900"/>
              </a:lnSpc>
              <a:buFont typeface="Wingdings" pitchFamily="2" charset="2"/>
              <a:buNone/>
            </a:pPr>
            <a:r>
              <a:rPr lang="en-US" altLang="zh-CN" sz="2800" dirty="0" smtClean="0"/>
              <a:t>   </a:t>
            </a:r>
            <a:r>
              <a:rPr lang="en-US" altLang="zh-CN" sz="2800" dirty="0" err="1" smtClean="0"/>
              <a:t>int</a:t>
            </a:r>
            <a:r>
              <a:rPr lang="en-US" altLang="zh-CN" sz="2800" dirty="0" smtClean="0"/>
              <a:t> i,*</a:t>
            </a:r>
            <a:r>
              <a:rPr lang="en-US" altLang="zh-CN" sz="2800" dirty="0" err="1" smtClean="0"/>
              <a:t>p,a</a:t>
            </a:r>
            <a:r>
              <a:rPr lang="en-US" altLang="zh-CN" sz="2800" dirty="0" smtClean="0"/>
              <a:t>[10];</a:t>
            </a:r>
            <a:endParaRPr lang="zh-CN" altLang="zh-CN" sz="2800" dirty="0" smtClean="0"/>
          </a:p>
          <a:p>
            <a:pPr>
              <a:lnSpc>
                <a:spcPts val="2900"/>
              </a:lnSpc>
              <a:buFont typeface="Wingdings" pitchFamily="2" charset="2"/>
              <a:buNone/>
            </a:pPr>
            <a:r>
              <a:rPr lang="en-US" altLang="zh-CN" sz="2800" dirty="0" smtClean="0"/>
              <a:t>   </a:t>
            </a:r>
            <a:r>
              <a:rPr lang="en-US" altLang="zh-CN" sz="2800" dirty="0" smtClean="0">
                <a:solidFill>
                  <a:srgbClr val="FF0000"/>
                </a:solidFill>
              </a:rPr>
              <a:t>p=a; </a:t>
            </a:r>
            <a:endParaRPr lang="zh-CN" altLang="zh-CN" sz="2800" dirty="0" smtClean="0">
              <a:solidFill>
                <a:srgbClr val="FF0000"/>
              </a:solidFill>
            </a:endParaRPr>
          </a:p>
          <a:p>
            <a:pPr>
              <a:lnSpc>
                <a:spcPts val="2900"/>
              </a:lnSpc>
              <a:buFont typeface="Wingdings" pitchFamily="2" charset="2"/>
              <a:buNone/>
            </a:pPr>
            <a:r>
              <a:rPr lang="en-US" altLang="zh-CN" sz="2800" dirty="0" smtClean="0"/>
              <a:t>   for(i=0;i&lt;10;i++)  </a:t>
            </a:r>
            <a:r>
              <a:rPr lang="en-US" altLang="zh-CN" sz="2800" dirty="0" err="1" smtClean="0"/>
              <a:t>scanf</a:t>
            </a:r>
            <a:r>
              <a:rPr lang="en-US" altLang="zh-CN" sz="2800" dirty="0" smtClean="0"/>
              <a:t>(“%</a:t>
            </a:r>
            <a:r>
              <a:rPr lang="en-US" altLang="zh-CN" sz="2800" dirty="0" err="1" smtClean="0"/>
              <a:t>d”,p</a:t>
            </a:r>
            <a:r>
              <a:rPr lang="en-US" altLang="zh-CN" sz="2800" dirty="0" smtClean="0"/>
              <a:t>++); </a:t>
            </a:r>
            <a:endParaRPr lang="zh-CN" altLang="zh-CN" sz="2800" dirty="0" smtClean="0"/>
          </a:p>
          <a:p>
            <a:pPr>
              <a:lnSpc>
                <a:spcPts val="2900"/>
              </a:lnSpc>
              <a:buFont typeface="Wingdings" pitchFamily="2" charset="2"/>
              <a:buNone/>
            </a:pPr>
            <a:r>
              <a:rPr lang="en-US" altLang="zh-CN" sz="2800" dirty="0" smtClean="0"/>
              <a:t>   </a:t>
            </a:r>
            <a:r>
              <a:rPr lang="en-US" altLang="zh-CN" sz="2800" dirty="0" smtClean="0">
                <a:solidFill>
                  <a:srgbClr val="FF0000"/>
                </a:solidFill>
              </a:rPr>
              <a:t>p=a</a:t>
            </a:r>
            <a:r>
              <a:rPr lang="en-US" altLang="zh-CN" sz="2800" dirty="0" smtClean="0"/>
              <a:t>; </a:t>
            </a:r>
            <a:endParaRPr lang="zh-CN" altLang="zh-CN" sz="2800" dirty="0" smtClean="0"/>
          </a:p>
          <a:p>
            <a:pPr>
              <a:lnSpc>
                <a:spcPts val="2900"/>
              </a:lnSpc>
              <a:buFont typeface="Wingdings" pitchFamily="2" charset="2"/>
              <a:buNone/>
            </a:pPr>
            <a:r>
              <a:rPr lang="en-US" altLang="zh-CN" sz="2800" dirty="0" smtClean="0"/>
              <a:t>   </a:t>
            </a:r>
            <a:r>
              <a:rPr lang="en-US" altLang="zh-CN" sz="2800" dirty="0" smtClean="0">
                <a:solidFill>
                  <a:srgbClr val="FF0000"/>
                </a:solidFill>
              </a:rPr>
              <a:t>sort(p,10); </a:t>
            </a:r>
            <a:endParaRPr lang="zh-CN" altLang="zh-CN" sz="2800" dirty="0" smtClean="0">
              <a:solidFill>
                <a:srgbClr val="FF0000"/>
              </a:solidFill>
            </a:endParaRPr>
          </a:p>
          <a:p>
            <a:pPr>
              <a:lnSpc>
                <a:spcPts val="2900"/>
              </a:lnSpc>
              <a:buFont typeface="Wingdings" pitchFamily="2" charset="2"/>
              <a:buNone/>
            </a:pPr>
            <a:r>
              <a:rPr lang="en-US" altLang="zh-CN" sz="2800" dirty="0" smtClean="0"/>
              <a:t>   for(p=</a:t>
            </a:r>
            <a:r>
              <a:rPr lang="en-US" altLang="zh-CN" sz="2800" dirty="0" err="1" smtClean="0"/>
              <a:t>a,i</a:t>
            </a:r>
            <a:r>
              <a:rPr lang="en-US" altLang="zh-CN" sz="2800" dirty="0" smtClean="0"/>
              <a:t>=0;i&lt;10;i++)</a:t>
            </a:r>
            <a:endParaRPr lang="zh-CN" altLang="zh-CN" sz="2800" dirty="0" smtClean="0"/>
          </a:p>
          <a:p>
            <a:pPr>
              <a:lnSpc>
                <a:spcPts val="2900"/>
              </a:lnSpc>
              <a:buFont typeface="Wingdings" pitchFamily="2" charset="2"/>
              <a:buNone/>
            </a:pPr>
            <a:r>
              <a:rPr lang="en-US" altLang="zh-CN" sz="2800" dirty="0" smtClean="0"/>
              <a:t>   { </a:t>
            </a:r>
            <a:r>
              <a:rPr lang="en-US" altLang="zh-CN" sz="2800" dirty="0" err="1" smtClean="0"/>
              <a:t>printf</a:t>
            </a:r>
            <a:r>
              <a:rPr lang="en-US" altLang="zh-CN" sz="2800" dirty="0" smtClean="0"/>
              <a:t>(“%d ”,*p);   </a:t>
            </a:r>
          </a:p>
          <a:p>
            <a:pPr>
              <a:lnSpc>
                <a:spcPts val="2900"/>
              </a:lnSpc>
              <a:buFont typeface="Wingdings" pitchFamily="2" charset="2"/>
              <a:buNone/>
            </a:pPr>
            <a:r>
              <a:rPr lang="en-US" altLang="zh-CN" sz="2800" dirty="0"/>
              <a:t> </a:t>
            </a:r>
            <a:r>
              <a:rPr lang="en-US" altLang="zh-CN" sz="2800" dirty="0" smtClean="0"/>
              <a:t>        p++;   }</a:t>
            </a:r>
            <a:endParaRPr lang="zh-CN" altLang="zh-CN" sz="2800" dirty="0" smtClean="0"/>
          </a:p>
          <a:p>
            <a:pPr>
              <a:lnSpc>
                <a:spcPts val="2900"/>
              </a:lnSpc>
              <a:buFont typeface="Wingdings" pitchFamily="2" charset="2"/>
              <a:buNone/>
            </a:pPr>
            <a:r>
              <a:rPr lang="en-US" altLang="zh-CN" sz="2800" dirty="0" smtClean="0"/>
              <a:t>   </a:t>
            </a:r>
            <a:r>
              <a:rPr lang="en-US" altLang="zh-CN" sz="2800" dirty="0" err="1" smtClean="0"/>
              <a:t>printf</a:t>
            </a:r>
            <a:r>
              <a:rPr lang="en-US" altLang="zh-CN" sz="2800" dirty="0" smtClean="0"/>
              <a:t>("\n");</a:t>
            </a:r>
            <a:endParaRPr lang="zh-CN" altLang="zh-CN" sz="2800" dirty="0" smtClean="0"/>
          </a:p>
          <a:p>
            <a:pPr>
              <a:lnSpc>
                <a:spcPts val="2900"/>
              </a:lnSpc>
              <a:buFont typeface="Wingdings" pitchFamily="2" charset="2"/>
              <a:buNone/>
            </a:pPr>
            <a:r>
              <a:rPr lang="en-US" altLang="zh-CN" sz="2800" dirty="0" smtClean="0"/>
              <a:t>   return 0;</a:t>
            </a:r>
            <a:endParaRPr lang="zh-CN" altLang="zh-CN" sz="2800" dirty="0" smtClean="0"/>
          </a:p>
          <a:p>
            <a:pPr>
              <a:lnSpc>
                <a:spcPts val="2900"/>
              </a:lnSpc>
              <a:buFont typeface="Wingdings" pitchFamily="2" charset="2"/>
              <a:buNone/>
            </a:pPr>
            <a:r>
              <a:rPr lang="en-US" altLang="zh-CN" sz="2800" dirty="0" smtClean="0"/>
              <a:t>}</a:t>
            </a:r>
            <a:endParaRPr lang="zh-CN" altLang="zh-CN" sz="2800" dirty="0" smtClean="0"/>
          </a:p>
        </p:txBody>
      </p:sp>
      <p:pic>
        <p:nvPicPr>
          <p:cNvPr id="74755" name="图片 2" descr="Untitled2.png">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429625" y="6143625"/>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8929614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4754">
                                            <p:txEl>
                                              <p:pRg st="7" end="7"/>
                                            </p:txEl>
                                          </p:spTgt>
                                        </p:tgtEl>
                                        <p:attrNameLst>
                                          <p:attrName>style.visibility</p:attrName>
                                        </p:attrNameLst>
                                      </p:cBhvr>
                                      <p:to>
                                        <p:strVal val="visible"/>
                                      </p:to>
                                    </p:set>
                                    <p:anim calcmode="lin" valueType="num">
                                      <p:cBhvr additive="base">
                                        <p:cTn id="7" dur="500" fill="hold"/>
                                        <p:tgtEl>
                                          <p:spTgt spid="74754">
                                            <p:txEl>
                                              <p:pRg st="7" end="7"/>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4754">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内容占位符 2"/>
          <p:cNvSpPr>
            <a:spLocks noGrp="1"/>
          </p:cNvSpPr>
          <p:nvPr>
            <p:ph idx="1"/>
          </p:nvPr>
        </p:nvSpPr>
        <p:spPr>
          <a:xfrm>
            <a:off x="500063" y="857250"/>
            <a:ext cx="7786687" cy="5357813"/>
          </a:xfrm>
        </p:spPr>
        <p:txBody>
          <a:bodyPr/>
          <a:lstStyle/>
          <a:p>
            <a:pPr>
              <a:lnSpc>
                <a:spcPct val="100000"/>
              </a:lnSpc>
              <a:buFont typeface="Wingdings" pitchFamily="2" charset="2"/>
              <a:buNone/>
            </a:pPr>
            <a:r>
              <a:rPr lang="en-US" altLang="zh-CN" sz="2800" dirty="0" smtClean="0"/>
              <a:t>void sort(</a:t>
            </a:r>
            <a:r>
              <a:rPr lang="en-US" altLang="zh-CN" sz="2800" dirty="0" err="1" smtClean="0"/>
              <a:t>int</a:t>
            </a:r>
            <a:r>
              <a:rPr lang="en-US" altLang="zh-CN" sz="2800" dirty="0" smtClean="0"/>
              <a:t> x[],</a:t>
            </a:r>
            <a:r>
              <a:rPr lang="en-US" altLang="zh-CN" sz="2800" dirty="0" err="1" smtClean="0"/>
              <a:t>int</a:t>
            </a:r>
            <a:r>
              <a:rPr lang="en-US" altLang="zh-CN" sz="2800" dirty="0" smtClean="0"/>
              <a:t> n)  </a:t>
            </a:r>
            <a:endParaRPr lang="zh-CN" altLang="zh-CN" sz="2800" dirty="0" smtClean="0"/>
          </a:p>
          <a:p>
            <a:pPr>
              <a:lnSpc>
                <a:spcPct val="100000"/>
              </a:lnSpc>
              <a:buFont typeface="Wingdings" pitchFamily="2" charset="2"/>
              <a:buNone/>
            </a:pPr>
            <a:r>
              <a:rPr lang="en-US" altLang="zh-CN" sz="2800" dirty="0" smtClean="0"/>
              <a:t>{ </a:t>
            </a:r>
            <a:r>
              <a:rPr lang="en-US" altLang="zh-CN" sz="2800" dirty="0" err="1" smtClean="0"/>
              <a:t>int</a:t>
            </a:r>
            <a:r>
              <a:rPr lang="en-US" altLang="zh-CN" sz="2800" dirty="0" smtClean="0"/>
              <a:t> </a:t>
            </a:r>
            <a:r>
              <a:rPr lang="en-US" altLang="zh-CN" sz="2800" dirty="0" err="1" smtClean="0"/>
              <a:t>i,j,k,t</a:t>
            </a:r>
            <a:r>
              <a:rPr lang="en-US" altLang="zh-CN" sz="2800" dirty="0" smtClean="0"/>
              <a:t>;</a:t>
            </a:r>
            <a:endParaRPr lang="zh-CN" altLang="zh-CN" sz="2800" dirty="0" smtClean="0"/>
          </a:p>
          <a:p>
            <a:pPr>
              <a:lnSpc>
                <a:spcPct val="100000"/>
              </a:lnSpc>
              <a:buFont typeface="Wingdings" pitchFamily="2" charset="2"/>
              <a:buNone/>
            </a:pPr>
            <a:r>
              <a:rPr lang="en-US" altLang="zh-CN" sz="2800" dirty="0" smtClean="0"/>
              <a:t>   for(i=0;i&lt;n-1;i++)</a:t>
            </a:r>
            <a:endParaRPr lang="zh-CN" altLang="zh-CN" sz="2800" dirty="0" smtClean="0"/>
          </a:p>
          <a:p>
            <a:pPr>
              <a:lnSpc>
                <a:spcPct val="100000"/>
              </a:lnSpc>
              <a:buFont typeface="Wingdings" pitchFamily="2" charset="2"/>
              <a:buNone/>
            </a:pPr>
            <a:r>
              <a:rPr lang="en-US" altLang="zh-CN" sz="2800" dirty="0" smtClean="0"/>
              <a:t>   { k=i;</a:t>
            </a:r>
            <a:endParaRPr lang="zh-CN" altLang="zh-CN" sz="2800" dirty="0" smtClean="0"/>
          </a:p>
          <a:p>
            <a:pPr>
              <a:lnSpc>
                <a:spcPct val="100000"/>
              </a:lnSpc>
              <a:buFont typeface="Wingdings" pitchFamily="2" charset="2"/>
              <a:buNone/>
            </a:pPr>
            <a:r>
              <a:rPr lang="en-US" altLang="zh-CN" sz="2800" dirty="0" smtClean="0"/>
              <a:t>      for(j=i+1;j&lt;</a:t>
            </a:r>
            <a:r>
              <a:rPr lang="en-US" altLang="zh-CN" sz="2800" dirty="0" err="1" smtClean="0"/>
              <a:t>n;j</a:t>
            </a:r>
            <a:r>
              <a:rPr lang="en-US" altLang="zh-CN" sz="2800" dirty="0" smtClean="0"/>
              <a:t>++)</a:t>
            </a:r>
            <a:endParaRPr lang="zh-CN" altLang="zh-CN" sz="2800" dirty="0" smtClean="0"/>
          </a:p>
          <a:p>
            <a:pPr>
              <a:lnSpc>
                <a:spcPct val="100000"/>
              </a:lnSpc>
              <a:buFont typeface="Wingdings" pitchFamily="2" charset="2"/>
              <a:buNone/>
            </a:pPr>
            <a:r>
              <a:rPr lang="en-US" altLang="zh-CN" sz="2800" dirty="0" smtClean="0"/>
              <a:t>        if(x[j]&gt;x[k]) k=j;</a:t>
            </a:r>
            <a:endParaRPr lang="zh-CN" altLang="zh-CN" sz="2800" dirty="0" smtClean="0"/>
          </a:p>
          <a:p>
            <a:pPr>
              <a:lnSpc>
                <a:spcPct val="100000"/>
              </a:lnSpc>
              <a:buFont typeface="Wingdings" pitchFamily="2" charset="2"/>
              <a:buNone/>
            </a:pPr>
            <a:r>
              <a:rPr lang="en-US" altLang="zh-CN" sz="2800" dirty="0" smtClean="0"/>
              <a:t>           if(k!=i)</a:t>
            </a:r>
            <a:endParaRPr lang="zh-CN" altLang="zh-CN" sz="2800" dirty="0" smtClean="0"/>
          </a:p>
          <a:p>
            <a:pPr>
              <a:lnSpc>
                <a:spcPct val="100000"/>
              </a:lnSpc>
              <a:buFont typeface="Wingdings" pitchFamily="2" charset="2"/>
              <a:buNone/>
            </a:pPr>
            <a:r>
              <a:rPr lang="en-US" altLang="zh-CN" sz="2800" dirty="0" smtClean="0"/>
              <a:t>		    { t=x[i];x[i]=x[k];x[k]=t; }</a:t>
            </a:r>
            <a:endParaRPr lang="zh-CN" altLang="zh-CN" sz="2800" dirty="0" smtClean="0"/>
          </a:p>
          <a:p>
            <a:pPr>
              <a:lnSpc>
                <a:spcPct val="100000"/>
              </a:lnSpc>
              <a:buFont typeface="Wingdings" pitchFamily="2" charset="2"/>
              <a:buNone/>
            </a:pPr>
            <a:r>
              <a:rPr lang="en-US" altLang="zh-CN" sz="2800" dirty="0" smtClean="0"/>
              <a:t>    }</a:t>
            </a:r>
            <a:endParaRPr lang="zh-CN" altLang="zh-CN" sz="2800" dirty="0" smtClean="0"/>
          </a:p>
          <a:p>
            <a:pPr>
              <a:lnSpc>
                <a:spcPct val="100000"/>
              </a:lnSpc>
              <a:buFont typeface="Wingdings" pitchFamily="2" charset="2"/>
              <a:buNone/>
            </a:pPr>
            <a:r>
              <a:rPr lang="en-US" altLang="zh-CN" sz="2800" dirty="0" smtClean="0"/>
              <a:t>}</a:t>
            </a:r>
            <a:endParaRPr lang="zh-CN" altLang="zh-CN" sz="2800" dirty="0" smtClean="0"/>
          </a:p>
        </p:txBody>
      </p:sp>
      <p:grpSp>
        <p:nvGrpSpPr>
          <p:cNvPr id="2" name="组合 4"/>
          <p:cNvGrpSpPr>
            <a:grpSpLocks/>
          </p:cNvGrpSpPr>
          <p:nvPr/>
        </p:nvGrpSpPr>
        <p:grpSpPr bwMode="auto">
          <a:xfrm>
            <a:off x="857250" y="5857875"/>
            <a:ext cx="5848350" cy="750888"/>
            <a:chOff x="2416332" y="5357826"/>
            <a:chExt cx="5848986" cy="750936"/>
          </a:xfrm>
        </p:grpSpPr>
        <p:pic>
          <p:nvPicPr>
            <p:cNvPr id="7578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28860" y="5357826"/>
              <a:ext cx="5836458" cy="409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578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16332" y="5727542"/>
              <a:ext cx="5835600" cy="381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6" name="圆角矩形标注 5"/>
          <p:cNvSpPr/>
          <p:nvPr/>
        </p:nvSpPr>
        <p:spPr bwMode="auto">
          <a:xfrm>
            <a:off x="3275856" y="142875"/>
            <a:ext cx="4714875" cy="571500"/>
          </a:xfrm>
          <a:prstGeom prst="wedgeRoundRectCallout">
            <a:avLst>
              <a:gd name="adj1" fmla="val -32246"/>
              <a:gd name="adj2" fmla="val 93592"/>
              <a:gd name="adj3" fmla="val 16667"/>
            </a:avLst>
          </a:prstGeom>
          <a:solidFill>
            <a:srgbClr val="FFFFCC"/>
          </a:solidFill>
          <a:ln w="9525" cap="flat" cmpd="sng" algn="ctr">
            <a:solidFill>
              <a:schemeClr val="tx1"/>
            </a:solidFill>
            <a:prstDash val="solid"/>
            <a:miter lim="800000"/>
            <a:headEnd type="none" w="med" len="med"/>
            <a:tailEnd type="none" w="med" len="med"/>
          </a:ln>
          <a:effectLst/>
        </p:spPr>
        <p:txBody>
          <a:bodyPr/>
          <a:lstStyle/>
          <a:p>
            <a:pPr algn="ctr">
              <a:defRPr/>
            </a:pPr>
            <a:r>
              <a:rPr lang="en-US" altLang="zh-CN" sz="2800" b="1" dirty="0">
                <a:solidFill>
                  <a:srgbClr val="0000CC"/>
                </a:solidFill>
                <a:latin typeface="+mn-lt"/>
                <a:ea typeface="+mn-ea"/>
              </a:rPr>
              <a:t>void sort(</a:t>
            </a:r>
            <a:r>
              <a:rPr lang="en-US" altLang="zh-CN" sz="2800" b="1" dirty="0" err="1">
                <a:solidFill>
                  <a:srgbClr val="0000CC"/>
                </a:solidFill>
                <a:latin typeface="+mn-lt"/>
                <a:ea typeface="+mn-ea"/>
              </a:rPr>
              <a:t>int</a:t>
            </a:r>
            <a:r>
              <a:rPr lang="en-US" altLang="zh-CN" sz="2800" b="1" dirty="0">
                <a:solidFill>
                  <a:srgbClr val="0000CC"/>
                </a:solidFill>
                <a:latin typeface="+mn-lt"/>
                <a:ea typeface="+mn-ea"/>
              </a:rPr>
              <a:t> *</a:t>
            </a:r>
            <a:r>
              <a:rPr lang="en-US" altLang="zh-CN" sz="2800" b="1" dirty="0" err="1">
                <a:solidFill>
                  <a:srgbClr val="0000CC"/>
                </a:solidFill>
                <a:latin typeface="+mn-lt"/>
                <a:ea typeface="+mn-ea"/>
              </a:rPr>
              <a:t>x,int</a:t>
            </a:r>
            <a:r>
              <a:rPr lang="en-US" altLang="zh-CN" sz="2800" b="1" dirty="0">
                <a:solidFill>
                  <a:srgbClr val="0000CC"/>
                </a:solidFill>
                <a:latin typeface="+mn-lt"/>
                <a:ea typeface="+mn-ea"/>
              </a:rPr>
              <a:t> n)</a:t>
            </a:r>
            <a:endParaRPr lang="en-US" altLang="zh-CN" sz="2800" b="1" dirty="0">
              <a:solidFill>
                <a:srgbClr val="0000CC"/>
              </a:solidFill>
            </a:endParaRPr>
          </a:p>
        </p:txBody>
      </p:sp>
      <p:sp>
        <p:nvSpPr>
          <p:cNvPr id="7" name="圆角矩形标注 6"/>
          <p:cNvSpPr/>
          <p:nvPr/>
        </p:nvSpPr>
        <p:spPr bwMode="auto">
          <a:xfrm>
            <a:off x="2990105" y="2851945"/>
            <a:ext cx="5286375" cy="571500"/>
          </a:xfrm>
          <a:prstGeom prst="wedgeRoundRectCallout">
            <a:avLst>
              <a:gd name="adj1" fmla="val -32246"/>
              <a:gd name="adj2" fmla="val 93592"/>
              <a:gd name="adj3" fmla="val 16667"/>
            </a:avLst>
          </a:prstGeom>
          <a:solidFill>
            <a:srgbClr val="FFFFCC"/>
          </a:solidFill>
          <a:ln w="9525" cap="flat" cmpd="sng" algn="ctr">
            <a:solidFill>
              <a:schemeClr val="tx1"/>
            </a:solidFill>
            <a:prstDash val="solid"/>
            <a:miter lim="800000"/>
            <a:headEnd type="none" w="med" len="med"/>
            <a:tailEnd type="none" w="med" len="med"/>
          </a:ln>
          <a:effectLst/>
        </p:spPr>
        <p:txBody>
          <a:bodyPr/>
          <a:lstStyle/>
          <a:p>
            <a:pPr algn="ctr">
              <a:defRPr/>
            </a:pPr>
            <a:r>
              <a:rPr lang="en-US" altLang="zh-CN" sz="2800" b="1" dirty="0">
                <a:solidFill>
                  <a:srgbClr val="0000CC"/>
                </a:solidFill>
                <a:latin typeface="+mn-lt"/>
                <a:ea typeface="+mn-ea"/>
              </a:rPr>
              <a:t>if (*(</a:t>
            </a:r>
            <a:r>
              <a:rPr lang="en-US" altLang="zh-CN" sz="2800" b="1" dirty="0" err="1">
                <a:solidFill>
                  <a:srgbClr val="0000CC"/>
                </a:solidFill>
                <a:latin typeface="+mn-lt"/>
                <a:ea typeface="+mn-ea"/>
              </a:rPr>
              <a:t>x+j</a:t>
            </a:r>
            <a:r>
              <a:rPr lang="en-US" altLang="zh-CN" sz="2800" b="1" dirty="0">
                <a:solidFill>
                  <a:srgbClr val="0000CC"/>
                </a:solidFill>
                <a:latin typeface="+mn-lt"/>
                <a:ea typeface="+mn-ea"/>
              </a:rPr>
              <a:t>)&gt;*(</a:t>
            </a:r>
            <a:r>
              <a:rPr lang="en-US" altLang="zh-CN" sz="2800" b="1" dirty="0" err="1">
                <a:solidFill>
                  <a:srgbClr val="0000CC"/>
                </a:solidFill>
                <a:latin typeface="+mn-lt"/>
                <a:ea typeface="+mn-ea"/>
              </a:rPr>
              <a:t>x+k</a:t>
            </a:r>
            <a:r>
              <a:rPr lang="en-US" altLang="zh-CN" sz="2800" b="1" dirty="0">
                <a:solidFill>
                  <a:srgbClr val="0000CC"/>
                </a:solidFill>
                <a:latin typeface="+mn-lt"/>
                <a:ea typeface="+mn-ea"/>
              </a:rPr>
              <a:t>)) k=j;</a:t>
            </a:r>
            <a:endParaRPr lang="en-US" altLang="zh-CN" sz="2800" b="1" dirty="0">
              <a:solidFill>
                <a:srgbClr val="0000CC"/>
              </a:solidFill>
            </a:endParaRPr>
          </a:p>
        </p:txBody>
      </p:sp>
      <p:sp>
        <p:nvSpPr>
          <p:cNvPr id="8" name="圆角矩形标注 7"/>
          <p:cNvSpPr>
            <a:spLocks noChangeArrowheads="1"/>
          </p:cNvSpPr>
          <p:nvPr/>
        </p:nvSpPr>
        <p:spPr bwMode="auto">
          <a:xfrm>
            <a:off x="755650" y="5214938"/>
            <a:ext cx="8245475" cy="571500"/>
          </a:xfrm>
          <a:prstGeom prst="wedgeRoundRectCallout">
            <a:avLst>
              <a:gd name="adj1" fmla="val -22394"/>
              <a:gd name="adj2" fmla="val -99167"/>
              <a:gd name="adj3" fmla="val 16667"/>
            </a:avLst>
          </a:prstGeom>
          <a:solidFill>
            <a:srgbClr val="FFFFCC"/>
          </a:solidFill>
          <a:ln w="9525" algn="ctr">
            <a:solidFill>
              <a:schemeClr val="tx1"/>
            </a:solidFill>
            <a:miter lim="800000"/>
            <a:headEnd/>
            <a:tailEnd/>
          </a:ln>
        </p:spPr>
        <p:txBody>
          <a:bodyPr/>
          <a:lstStyle/>
          <a:p>
            <a:pPr algn="ctr">
              <a:defRPr/>
            </a:pPr>
            <a:r>
              <a:rPr lang="en-US" altLang="zh-CN" sz="2800" b="1" dirty="0">
                <a:solidFill>
                  <a:srgbClr val="0000CC"/>
                </a:solidFill>
                <a:latin typeface="+mn-lt"/>
                <a:ea typeface="+mn-ea"/>
              </a:rPr>
              <a:t>{t=*(</a:t>
            </a:r>
            <a:r>
              <a:rPr lang="en-US" altLang="zh-CN" sz="2800" b="1" dirty="0" err="1">
                <a:solidFill>
                  <a:srgbClr val="0000CC"/>
                </a:solidFill>
                <a:latin typeface="+mn-lt"/>
                <a:ea typeface="+mn-ea"/>
              </a:rPr>
              <a:t>x+i</a:t>
            </a:r>
            <a:r>
              <a:rPr lang="en-US" altLang="zh-CN" sz="2800" b="1" dirty="0">
                <a:solidFill>
                  <a:srgbClr val="0000CC"/>
                </a:solidFill>
                <a:latin typeface="+mn-lt"/>
                <a:ea typeface="+mn-ea"/>
              </a:rPr>
              <a:t>);*(</a:t>
            </a:r>
            <a:r>
              <a:rPr lang="en-US" altLang="zh-CN" sz="2800" b="1" dirty="0" err="1">
                <a:solidFill>
                  <a:srgbClr val="0000CC"/>
                </a:solidFill>
                <a:latin typeface="+mn-lt"/>
                <a:ea typeface="+mn-ea"/>
              </a:rPr>
              <a:t>x+i</a:t>
            </a:r>
            <a:r>
              <a:rPr lang="en-US" altLang="zh-CN" sz="2800" b="1" dirty="0">
                <a:solidFill>
                  <a:srgbClr val="0000CC"/>
                </a:solidFill>
                <a:latin typeface="+mn-lt"/>
                <a:ea typeface="+mn-ea"/>
              </a:rPr>
              <a:t>)=*(</a:t>
            </a:r>
            <a:r>
              <a:rPr lang="en-US" altLang="zh-CN" sz="2800" b="1" dirty="0" err="1">
                <a:solidFill>
                  <a:srgbClr val="0000CC"/>
                </a:solidFill>
                <a:latin typeface="+mn-lt"/>
                <a:ea typeface="+mn-ea"/>
              </a:rPr>
              <a:t>x+k</a:t>
            </a:r>
            <a:r>
              <a:rPr lang="en-US" altLang="zh-CN" sz="2800" b="1" dirty="0">
                <a:solidFill>
                  <a:srgbClr val="0000CC"/>
                </a:solidFill>
                <a:latin typeface="+mn-lt"/>
                <a:ea typeface="+mn-ea"/>
              </a:rPr>
              <a:t>);*(</a:t>
            </a:r>
            <a:r>
              <a:rPr lang="en-US" altLang="zh-CN" sz="2800" b="1" dirty="0" err="1">
                <a:solidFill>
                  <a:srgbClr val="0000CC"/>
                </a:solidFill>
                <a:latin typeface="+mn-lt"/>
                <a:ea typeface="+mn-ea"/>
              </a:rPr>
              <a:t>x+k</a:t>
            </a:r>
            <a:r>
              <a:rPr lang="en-US" altLang="zh-CN" sz="2800" b="1" dirty="0">
                <a:solidFill>
                  <a:srgbClr val="0000CC"/>
                </a:solidFill>
                <a:latin typeface="+mn-lt"/>
                <a:ea typeface="+mn-ea"/>
              </a:rPr>
              <a:t>)=t;}</a:t>
            </a:r>
            <a:endParaRPr lang="en-US" altLang="zh-CN" sz="2800" b="1" dirty="0">
              <a:solidFill>
                <a:srgbClr val="0000CC"/>
              </a:solidFill>
            </a:endParaRPr>
          </a:p>
        </p:txBody>
      </p:sp>
      <p:pic>
        <p:nvPicPr>
          <p:cNvPr id="75783" name="图片 8" descr="Untitled2.png">
            <a:hlinkClick r:id="rId4" action="ppaction://hlinksldjump"/>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8429625" y="6143625"/>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1820458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linds(horizontal)">
                                      <p:cBhvr>
                                        <p:cTn id="12" dur="500"/>
                                        <p:tgtEl>
                                          <p:spTgt spid="6"/>
                                        </p:tgtEl>
                                      </p:cBhvr>
                                    </p:animEffect>
                                  </p:childTnLst>
                                  <p:subTnLst>
                                    <p:set>
                                      <p:cBhvr override="childStyle">
                                        <p:cTn dur="1" fill="hold" display="0" masterRel="nextClick" afterEffect="1"/>
                                        <p:tgtEl>
                                          <p:spTgt spid="6"/>
                                        </p:tgtEl>
                                        <p:attrNameLst>
                                          <p:attrName>style.visibility</p:attrName>
                                        </p:attrNameLst>
                                      </p:cBhvr>
                                      <p:to>
                                        <p:strVal val="hidden"/>
                                      </p:to>
                                    </p:set>
                                  </p:sub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blinds(horizontal)">
                                      <p:cBhvr>
                                        <p:cTn id="17" dur="500"/>
                                        <p:tgtEl>
                                          <p:spTgt spid="7"/>
                                        </p:tgtEl>
                                      </p:cBhvr>
                                    </p:animEffect>
                                  </p:childTnLst>
                                  <p:subTnLst>
                                    <p:set>
                                      <p:cBhvr override="childStyle">
                                        <p:cTn dur="1" fill="hold" display="0" masterRel="nextClick" afterEffect="1"/>
                                        <p:tgtEl>
                                          <p:spTgt spid="7"/>
                                        </p:tgtEl>
                                        <p:attrNameLst>
                                          <p:attrName>style.visibility</p:attrName>
                                        </p:attrNameLst>
                                      </p:cBhvr>
                                      <p:to>
                                        <p:strVal val="hidden"/>
                                      </p:to>
                                    </p:set>
                                  </p:sub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blinds(horizontal)">
                                      <p:cBhvr>
                                        <p:cTn id="2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Lst>
  </p:timing>
</p:sld>
</file>

<file path=ppt/slides/slide7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42" name="Rectangle 2"/>
          <p:cNvSpPr>
            <a:spLocks noGrp="1" noChangeArrowheads="1"/>
          </p:cNvSpPr>
          <p:nvPr>
            <p:ph type="title"/>
          </p:nvPr>
        </p:nvSpPr>
        <p:spPr>
          <a:xfrm>
            <a:off x="285750" y="642938"/>
            <a:ext cx="8572500" cy="769937"/>
          </a:xfrm>
          <a:effectLst/>
        </p:spPr>
        <p:txBody>
          <a:bodyPr anchor="ctr"/>
          <a:lstStyle/>
          <a:p>
            <a:pPr eaLnBrk="1" hangingPunct="1"/>
            <a:r>
              <a:rPr lang="en-US" altLang="zh-CN" b="1" dirty="0" smtClean="0">
                <a:solidFill>
                  <a:srgbClr val="0000FF"/>
                </a:solidFill>
                <a:latin typeface="黑体" pitchFamily="49" charset="-122"/>
                <a:ea typeface="黑体" pitchFamily="49" charset="-122"/>
              </a:rPr>
              <a:t>8.4 </a:t>
            </a:r>
            <a:r>
              <a:rPr lang="zh-CN" altLang="zh-CN" b="1" dirty="0" smtClean="0">
                <a:solidFill>
                  <a:srgbClr val="0000FF"/>
                </a:solidFill>
                <a:latin typeface="黑体" pitchFamily="49" charset="-122"/>
                <a:ea typeface="黑体" pitchFamily="49" charset="-122"/>
              </a:rPr>
              <a:t>通过指针引用字符串</a:t>
            </a:r>
            <a:endParaRPr lang="zh-CN" altLang="en-US" b="1" dirty="0" smtClean="0">
              <a:solidFill>
                <a:srgbClr val="0000FF"/>
              </a:solidFill>
              <a:latin typeface="黑体" pitchFamily="49" charset="-122"/>
              <a:ea typeface="黑体" pitchFamily="49" charset="-122"/>
            </a:endParaRPr>
          </a:p>
        </p:txBody>
      </p:sp>
      <p:sp>
        <p:nvSpPr>
          <p:cNvPr id="103427" name="Rectangle 3"/>
          <p:cNvSpPr>
            <a:spLocks noGrp="1" noChangeArrowheads="1"/>
          </p:cNvSpPr>
          <p:nvPr>
            <p:ph type="body" idx="1"/>
          </p:nvPr>
        </p:nvSpPr>
        <p:spPr>
          <a:xfrm>
            <a:off x="642938" y="1857375"/>
            <a:ext cx="8286750" cy="2786063"/>
          </a:xfrm>
        </p:spPr>
        <p:txBody>
          <a:bodyPr/>
          <a:lstStyle/>
          <a:p>
            <a:pPr>
              <a:lnSpc>
                <a:spcPct val="150000"/>
              </a:lnSpc>
              <a:buFont typeface="Wingdings" pitchFamily="2" charset="2"/>
              <a:buNone/>
            </a:pPr>
            <a:r>
              <a:rPr lang="en-US" altLang="zh-CN" sz="3200" dirty="0" smtClean="0">
                <a:latin typeface="黑体" pitchFamily="49" charset="-122"/>
                <a:ea typeface="黑体" pitchFamily="49" charset="-122"/>
                <a:hlinkClick r:id="rId2" action="ppaction://hlinksldjump"/>
              </a:rPr>
              <a:t>8.4.1 </a:t>
            </a:r>
            <a:r>
              <a:rPr lang="zh-CN" altLang="zh-CN" sz="3200" dirty="0" smtClean="0">
                <a:latin typeface="黑体" pitchFamily="49" charset="-122"/>
                <a:ea typeface="黑体" pitchFamily="49" charset="-122"/>
                <a:hlinkClick r:id="rId2" action="ppaction://hlinksldjump"/>
              </a:rPr>
              <a:t>字符串的引用方式</a:t>
            </a:r>
            <a:endParaRPr lang="en-US" altLang="zh-CN" sz="3200" dirty="0" smtClean="0">
              <a:latin typeface="黑体" pitchFamily="49" charset="-122"/>
              <a:ea typeface="黑体" pitchFamily="49" charset="-122"/>
            </a:endParaRPr>
          </a:p>
          <a:p>
            <a:pPr>
              <a:lnSpc>
                <a:spcPct val="150000"/>
              </a:lnSpc>
              <a:buFont typeface="Wingdings" pitchFamily="2" charset="2"/>
              <a:buNone/>
            </a:pPr>
            <a:r>
              <a:rPr lang="en-US" altLang="zh-CN" sz="3200" dirty="0" smtClean="0">
                <a:latin typeface="黑体" pitchFamily="49" charset="-122"/>
                <a:ea typeface="黑体" pitchFamily="49" charset="-122"/>
                <a:hlinkClick r:id="rId3" action="ppaction://hlinksldjump"/>
              </a:rPr>
              <a:t>8.4.2 </a:t>
            </a:r>
            <a:r>
              <a:rPr lang="zh-CN" altLang="zh-CN" sz="3200" dirty="0" smtClean="0">
                <a:latin typeface="黑体" pitchFamily="49" charset="-122"/>
                <a:ea typeface="黑体" pitchFamily="49" charset="-122"/>
                <a:hlinkClick r:id="rId3" action="ppaction://hlinksldjump"/>
              </a:rPr>
              <a:t>字符指针作函数参数</a:t>
            </a:r>
            <a:endParaRPr lang="en-US" altLang="zh-CN" sz="3200" dirty="0" smtClean="0">
              <a:latin typeface="黑体" pitchFamily="49" charset="-122"/>
              <a:ea typeface="黑体" pitchFamily="49" charset="-122"/>
            </a:endParaRPr>
          </a:p>
          <a:p>
            <a:pPr>
              <a:lnSpc>
                <a:spcPct val="150000"/>
              </a:lnSpc>
              <a:buFont typeface="Wingdings" pitchFamily="2" charset="2"/>
              <a:buNone/>
            </a:pPr>
            <a:r>
              <a:rPr lang="en-US" altLang="zh-CN" sz="3200" dirty="0" smtClean="0">
                <a:latin typeface="黑体" pitchFamily="49" charset="-122"/>
                <a:ea typeface="黑体" pitchFamily="49" charset="-122"/>
                <a:hlinkClick r:id="rId4" action="ppaction://hlinksldjump"/>
              </a:rPr>
              <a:t>8.4.3 </a:t>
            </a:r>
            <a:r>
              <a:rPr lang="zh-CN" altLang="zh-CN" sz="3200" dirty="0" smtClean="0">
                <a:latin typeface="黑体" pitchFamily="49" charset="-122"/>
                <a:ea typeface="黑体" pitchFamily="49" charset="-122"/>
                <a:hlinkClick r:id="rId4" action="ppaction://hlinksldjump"/>
              </a:rPr>
              <a:t>使用字符指针变量和字符数组的比较</a:t>
            </a:r>
            <a:endParaRPr lang="en-US" altLang="zh-CN" sz="3200" dirty="0" smtClean="0">
              <a:latin typeface="黑体" pitchFamily="49" charset="-122"/>
              <a:ea typeface="黑体" pitchFamily="49" charset="-122"/>
            </a:endParaRPr>
          </a:p>
        </p:txBody>
      </p:sp>
    </p:spTree>
    <p:extLst>
      <p:ext uri="{BB962C8B-B14F-4D97-AF65-F5344CB8AC3E}">
        <p14:creationId xmlns:p14="http://schemas.microsoft.com/office/powerpoint/2010/main" val="1759490014"/>
      </p:ext>
    </p:extLst>
  </p:cSld>
  <p:clrMapOvr>
    <a:masterClrMapping/>
  </p:clrMapOvr>
  <p:transition spd="med">
    <p:blinds/>
  </p:transition>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42" name="Rectangle 2"/>
          <p:cNvSpPr>
            <a:spLocks noGrp="1" noChangeArrowheads="1"/>
          </p:cNvSpPr>
          <p:nvPr>
            <p:ph type="title"/>
          </p:nvPr>
        </p:nvSpPr>
        <p:spPr>
          <a:xfrm>
            <a:off x="327025" y="476672"/>
            <a:ext cx="8572500" cy="769937"/>
          </a:xfrm>
          <a:effectLst/>
        </p:spPr>
        <p:txBody>
          <a:bodyPr anchor="ctr"/>
          <a:lstStyle/>
          <a:p>
            <a:pPr eaLnBrk="1" hangingPunct="1">
              <a:defRPr/>
            </a:pPr>
            <a:r>
              <a:rPr lang="en-US" altLang="zh-CN" b="1" dirty="0" smtClean="0">
                <a:solidFill>
                  <a:srgbClr val="0000FF"/>
                </a:solidFill>
                <a:latin typeface="黑体" pitchFamily="49" charset="-122"/>
                <a:ea typeface="黑体" pitchFamily="49" charset="-122"/>
              </a:rPr>
              <a:t>8.4.1 </a:t>
            </a:r>
            <a:r>
              <a:rPr lang="zh-CN" altLang="zh-CN" b="1" dirty="0" smtClean="0">
                <a:solidFill>
                  <a:srgbClr val="0000FF"/>
                </a:solidFill>
                <a:latin typeface="黑体" pitchFamily="49" charset="-122"/>
                <a:ea typeface="黑体" pitchFamily="49" charset="-122"/>
              </a:rPr>
              <a:t>字符串的引用方式</a:t>
            </a:r>
            <a:endParaRPr lang="zh-CN" altLang="en-US" b="1" dirty="0" smtClean="0">
              <a:solidFill>
                <a:srgbClr val="0000FF"/>
              </a:solidFill>
              <a:latin typeface="黑体" pitchFamily="49" charset="-122"/>
              <a:ea typeface="黑体" pitchFamily="49" charset="-122"/>
            </a:endParaRPr>
          </a:p>
        </p:txBody>
      </p:sp>
      <p:sp>
        <p:nvSpPr>
          <p:cNvPr id="104451" name="Rectangle 3"/>
          <p:cNvSpPr>
            <a:spLocks noGrp="1" noChangeArrowheads="1"/>
          </p:cNvSpPr>
          <p:nvPr>
            <p:ph type="body" idx="1"/>
          </p:nvPr>
        </p:nvSpPr>
        <p:spPr>
          <a:xfrm>
            <a:off x="670958" y="1268760"/>
            <a:ext cx="8215313" cy="4143375"/>
          </a:xfrm>
        </p:spPr>
        <p:txBody>
          <a:bodyPr/>
          <a:lstStyle/>
          <a:p>
            <a:pPr marL="0" indent="0">
              <a:lnSpc>
                <a:spcPct val="150000"/>
              </a:lnSpc>
              <a:spcBef>
                <a:spcPts val="0"/>
              </a:spcBef>
            </a:pPr>
            <a:r>
              <a:rPr lang="zh-CN" altLang="zh-CN" sz="2800" dirty="0" smtClean="0">
                <a:latin typeface="黑体" pitchFamily="49" charset="-122"/>
                <a:ea typeface="黑体" pitchFamily="49" charset="-122"/>
              </a:rPr>
              <a:t>字符串是存放在字符数组中的。</a:t>
            </a:r>
            <a:endParaRPr lang="en-US" altLang="zh-CN" sz="2800" dirty="0" smtClean="0">
              <a:latin typeface="黑体" pitchFamily="49" charset="-122"/>
              <a:ea typeface="黑体" pitchFamily="49" charset="-122"/>
            </a:endParaRPr>
          </a:p>
          <a:p>
            <a:pPr marL="0" indent="0">
              <a:lnSpc>
                <a:spcPct val="150000"/>
              </a:lnSpc>
              <a:spcBef>
                <a:spcPts val="0"/>
              </a:spcBef>
            </a:pPr>
            <a:r>
              <a:rPr lang="zh-CN" altLang="zh-CN" sz="2800" dirty="0" smtClean="0">
                <a:latin typeface="黑体" pitchFamily="49" charset="-122"/>
                <a:ea typeface="黑体" pitchFamily="49" charset="-122"/>
              </a:rPr>
              <a:t>引用一个字符串，可以用以下两种方法。</a:t>
            </a:r>
          </a:p>
          <a:p>
            <a:pPr marL="0" lvl="1" indent="0">
              <a:lnSpc>
                <a:spcPct val="150000"/>
              </a:lnSpc>
              <a:spcBef>
                <a:spcPts val="0"/>
              </a:spcBef>
              <a:buFont typeface="Wingdings" pitchFamily="2" charset="2"/>
              <a:buNone/>
            </a:pPr>
            <a:r>
              <a:rPr lang="en-US" altLang="zh-CN" sz="2400" dirty="0" smtClean="0">
                <a:latin typeface="黑体" pitchFamily="49" charset="-122"/>
                <a:ea typeface="黑体" pitchFamily="49" charset="-122"/>
              </a:rPr>
              <a:t>(1) </a:t>
            </a:r>
            <a:r>
              <a:rPr lang="zh-CN" altLang="zh-CN" sz="2400" dirty="0" smtClean="0">
                <a:latin typeface="黑体" pitchFamily="49" charset="-122"/>
                <a:ea typeface="黑体" pitchFamily="49" charset="-122"/>
              </a:rPr>
              <a:t>用</a:t>
            </a:r>
            <a:r>
              <a:rPr lang="zh-CN" altLang="zh-CN" sz="2400" dirty="0" smtClean="0">
                <a:solidFill>
                  <a:srgbClr val="FF0000"/>
                </a:solidFill>
                <a:latin typeface="黑体" pitchFamily="49" charset="-122"/>
                <a:ea typeface="黑体" pitchFamily="49" charset="-122"/>
              </a:rPr>
              <a:t>字符数组</a:t>
            </a:r>
            <a:r>
              <a:rPr lang="zh-CN" altLang="zh-CN" sz="2400" dirty="0" smtClean="0">
                <a:latin typeface="黑体" pitchFamily="49" charset="-122"/>
                <a:ea typeface="黑体" pitchFamily="49" charset="-122"/>
              </a:rPr>
              <a:t>存放一个字符串，可以通过</a:t>
            </a:r>
            <a:r>
              <a:rPr lang="zh-CN" altLang="zh-CN" sz="2400" dirty="0" smtClean="0">
                <a:solidFill>
                  <a:srgbClr val="00B050"/>
                </a:solidFill>
                <a:latin typeface="黑体" pitchFamily="49" charset="-122"/>
                <a:ea typeface="黑体" pitchFamily="49" charset="-122"/>
              </a:rPr>
              <a:t>数组名和格式声明“</a:t>
            </a:r>
            <a:r>
              <a:rPr lang="en-US" altLang="zh-CN" sz="2400" dirty="0" smtClean="0">
                <a:solidFill>
                  <a:srgbClr val="00B050"/>
                </a:solidFill>
                <a:latin typeface="黑体" pitchFamily="49" charset="-122"/>
                <a:ea typeface="黑体" pitchFamily="49" charset="-122"/>
              </a:rPr>
              <a:t>%s</a:t>
            </a:r>
            <a:r>
              <a:rPr lang="zh-CN" altLang="zh-CN" sz="2400" dirty="0" smtClean="0">
                <a:solidFill>
                  <a:srgbClr val="00B050"/>
                </a:solidFill>
                <a:latin typeface="黑体" pitchFamily="49" charset="-122"/>
                <a:ea typeface="黑体" pitchFamily="49" charset="-122"/>
              </a:rPr>
              <a:t>”</a:t>
            </a:r>
            <a:r>
              <a:rPr lang="zh-CN" altLang="zh-CN" sz="2400" dirty="0" smtClean="0">
                <a:latin typeface="黑体" pitchFamily="49" charset="-122"/>
                <a:ea typeface="黑体" pitchFamily="49" charset="-122"/>
              </a:rPr>
              <a:t>输出该字符串，也可以通过</a:t>
            </a:r>
            <a:r>
              <a:rPr lang="zh-CN" altLang="zh-CN" sz="2400" dirty="0" smtClean="0">
                <a:solidFill>
                  <a:srgbClr val="00B050"/>
                </a:solidFill>
                <a:latin typeface="黑体" pitchFamily="49" charset="-122"/>
                <a:ea typeface="黑体" pitchFamily="49" charset="-122"/>
              </a:rPr>
              <a:t>数组名和下标</a:t>
            </a:r>
            <a:r>
              <a:rPr lang="zh-CN" altLang="zh-CN" sz="2400" dirty="0" smtClean="0">
                <a:solidFill>
                  <a:srgbClr val="7030A0"/>
                </a:solidFill>
                <a:latin typeface="黑体" pitchFamily="49" charset="-122"/>
                <a:ea typeface="黑体" pitchFamily="49" charset="-122"/>
              </a:rPr>
              <a:t>引用</a:t>
            </a:r>
            <a:r>
              <a:rPr lang="zh-CN" altLang="zh-CN" sz="2400" dirty="0" smtClean="0">
                <a:latin typeface="黑体" pitchFamily="49" charset="-122"/>
                <a:ea typeface="黑体" pitchFamily="49" charset="-122"/>
              </a:rPr>
              <a:t>字符串中一个字符。</a:t>
            </a:r>
            <a:endParaRPr lang="en-US" altLang="zh-CN" sz="2400" dirty="0" smtClean="0">
              <a:latin typeface="黑体" pitchFamily="49" charset="-122"/>
              <a:ea typeface="黑体" pitchFamily="49" charset="-122"/>
            </a:endParaRPr>
          </a:p>
          <a:p>
            <a:pPr marL="0" lvl="1" indent="0">
              <a:lnSpc>
                <a:spcPct val="150000"/>
              </a:lnSpc>
              <a:spcBef>
                <a:spcPts val="0"/>
              </a:spcBef>
              <a:buFont typeface="Wingdings" pitchFamily="2" charset="2"/>
              <a:buNone/>
            </a:pPr>
            <a:r>
              <a:rPr lang="en-US" altLang="zh-CN" sz="2400" dirty="0" smtClean="0">
                <a:latin typeface="黑体" pitchFamily="49" charset="-122"/>
                <a:ea typeface="黑体" pitchFamily="49" charset="-122"/>
              </a:rPr>
              <a:t>(2) </a:t>
            </a:r>
            <a:r>
              <a:rPr lang="zh-CN" altLang="zh-CN" sz="2400" dirty="0" smtClean="0">
                <a:latin typeface="黑体" pitchFamily="49" charset="-122"/>
                <a:ea typeface="黑体" pitchFamily="49" charset="-122"/>
              </a:rPr>
              <a:t>用</a:t>
            </a:r>
            <a:r>
              <a:rPr lang="zh-CN" altLang="zh-CN" sz="2400" dirty="0" smtClean="0">
                <a:solidFill>
                  <a:srgbClr val="FF0000"/>
                </a:solidFill>
                <a:latin typeface="黑体" pitchFamily="49" charset="-122"/>
                <a:ea typeface="黑体" pitchFamily="49" charset="-122"/>
              </a:rPr>
              <a:t>字符指针变量</a:t>
            </a:r>
            <a:r>
              <a:rPr lang="zh-CN" altLang="zh-CN" sz="2400" dirty="0" smtClean="0">
                <a:latin typeface="黑体" pitchFamily="49" charset="-122"/>
                <a:ea typeface="黑体" pitchFamily="49" charset="-122"/>
              </a:rPr>
              <a:t>指向一个字符串常量，通过</a:t>
            </a:r>
            <a:r>
              <a:rPr lang="zh-CN" altLang="zh-CN" sz="2400" dirty="0" smtClean="0">
                <a:solidFill>
                  <a:srgbClr val="00B050"/>
                </a:solidFill>
                <a:latin typeface="黑体" pitchFamily="49" charset="-122"/>
                <a:ea typeface="黑体" pitchFamily="49" charset="-122"/>
              </a:rPr>
              <a:t>字符指</a:t>
            </a:r>
            <a:r>
              <a:rPr lang="zh-CN" altLang="en-US" sz="2400" dirty="0" smtClean="0">
                <a:solidFill>
                  <a:srgbClr val="00B050"/>
                </a:solidFill>
                <a:latin typeface="黑体" pitchFamily="49" charset="-122"/>
                <a:ea typeface="黑体" pitchFamily="49" charset="-122"/>
              </a:rPr>
              <a:t>针</a:t>
            </a:r>
            <a:r>
              <a:rPr lang="zh-CN" altLang="zh-CN" sz="2400" dirty="0" smtClean="0">
                <a:solidFill>
                  <a:srgbClr val="00B050"/>
                </a:solidFill>
                <a:latin typeface="黑体" pitchFamily="49" charset="-122"/>
                <a:ea typeface="黑体" pitchFamily="49" charset="-122"/>
              </a:rPr>
              <a:t>变量</a:t>
            </a:r>
            <a:r>
              <a:rPr lang="zh-CN" altLang="zh-CN" sz="2400" dirty="0" smtClean="0">
                <a:solidFill>
                  <a:srgbClr val="7030A0"/>
                </a:solidFill>
                <a:latin typeface="黑体" pitchFamily="49" charset="-122"/>
                <a:ea typeface="黑体" pitchFamily="49" charset="-122"/>
              </a:rPr>
              <a:t>引用</a:t>
            </a:r>
            <a:r>
              <a:rPr lang="zh-CN" altLang="zh-CN" sz="2400" dirty="0" smtClean="0">
                <a:latin typeface="黑体" pitchFamily="49" charset="-122"/>
                <a:ea typeface="黑体" pitchFamily="49" charset="-122"/>
              </a:rPr>
              <a:t>字符串常量。</a:t>
            </a:r>
            <a:endParaRPr lang="en-US" altLang="zh-CN" sz="2400" dirty="0" smtClean="0">
              <a:latin typeface="黑体" pitchFamily="49" charset="-122"/>
              <a:ea typeface="黑体" pitchFamily="49" charset="-122"/>
            </a:endParaRPr>
          </a:p>
        </p:txBody>
      </p:sp>
    </p:spTree>
    <p:extLst>
      <p:ext uri="{BB962C8B-B14F-4D97-AF65-F5344CB8AC3E}">
        <p14:creationId xmlns:p14="http://schemas.microsoft.com/office/powerpoint/2010/main" val="3320522211"/>
      </p:ext>
    </p:extLst>
  </p:cSld>
  <p:clrMapOvr>
    <a:masterClrMapping/>
  </p:clrMapOvr>
  <p:transition spd="med">
    <p:blinds/>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104451">
                                            <p:txEl>
                                              <p:pRg st="2" end="2"/>
                                            </p:txEl>
                                          </p:spTgt>
                                        </p:tgtEl>
                                        <p:attrNameLst>
                                          <p:attrName>style.visibility</p:attrName>
                                        </p:attrNameLst>
                                      </p:cBhvr>
                                      <p:to>
                                        <p:strVal val="visible"/>
                                      </p:to>
                                    </p:set>
                                    <p:animEffect transition="in" filter="blinds(horizontal)">
                                      <p:cBhvr>
                                        <p:cTn id="7" dur="500"/>
                                        <p:tgtEl>
                                          <p:spTgt spid="104451">
                                            <p:txEl>
                                              <p:pRg st="2" end="2"/>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104451">
                                            <p:txEl>
                                              <p:pRg st="3" end="3"/>
                                            </p:txEl>
                                          </p:spTgt>
                                        </p:tgtEl>
                                        <p:attrNameLst>
                                          <p:attrName>style.visibility</p:attrName>
                                        </p:attrNameLst>
                                      </p:cBhvr>
                                      <p:to>
                                        <p:strVal val="visible"/>
                                      </p:to>
                                    </p:set>
                                    <p:animEffect transition="in" filter="blinds(horizontal)">
                                      <p:cBhvr>
                                        <p:cTn id="12" dur="500"/>
                                        <p:tgtEl>
                                          <p:spTgt spid="10445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51520" y="714375"/>
            <a:ext cx="8892480" cy="5429250"/>
          </a:xfrm>
        </p:spPr>
        <p:txBody>
          <a:bodyPr/>
          <a:lstStyle/>
          <a:p>
            <a:pPr marL="0" indent="0">
              <a:lnSpc>
                <a:spcPct val="150000"/>
              </a:lnSpc>
              <a:spcBef>
                <a:spcPts val="0"/>
              </a:spcBef>
              <a:buFont typeface="Wingdings" pitchFamily="2" charset="2"/>
              <a:buNone/>
            </a:pPr>
            <a:r>
              <a:rPr lang="zh-CN" altLang="zh-CN" sz="2800" dirty="0" smtClean="0">
                <a:latin typeface="黑体" pitchFamily="49" charset="-122"/>
                <a:ea typeface="黑体" pitchFamily="49" charset="-122"/>
              </a:rPr>
              <a:t>例</a:t>
            </a:r>
            <a:r>
              <a:rPr lang="en-US" altLang="zh-CN" sz="2800" dirty="0" smtClean="0">
                <a:latin typeface="黑体" pitchFamily="49" charset="-122"/>
                <a:ea typeface="黑体" pitchFamily="49" charset="-122"/>
              </a:rPr>
              <a:t>8.16 </a:t>
            </a:r>
            <a:r>
              <a:rPr lang="zh-CN" altLang="zh-CN" sz="2800" dirty="0" smtClean="0">
                <a:latin typeface="黑体" pitchFamily="49" charset="-122"/>
                <a:ea typeface="黑体" pitchFamily="49" charset="-122"/>
              </a:rPr>
              <a:t>定义一个字符数组，在其中存放字符串“</a:t>
            </a:r>
            <a:r>
              <a:rPr lang="en-US" altLang="zh-CN" sz="2800" dirty="0" smtClean="0">
                <a:latin typeface="黑体" pitchFamily="49" charset="-122"/>
                <a:ea typeface="黑体" pitchFamily="49" charset="-122"/>
              </a:rPr>
              <a:t>I love China!</a:t>
            </a:r>
            <a:r>
              <a:rPr lang="zh-CN" altLang="zh-CN" sz="2800" dirty="0" smtClean="0">
                <a:latin typeface="黑体" pitchFamily="49" charset="-122"/>
                <a:ea typeface="黑体" pitchFamily="49" charset="-122"/>
              </a:rPr>
              <a:t>”，输出该字符串和第</a:t>
            </a:r>
            <a:r>
              <a:rPr lang="en-US" altLang="zh-CN" sz="2800" dirty="0" smtClean="0">
                <a:latin typeface="黑体" pitchFamily="49" charset="-122"/>
                <a:ea typeface="黑体" pitchFamily="49" charset="-122"/>
              </a:rPr>
              <a:t>8</a:t>
            </a:r>
            <a:r>
              <a:rPr lang="zh-CN" altLang="zh-CN" sz="2800" dirty="0" smtClean="0">
                <a:latin typeface="黑体" pitchFamily="49" charset="-122"/>
                <a:ea typeface="黑体" pitchFamily="49" charset="-122"/>
              </a:rPr>
              <a:t>个字符。</a:t>
            </a:r>
          </a:p>
          <a:p>
            <a:pPr marL="0" indent="0">
              <a:lnSpc>
                <a:spcPct val="150000"/>
              </a:lnSpc>
              <a:spcBef>
                <a:spcPts val="0"/>
              </a:spcBef>
              <a:buFont typeface="Wingdings" pitchFamily="2" charset="2"/>
              <a:buChar char="Ø"/>
            </a:pPr>
            <a:r>
              <a:rPr lang="zh-CN" altLang="zh-CN" sz="2800" dirty="0" smtClean="0">
                <a:latin typeface="黑体" pitchFamily="49" charset="-122"/>
                <a:ea typeface="黑体" pitchFamily="49" charset="-122"/>
              </a:rPr>
              <a:t>解题思路：定义字符数组</a:t>
            </a:r>
            <a:r>
              <a:rPr lang="en-US" altLang="zh-CN" sz="2800" dirty="0" smtClean="0">
                <a:latin typeface="黑体" pitchFamily="49" charset="-122"/>
                <a:ea typeface="黑体" pitchFamily="49" charset="-122"/>
              </a:rPr>
              <a:t>string</a:t>
            </a:r>
            <a:r>
              <a:rPr lang="zh-CN" altLang="zh-CN" sz="2800" dirty="0" smtClean="0">
                <a:latin typeface="黑体" pitchFamily="49" charset="-122"/>
                <a:ea typeface="黑体" pitchFamily="49" charset="-122"/>
              </a:rPr>
              <a:t>，对它初始化，由于在初始化时字符的个数是确定的，因此可不必指定数组的长度。用数组名</a:t>
            </a:r>
            <a:r>
              <a:rPr lang="en-US" altLang="zh-CN" sz="2800" dirty="0" smtClean="0">
                <a:latin typeface="黑体" pitchFamily="49" charset="-122"/>
                <a:ea typeface="黑体" pitchFamily="49" charset="-122"/>
              </a:rPr>
              <a:t>string</a:t>
            </a:r>
            <a:r>
              <a:rPr lang="zh-CN" altLang="zh-CN" sz="2800" dirty="0" smtClean="0">
                <a:latin typeface="黑体" pitchFamily="49" charset="-122"/>
                <a:ea typeface="黑体" pitchFamily="49" charset="-122"/>
              </a:rPr>
              <a:t>和输出格式</a:t>
            </a:r>
            <a:r>
              <a:rPr lang="en-US" altLang="zh-CN" sz="2800" dirty="0" smtClean="0">
                <a:latin typeface="黑体" pitchFamily="49" charset="-122"/>
                <a:ea typeface="黑体" pitchFamily="49" charset="-122"/>
              </a:rPr>
              <a:t>%s</a:t>
            </a:r>
            <a:r>
              <a:rPr lang="zh-CN" altLang="zh-CN" sz="2800" dirty="0" smtClean="0">
                <a:latin typeface="黑体" pitchFamily="49" charset="-122"/>
                <a:ea typeface="黑体" pitchFamily="49" charset="-122"/>
              </a:rPr>
              <a:t>可以输出整个字符串。用</a:t>
            </a:r>
            <a:r>
              <a:rPr lang="zh-CN" altLang="zh-CN" sz="2800" dirty="0" smtClean="0">
                <a:solidFill>
                  <a:srgbClr val="0000FF"/>
                </a:solidFill>
                <a:latin typeface="黑体" pitchFamily="49" charset="-122"/>
                <a:ea typeface="黑体" pitchFamily="49" charset="-122"/>
              </a:rPr>
              <a:t>数组名和下标</a:t>
            </a:r>
            <a:r>
              <a:rPr lang="zh-CN" altLang="zh-CN" sz="2800" dirty="0" smtClean="0">
                <a:latin typeface="黑体" pitchFamily="49" charset="-122"/>
                <a:ea typeface="黑体" pitchFamily="49" charset="-122"/>
              </a:rPr>
              <a:t>可以引用任一数组元素。</a:t>
            </a:r>
            <a:endParaRPr lang="zh-CN" altLang="en-US" sz="2800" dirty="0" smtClean="0">
              <a:latin typeface="黑体" pitchFamily="49" charset="-122"/>
              <a:ea typeface="黑体" pitchFamily="49" charset="-122"/>
            </a:endParaRPr>
          </a:p>
        </p:txBody>
      </p:sp>
    </p:spTree>
    <p:extLst>
      <p:ext uri="{BB962C8B-B14F-4D97-AF65-F5344CB8AC3E}">
        <p14:creationId xmlns:p14="http://schemas.microsoft.com/office/powerpoint/2010/main" val="65904423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linds(horizontal)">
                                      <p:cBhvr>
                                        <p:cTn id="7"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内容占位符 2"/>
          <p:cNvSpPr>
            <a:spLocks noGrp="1"/>
          </p:cNvSpPr>
          <p:nvPr>
            <p:ph idx="1"/>
          </p:nvPr>
        </p:nvSpPr>
        <p:spPr>
          <a:xfrm>
            <a:off x="896938" y="928688"/>
            <a:ext cx="7104062" cy="3929062"/>
          </a:xfrm>
        </p:spPr>
        <p:txBody>
          <a:bodyPr/>
          <a:lstStyle/>
          <a:p>
            <a:pPr>
              <a:lnSpc>
                <a:spcPct val="100000"/>
              </a:lnSpc>
              <a:buFont typeface="Wingdings" pitchFamily="2" charset="2"/>
              <a:buNone/>
            </a:pPr>
            <a:r>
              <a:rPr lang="en-US" altLang="zh-CN" sz="2800" dirty="0" smtClean="0"/>
              <a:t>#include &lt;</a:t>
            </a:r>
            <a:r>
              <a:rPr lang="en-US" altLang="zh-CN" sz="2800" dirty="0" err="1" smtClean="0"/>
              <a:t>stdio.h</a:t>
            </a:r>
            <a:r>
              <a:rPr lang="en-US" altLang="zh-CN" sz="2800" dirty="0" smtClean="0"/>
              <a:t>&gt;</a:t>
            </a:r>
            <a:endParaRPr lang="zh-CN" altLang="zh-CN" sz="2800" dirty="0" smtClean="0"/>
          </a:p>
          <a:p>
            <a:pPr>
              <a:lnSpc>
                <a:spcPct val="100000"/>
              </a:lnSpc>
              <a:buFont typeface="Wingdings" pitchFamily="2" charset="2"/>
              <a:buNone/>
            </a:pPr>
            <a:r>
              <a:rPr lang="en-US" altLang="zh-CN" sz="2800" dirty="0" err="1" smtClean="0"/>
              <a:t>int</a:t>
            </a:r>
            <a:r>
              <a:rPr lang="en-US" altLang="zh-CN" sz="2800" dirty="0" smtClean="0"/>
              <a:t> main()</a:t>
            </a:r>
            <a:endParaRPr lang="zh-CN" altLang="zh-CN" sz="2800" dirty="0" smtClean="0"/>
          </a:p>
          <a:p>
            <a:pPr>
              <a:lnSpc>
                <a:spcPct val="100000"/>
              </a:lnSpc>
              <a:buFont typeface="Wingdings" pitchFamily="2" charset="2"/>
              <a:buNone/>
            </a:pPr>
            <a:r>
              <a:rPr lang="en-US" altLang="zh-CN" sz="2800" dirty="0" smtClean="0"/>
              <a:t>{ char string[]=“I love China!”; </a:t>
            </a:r>
            <a:endParaRPr lang="zh-CN" altLang="zh-CN" sz="2800" dirty="0" smtClean="0"/>
          </a:p>
          <a:p>
            <a:pPr>
              <a:lnSpc>
                <a:spcPct val="100000"/>
              </a:lnSpc>
              <a:buFont typeface="Wingdings" pitchFamily="2" charset="2"/>
              <a:buNone/>
            </a:pPr>
            <a:r>
              <a:rPr lang="en-US" altLang="zh-CN" sz="2800" dirty="0" smtClean="0"/>
              <a:t>   </a:t>
            </a:r>
            <a:r>
              <a:rPr lang="en-US" altLang="zh-CN" sz="2800" dirty="0" err="1" smtClean="0"/>
              <a:t>printf</a:t>
            </a:r>
            <a:r>
              <a:rPr lang="en-US" altLang="zh-CN" sz="2800" dirty="0" smtClean="0"/>
              <a:t>(“%s\</a:t>
            </a:r>
            <a:r>
              <a:rPr lang="en-US" altLang="zh-CN" sz="2800" dirty="0" err="1" smtClean="0"/>
              <a:t>n”,string</a:t>
            </a:r>
            <a:r>
              <a:rPr lang="en-US" altLang="zh-CN" sz="2800" dirty="0" smtClean="0"/>
              <a:t>); </a:t>
            </a:r>
            <a:endParaRPr lang="zh-CN" altLang="zh-CN" sz="2800" dirty="0" smtClean="0"/>
          </a:p>
          <a:p>
            <a:pPr>
              <a:lnSpc>
                <a:spcPct val="100000"/>
              </a:lnSpc>
              <a:buFont typeface="Wingdings" pitchFamily="2" charset="2"/>
              <a:buNone/>
            </a:pPr>
            <a:r>
              <a:rPr lang="en-US" altLang="zh-CN" sz="2800" dirty="0" smtClean="0"/>
              <a:t>   </a:t>
            </a:r>
            <a:r>
              <a:rPr lang="en-US" altLang="zh-CN" sz="2800" dirty="0" err="1" smtClean="0"/>
              <a:t>printf</a:t>
            </a:r>
            <a:r>
              <a:rPr lang="en-US" altLang="zh-CN" sz="2800" dirty="0" smtClean="0"/>
              <a:t>(“%c\</a:t>
            </a:r>
            <a:r>
              <a:rPr lang="en-US" altLang="zh-CN" sz="2800" dirty="0" err="1" smtClean="0"/>
              <a:t>n”,string</a:t>
            </a:r>
            <a:r>
              <a:rPr lang="en-US" altLang="zh-CN" sz="2800" dirty="0" smtClean="0"/>
              <a:t>[7]);  </a:t>
            </a:r>
            <a:endParaRPr lang="zh-CN" altLang="zh-CN" sz="2800" dirty="0" smtClean="0"/>
          </a:p>
          <a:p>
            <a:pPr>
              <a:lnSpc>
                <a:spcPct val="100000"/>
              </a:lnSpc>
              <a:buFont typeface="Wingdings" pitchFamily="2" charset="2"/>
              <a:buNone/>
            </a:pPr>
            <a:r>
              <a:rPr lang="en-US" altLang="zh-CN" sz="2800" dirty="0" smtClean="0"/>
              <a:t>   return 0;</a:t>
            </a:r>
            <a:endParaRPr lang="zh-CN" altLang="zh-CN" sz="2800" dirty="0" smtClean="0"/>
          </a:p>
          <a:p>
            <a:pPr>
              <a:lnSpc>
                <a:spcPct val="100000"/>
              </a:lnSpc>
              <a:buFont typeface="Wingdings" pitchFamily="2" charset="2"/>
              <a:buNone/>
            </a:pPr>
            <a:r>
              <a:rPr lang="en-US" altLang="zh-CN" sz="2800" dirty="0" smtClean="0"/>
              <a:t>}</a:t>
            </a:r>
            <a:endParaRPr lang="zh-CN" altLang="zh-CN" sz="2800" dirty="0" smtClean="0"/>
          </a:p>
        </p:txBody>
      </p:sp>
      <p:pic>
        <p:nvPicPr>
          <p:cNvPr id="25600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36096" y="3573016"/>
            <a:ext cx="3071813" cy="928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Box 3"/>
          <p:cNvSpPr txBox="1">
            <a:spLocks noChangeArrowheads="1"/>
          </p:cNvSpPr>
          <p:nvPr/>
        </p:nvSpPr>
        <p:spPr bwMode="auto">
          <a:xfrm>
            <a:off x="2483768" y="1285875"/>
            <a:ext cx="142875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000">
                <a:solidFill>
                  <a:schemeClr val="tx1"/>
                </a:solidFill>
                <a:latin typeface="Arial" charset="0"/>
                <a:ea typeface="宋体" pitchFamily="2" charset="-122"/>
              </a:defRPr>
            </a:lvl1pPr>
            <a:lvl2pPr marL="742950" indent="-285750" eaLnBrk="0" hangingPunct="0">
              <a:defRPr kumimoji="1" sz="4000">
                <a:solidFill>
                  <a:schemeClr val="tx1"/>
                </a:solidFill>
                <a:latin typeface="Arial" charset="0"/>
                <a:ea typeface="宋体" pitchFamily="2" charset="-122"/>
              </a:defRPr>
            </a:lvl2pPr>
            <a:lvl3pPr marL="1143000" indent="-228600" eaLnBrk="0" hangingPunct="0">
              <a:defRPr kumimoji="1" sz="4000">
                <a:solidFill>
                  <a:schemeClr val="tx1"/>
                </a:solidFill>
                <a:latin typeface="Arial" charset="0"/>
                <a:ea typeface="宋体" pitchFamily="2" charset="-122"/>
              </a:defRPr>
            </a:lvl3pPr>
            <a:lvl4pPr marL="1600200" indent="-228600" eaLnBrk="0" hangingPunct="0">
              <a:defRPr kumimoji="1" sz="4000">
                <a:solidFill>
                  <a:schemeClr val="tx1"/>
                </a:solidFill>
                <a:latin typeface="Arial" charset="0"/>
                <a:ea typeface="宋体" pitchFamily="2" charset="-122"/>
              </a:defRPr>
            </a:lvl4pPr>
            <a:lvl5pPr marL="2057400" indent="-228600" eaLnBrk="0" hangingPunct="0">
              <a:defRPr kumimoji="1" sz="4000">
                <a:solidFill>
                  <a:schemeClr val="tx1"/>
                </a:solidFill>
                <a:latin typeface="Arial" charset="0"/>
                <a:ea typeface="宋体" pitchFamily="2" charset="-122"/>
              </a:defRPr>
            </a:lvl5pPr>
            <a:lvl6pPr marL="2514600" indent="-228600" eaLnBrk="0" fontAlgn="base" hangingPunct="0">
              <a:spcBef>
                <a:spcPct val="0"/>
              </a:spcBef>
              <a:spcAft>
                <a:spcPct val="0"/>
              </a:spcAft>
              <a:defRPr kumimoji="1" sz="4000">
                <a:solidFill>
                  <a:schemeClr val="tx1"/>
                </a:solidFill>
                <a:latin typeface="Arial" charset="0"/>
                <a:ea typeface="宋体" pitchFamily="2" charset="-122"/>
              </a:defRPr>
            </a:lvl6pPr>
            <a:lvl7pPr marL="2971800" indent="-228600" eaLnBrk="0" fontAlgn="base" hangingPunct="0">
              <a:spcBef>
                <a:spcPct val="0"/>
              </a:spcBef>
              <a:spcAft>
                <a:spcPct val="0"/>
              </a:spcAft>
              <a:defRPr kumimoji="1" sz="4000">
                <a:solidFill>
                  <a:schemeClr val="tx1"/>
                </a:solidFill>
                <a:latin typeface="Arial" charset="0"/>
                <a:ea typeface="宋体" pitchFamily="2" charset="-122"/>
              </a:defRPr>
            </a:lvl7pPr>
            <a:lvl8pPr marL="3429000" indent="-228600" eaLnBrk="0" fontAlgn="base" hangingPunct="0">
              <a:spcBef>
                <a:spcPct val="0"/>
              </a:spcBef>
              <a:spcAft>
                <a:spcPct val="0"/>
              </a:spcAft>
              <a:defRPr kumimoji="1" sz="4000">
                <a:solidFill>
                  <a:schemeClr val="tx1"/>
                </a:solidFill>
                <a:latin typeface="Arial" charset="0"/>
                <a:ea typeface="宋体" pitchFamily="2" charset="-122"/>
              </a:defRPr>
            </a:lvl8pPr>
            <a:lvl9pPr marL="3886200" indent="-228600" eaLnBrk="0" fontAlgn="base" hangingPunct="0">
              <a:spcBef>
                <a:spcPct val="0"/>
              </a:spcBef>
              <a:spcAft>
                <a:spcPct val="0"/>
              </a:spcAft>
              <a:defRPr kumimoji="1" sz="4000">
                <a:solidFill>
                  <a:schemeClr val="tx1"/>
                </a:solidFill>
                <a:latin typeface="Arial" charset="0"/>
                <a:ea typeface="宋体" pitchFamily="2" charset="-122"/>
              </a:defRPr>
            </a:lvl9pPr>
          </a:lstStyle>
          <a:p>
            <a:pPr eaLnBrk="1" hangingPunct="1"/>
            <a:r>
              <a:rPr lang="en-US" altLang="zh-CN" sz="3200" b="1">
                <a:solidFill>
                  <a:srgbClr val="0000CC"/>
                </a:solidFill>
              </a:rPr>
              <a:t>string</a:t>
            </a:r>
            <a:endParaRPr lang="zh-CN" altLang="en-US" sz="3200" b="1">
              <a:solidFill>
                <a:srgbClr val="0000CC"/>
              </a:solidFill>
            </a:endParaRPr>
          </a:p>
        </p:txBody>
      </p:sp>
      <p:cxnSp>
        <p:nvCxnSpPr>
          <p:cNvPr id="5" name="直接箭头连接符 4"/>
          <p:cNvCxnSpPr>
            <a:cxnSpLocks noChangeShapeType="1"/>
          </p:cNvCxnSpPr>
          <p:nvPr/>
        </p:nvCxnSpPr>
        <p:spPr bwMode="auto">
          <a:xfrm rot="5400000">
            <a:off x="3554536" y="1785144"/>
            <a:ext cx="428625" cy="1588"/>
          </a:xfrm>
          <a:prstGeom prst="straightConnector1">
            <a:avLst/>
          </a:prstGeom>
          <a:noFill/>
          <a:ln w="38100" algn="ctr">
            <a:solidFill>
              <a:srgbClr val="0000CC"/>
            </a:solidFill>
            <a:miter lim="800000"/>
            <a:headEnd/>
            <a:tailEnd type="arrow" w="med" len="med"/>
          </a:ln>
          <a:extLst>
            <a:ext uri="{909E8E84-426E-40DD-AFC4-6F175D3DCCD1}">
              <a14:hiddenFill xmlns:a14="http://schemas.microsoft.com/office/drawing/2010/main">
                <a:noFill/>
              </a14:hiddenFill>
            </a:ext>
          </a:extLst>
        </p:spPr>
      </p:cxnSp>
      <p:sp>
        <p:nvSpPr>
          <p:cNvPr id="8" name="TextBox 7"/>
          <p:cNvSpPr txBox="1">
            <a:spLocks noChangeArrowheads="1"/>
          </p:cNvSpPr>
          <p:nvPr/>
        </p:nvSpPr>
        <p:spPr bwMode="auto">
          <a:xfrm>
            <a:off x="4859463" y="1285875"/>
            <a:ext cx="1928812"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000">
                <a:solidFill>
                  <a:schemeClr val="tx1"/>
                </a:solidFill>
                <a:latin typeface="Arial" charset="0"/>
                <a:ea typeface="宋体" pitchFamily="2" charset="-122"/>
              </a:defRPr>
            </a:lvl1pPr>
            <a:lvl2pPr marL="742950" indent="-285750" eaLnBrk="0" hangingPunct="0">
              <a:defRPr kumimoji="1" sz="4000">
                <a:solidFill>
                  <a:schemeClr val="tx1"/>
                </a:solidFill>
                <a:latin typeface="Arial" charset="0"/>
                <a:ea typeface="宋体" pitchFamily="2" charset="-122"/>
              </a:defRPr>
            </a:lvl2pPr>
            <a:lvl3pPr marL="1143000" indent="-228600" eaLnBrk="0" hangingPunct="0">
              <a:defRPr kumimoji="1" sz="4000">
                <a:solidFill>
                  <a:schemeClr val="tx1"/>
                </a:solidFill>
                <a:latin typeface="Arial" charset="0"/>
                <a:ea typeface="宋体" pitchFamily="2" charset="-122"/>
              </a:defRPr>
            </a:lvl3pPr>
            <a:lvl4pPr marL="1600200" indent="-228600" eaLnBrk="0" hangingPunct="0">
              <a:defRPr kumimoji="1" sz="4000">
                <a:solidFill>
                  <a:schemeClr val="tx1"/>
                </a:solidFill>
                <a:latin typeface="Arial" charset="0"/>
                <a:ea typeface="宋体" pitchFamily="2" charset="-122"/>
              </a:defRPr>
            </a:lvl4pPr>
            <a:lvl5pPr marL="2057400" indent="-228600" eaLnBrk="0" hangingPunct="0">
              <a:defRPr kumimoji="1" sz="4000">
                <a:solidFill>
                  <a:schemeClr val="tx1"/>
                </a:solidFill>
                <a:latin typeface="Arial" charset="0"/>
                <a:ea typeface="宋体" pitchFamily="2" charset="-122"/>
              </a:defRPr>
            </a:lvl5pPr>
            <a:lvl6pPr marL="2514600" indent="-228600" eaLnBrk="0" fontAlgn="base" hangingPunct="0">
              <a:spcBef>
                <a:spcPct val="0"/>
              </a:spcBef>
              <a:spcAft>
                <a:spcPct val="0"/>
              </a:spcAft>
              <a:defRPr kumimoji="1" sz="4000">
                <a:solidFill>
                  <a:schemeClr val="tx1"/>
                </a:solidFill>
                <a:latin typeface="Arial" charset="0"/>
                <a:ea typeface="宋体" pitchFamily="2" charset="-122"/>
              </a:defRPr>
            </a:lvl6pPr>
            <a:lvl7pPr marL="2971800" indent="-228600" eaLnBrk="0" fontAlgn="base" hangingPunct="0">
              <a:spcBef>
                <a:spcPct val="0"/>
              </a:spcBef>
              <a:spcAft>
                <a:spcPct val="0"/>
              </a:spcAft>
              <a:defRPr kumimoji="1" sz="4000">
                <a:solidFill>
                  <a:schemeClr val="tx1"/>
                </a:solidFill>
                <a:latin typeface="Arial" charset="0"/>
                <a:ea typeface="宋体" pitchFamily="2" charset="-122"/>
              </a:defRPr>
            </a:lvl7pPr>
            <a:lvl8pPr marL="3429000" indent="-228600" eaLnBrk="0" fontAlgn="base" hangingPunct="0">
              <a:spcBef>
                <a:spcPct val="0"/>
              </a:spcBef>
              <a:spcAft>
                <a:spcPct val="0"/>
              </a:spcAft>
              <a:defRPr kumimoji="1" sz="4000">
                <a:solidFill>
                  <a:schemeClr val="tx1"/>
                </a:solidFill>
                <a:latin typeface="Arial" charset="0"/>
                <a:ea typeface="宋体" pitchFamily="2" charset="-122"/>
              </a:defRPr>
            </a:lvl8pPr>
            <a:lvl9pPr marL="3886200" indent="-228600" eaLnBrk="0" fontAlgn="base" hangingPunct="0">
              <a:spcBef>
                <a:spcPct val="0"/>
              </a:spcBef>
              <a:spcAft>
                <a:spcPct val="0"/>
              </a:spcAft>
              <a:defRPr kumimoji="1" sz="4000">
                <a:solidFill>
                  <a:schemeClr val="tx1"/>
                </a:solidFill>
                <a:latin typeface="Arial" charset="0"/>
                <a:ea typeface="宋体" pitchFamily="2" charset="-122"/>
              </a:defRPr>
            </a:lvl9pPr>
          </a:lstStyle>
          <a:p>
            <a:pPr eaLnBrk="1" hangingPunct="1"/>
            <a:r>
              <a:rPr lang="en-US" altLang="zh-CN" sz="3200" b="1" dirty="0">
                <a:solidFill>
                  <a:srgbClr val="0000CC"/>
                </a:solidFill>
              </a:rPr>
              <a:t>string+7</a:t>
            </a:r>
            <a:endParaRPr lang="zh-CN" altLang="en-US" sz="3200" b="1" dirty="0">
              <a:solidFill>
                <a:srgbClr val="0000CC"/>
              </a:solidFill>
            </a:endParaRPr>
          </a:p>
        </p:txBody>
      </p:sp>
      <p:cxnSp>
        <p:nvCxnSpPr>
          <p:cNvPr id="9" name="直接箭头连接符 8"/>
          <p:cNvCxnSpPr>
            <a:cxnSpLocks noChangeShapeType="1"/>
          </p:cNvCxnSpPr>
          <p:nvPr/>
        </p:nvCxnSpPr>
        <p:spPr bwMode="auto">
          <a:xfrm rot="5400000">
            <a:off x="4574506" y="1785144"/>
            <a:ext cx="428625" cy="1588"/>
          </a:xfrm>
          <a:prstGeom prst="straightConnector1">
            <a:avLst/>
          </a:prstGeom>
          <a:noFill/>
          <a:ln w="38100" algn="ctr">
            <a:solidFill>
              <a:srgbClr val="0000CC"/>
            </a:solidFill>
            <a:miter lim="800000"/>
            <a:headEnd/>
            <a:tailEnd type="arrow" w="med" len="med"/>
          </a:ln>
          <a:extLst>
            <a:ext uri="{909E8E84-426E-40DD-AFC4-6F175D3DCCD1}">
              <a14:hiddenFill xmlns:a14="http://schemas.microsoft.com/office/drawing/2010/main">
                <a:noFill/>
              </a14:hiddenFill>
            </a:ext>
          </a:extLst>
        </p:spPr>
      </p:cxnSp>
      <p:sp>
        <p:nvSpPr>
          <p:cNvPr id="10" name="TextBox 9"/>
          <p:cNvSpPr txBox="1">
            <a:spLocks noChangeArrowheads="1"/>
          </p:cNvSpPr>
          <p:nvPr/>
        </p:nvSpPr>
        <p:spPr bwMode="auto">
          <a:xfrm>
            <a:off x="1357313" y="5000625"/>
            <a:ext cx="142875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itchFamily="18" charset="0"/>
                <a:ea typeface="宋体" pitchFamily="2" charset="-122"/>
              </a:defRPr>
            </a:lvl1pPr>
            <a:lvl2pPr marL="742950" indent="-285750">
              <a:defRPr kumimoji="1" sz="2400">
                <a:solidFill>
                  <a:schemeClr val="tx1"/>
                </a:solidFill>
                <a:latin typeface="Times New Roman" pitchFamily="18" charset="0"/>
                <a:ea typeface="宋体" pitchFamily="2" charset="-122"/>
              </a:defRPr>
            </a:lvl2pPr>
            <a:lvl3pPr marL="1143000" indent="-228600">
              <a:defRPr kumimoji="1" sz="2400">
                <a:solidFill>
                  <a:schemeClr val="tx1"/>
                </a:solidFill>
                <a:latin typeface="Times New Roman" pitchFamily="18" charset="0"/>
                <a:ea typeface="宋体" pitchFamily="2" charset="-122"/>
              </a:defRPr>
            </a:lvl3pPr>
            <a:lvl4pPr marL="1600200" indent="-228600">
              <a:defRPr kumimoji="1" sz="2400">
                <a:solidFill>
                  <a:schemeClr val="tx1"/>
                </a:solidFill>
                <a:latin typeface="Times New Roman" pitchFamily="18" charset="0"/>
                <a:ea typeface="宋体" pitchFamily="2" charset="-122"/>
              </a:defRPr>
            </a:lvl4pPr>
            <a:lvl5pPr marL="2057400" indent="-22860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r>
              <a:rPr lang="en-US" altLang="zh-CN" sz="3200" b="1">
                <a:solidFill>
                  <a:srgbClr val="0000CC"/>
                </a:solidFill>
                <a:latin typeface="Arial" charset="0"/>
              </a:rPr>
              <a:t>string</a:t>
            </a:r>
            <a:endParaRPr lang="zh-CN" altLang="en-US" sz="3200" b="1">
              <a:solidFill>
                <a:srgbClr val="0000CC"/>
              </a:solidFill>
              <a:latin typeface="Arial" charset="0"/>
            </a:endParaRPr>
          </a:p>
        </p:txBody>
      </p:sp>
      <p:cxnSp>
        <p:nvCxnSpPr>
          <p:cNvPr id="11" name="直接箭头连接符 10"/>
          <p:cNvCxnSpPr>
            <a:cxnSpLocks noChangeShapeType="1"/>
          </p:cNvCxnSpPr>
          <p:nvPr/>
        </p:nvCxnSpPr>
        <p:spPr bwMode="auto">
          <a:xfrm rot="5400000">
            <a:off x="1070769" y="5499894"/>
            <a:ext cx="428625" cy="1587"/>
          </a:xfrm>
          <a:prstGeom prst="straightConnector1">
            <a:avLst/>
          </a:prstGeom>
          <a:noFill/>
          <a:ln w="38100" algn="ctr">
            <a:solidFill>
              <a:srgbClr val="0000CC"/>
            </a:solidFill>
            <a:miter lim="800000"/>
            <a:headEnd/>
            <a:tailEnd type="arrow" w="med" len="med"/>
          </a:ln>
          <a:extLst>
            <a:ext uri="{909E8E84-426E-40DD-AFC4-6F175D3DCCD1}">
              <a14:hiddenFill xmlns:a14="http://schemas.microsoft.com/office/drawing/2010/main">
                <a:noFill/>
              </a14:hiddenFill>
            </a:ext>
          </a:extLst>
        </p:spPr>
      </p:cxnSp>
      <p:graphicFrame>
        <p:nvGraphicFramePr>
          <p:cNvPr id="12" name="表格 11"/>
          <p:cNvGraphicFramePr>
            <a:graphicFrameLocks noGrp="1"/>
          </p:cNvGraphicFramePr>
          <p:nvPr/>
        </p:nvGraphicFramePr>
        <p:xfrm>
          <a:off x="1000125" y="5697538"/>
          <a:ext cx="7572371" cy="517662"/>
        </p:xfrm>
        <a:graphic>
          <a:graphicData uri="http://schemas.openxmlformats.org/drawingml/2006/table">
            <a:tbl>
              <a:tblPr firstRow="1" bandRow="1">
                <a:tableStyleId>{5C22544A-7EE6-4342-B048-85BDC9FD1C3A}</a:tableStyleId>
              </a:tblPr>
              <a:tblGrid>
                <a:gridCol w="520272"/>
                <a:gridCol w="520272"/>
                <a:gridCol w="520272"/>
                <a:gridCol w="520272"/>
                <a:gridCol w="520272"/>
                <a:gridCol w="520272"/>
                <a:gridCol w="520272"/>
                <a:gridCol w="520272"/>
                <a:gridCol w="520272"/>
                <a:gridCol w="520272"/>
                <a:gridCol w="520272"/>
                <a:gridCol w="520272"/>
                <a:gridCol w="520272"/>
                <a:gridCol w="808835"/>
              </a:tblGrid>
              <a:tr h="517525">
                <a:tc>
                  <a:txBody>
                    <a:bodyPr/>
                    <a:lstStyle/>
                    <a:p>
                      <a:pPr algn="ctr"/>
                      <a:r>
                        <a:rPr lang="en-US" altLang="zh-CN" sz="2800" dirty="0" smtClean="0">
                          <a:solidFill>
                            <a:srgbClr val="0000CC"/>
                          </a:solidFill>
                        </a:rPr>
                        <a:t>I</a:t>
                      </a: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800" dirty="0" smtClean="0">
                          <a:solidFill>
                            <a:srgbClr val="0000CC"/>
                          </a:solidFill>
                        </a:rPr>
                        <a:t>l</a:t>
                      </a: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800" dirty="0" smtClean="0">
                          <a:solidFill>
                            <a:srgbClr val="0000CC"/>
                          </a:solidFill>
                        </a:rPr>
                        <a:t>o</a:t>
                      </a: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800" dirty="0" smtClean="0">
                          <a:solidFill>
                            <a:srgbClr val="0000CC"/>
                          </a:solidFill>
                        </a:rPr>
                        <a:t>v</a:t>
                      </a: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800" dirty="0" smtClean="0">
                          <a:solidFill>
                            <a:srgbClr val="0000CC"/>
                          </a:solidFill>
                        </a:rPr>
                        <a:t>e</a:t>
                      </a: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800" dirty="0" smtClean="0">
                          <a:solidFill>
                            <a:srgbClr val="0000CC"/>
                          </a:solidFill>
                        </a:rPr>
                        <a:t>C</a:t>
                      </a: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800" dirty="0" smtClean="0">
                          <a:solidFill>
                            <a:srgbClr val="0000CC"/>
                          </a:solidFill>
                        </a:rPr>
                        <a:t>h</a:t>
                      </a: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800" dirty="0" err="1" smtClean="0">
                          <a:solidFill>
                            <a:srgbClr val="0000CC"/>
                          </a:solidFill>
                        </a:rPr>
                        <a:t>i</a:t>
                      </a: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800" dirty="0" smtClean="0">
                          <a:solidFill>
                            <a:srgbClr val="0000CC"/>
                          </a:solidFill>
                        </a:rPr>
                        <a:t>n</a:t>
                      </a: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800" dirty="0" smtClean="0">
                          <a:solidFill>
                            <a:srgbClr val="0000CC"/>
                          </a:solidFill>
                        </a:rPr>
                        <a:t>a</a:t>
                      </a: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800" dirty="0" smtClean="0">
                          <a:solidFill>
                            <a:srgbClr val="0000CC"/>
                          </a:solidFill>
                        </a:rPr>
                        <a:t>!</a:t>
                      </a: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800" dirty="0" smtClean="0">
                          <a:solidFill>
                            <a:srgbClr val="0000CC"/>
                          </a:solidFill>
                        </a:rPr>
                        <a:t>\0</a:t>
                      </a: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bl>
          </a:graphicData>
        </a:graphic>
      </p:graphicFrame>
    </p:spTree>
    <p:extLst>
      <p:ext uri="{BB962C8B-B14F-4D97-AF65-F5344CB8AC3E}">
        <p14:creationId xmlns:p14="http://schemas.microsoft.com/office/powerpoint/2010/main" val="334148391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8"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slide(fromLeft)">
                                      <p:cBhvr>
                                        <p:cTn id="7" dur="500"/>
                                        <p:tgtEl>
                                          <p:spTgt spid="5"/>
                                        </p:tgtEl>
                                      </p:cBhvr>
                                    </p:animEffect>
                                  </p:childTnLst>
                                </p:cTn>
                              </p:par>
                              <p:par>
                                <p:cTn id="8" presetID="12" presetClass="entr" presetSubtype="8"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slide(fromLeft)">
                                      <p:cBhvr>
                                        <p:cTn id="10" dur="500"/>
                                        <p:tgtEl>
                                          <p:spTgt spid="4"/>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12" presetClass="entr" presetSubtype="8"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slide(fromLeft)">
                                      <p:cBhvr>
                                        <p:cTn id="15" dur="500"/>
                                        <p:tgtEl>
                                          <p:spTgt spid="9"/>
                                        </p:tgtEl>
                                      </p:cBhvr>
                                    </p:animEffect>
                                  </p:childTnLst>
                                </p:cTn>
                              </p:par>
                              <p:par>
                                <p:cTn id="16" presetID="12" presetClass="entr" presetSubtype="8" fill="hold" grpId="0" nodeType="with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slide(fromLeft)">
                                      <p:cBhvr>
                                        <p:cTn id="18" dur="500"/>
                                        <p:tgtEl>
                                          <p:spTgt spid="8"/>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nodeType="click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blinds(horizontal)">
                                      <p:cBhvr>
                                        <p:cTn id="23" dur="500"/>
                                        <p:tgtEl>
                                          <p:spTgt spid="12"/>
                                        </p:tgtEl>
                                      </p:cBhvr>
                                    </p:animEffect>
                                  </p:childTnLst>
                                </p:cTn>
                              </p:par>
                            </p:childTnLst>
                          </p:cTn>
                        </p:par>
                      </p:childTnLst>
                    </p:cTn>
                  </p:par>
                  <p:par>
                    <p:cTn id="24" fill="hold">
                      <p:stCondLst>
                        <p:cond delay="indefinite"/>
                      </p:stCondLst>
                      <p:childTnLst>
                        <p:par>
                          <p:cTn id="25" fill="hold">
                            <p:stCondLst>
                              <p:cond delay="0"/>
                            </p:stCondLst>
                            <p:childTnLst>
                              <p:par>
                                <p:cTn id="26" presetID="12" presetClass="entr" presetSubtype="8" fill="hold" nodeType="click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slide(fromLeft)">
                                      <p:cBhvr>
                                        <p:cTn id="28" dur="500"/>
                                        <p:tgtEl>
                                          <p:spTgt spid="11"/>
                                        </p:tgtEl>
                                      </p:cBhvr>
                                    </p:animEffect>
                                  </p:childTnLst>
                                </p:cTn>
                              </p:par>
                              <p:par>
                                <p:cTn id="29" presetID="12" presetClass="entr" presetSubtype="8" fill="hold" grpId="0" nodeType="with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slide(fromLeft)">
                                      <p:cBhvr>
                                        <p:cTn id="31" dur="500"/>
                                        <p:tgtEl>
                                          <p:spTgt spid="10"/>
                                        </p:tgtEl>
                                      </p:cBhvr>
                                    </p:animEffect>
                                  </p:childTnLst>
                                </p:cTn>
                              </p:par>
                            </p:childTnLst>
                          </p:cTn>
                        </p:par>
                      </p:childTnLst>
                    </p:cTn>
                  </p:par>
                  <p:par>
                    <p:cTn id="32" fill="hold">
                      <p:stCondLst>
                        <p:cond delay="indefinite"/>
                      </p:stCondLst>
                      <p:childTnLst>
                        <p:par>
                          <p:cTn id="33" fill="hold">
                            <p:stCondLst>
                              <p:cond delay="0"/>
                            </p:stCondLst>
                            <p:childTnLst>
                              <p:par>
                                <p:cTn id="34" presetID="3" presetClass="entr" presetSubtype="10" fill="hold" nodeType="clickEffect">
                                  <p:stCondLst>
                                    <p:cond delay="0"/>
                                  </p:stCondLst>
                                  <p:childTnLst>
                                    <p:set>
                                      <p:cBhvr>
                                        <p:cTn id="35" dur="1" fill="hold">
                                          <p:stCondLst>
                                            <p:cond delay="0"/>
                                          </p:stCondLst>
                                        </p:cTn>
                                        <p:tgtEl>
                                          <p:spTgt spid="256002"/>
                                        </p:tgtEl>
                                        <p:attrNameLst>
                                          <p:attrName>style.visibility</p:attrName>
                                        </p:attrNameLst>
                                      </p:cBhvr>
                                      <p:to>
                                        <p:strVal val="visible"/>
                                      </p:to>
                                    </p:set>
                                    <p:animEffect transition="in" filter="blinds(horizontal)">
                                      <p:cBhvr>
                                        <p:cTn id="36" dur="500"/>
                                        <p:tgtEl>
                                          <p:spTgt spid="2560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8" grpId="0"/>
      <p:bldP spid="10" grpId="0"/>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03892" y="620688"/>
            <a:ext cx="8572500" cy="3024336"/>
          </a:xfrm>
        </p:spPr>
        <p:txBody>
          <a:bodyPr/>
          <a:lstStyle/>
          <a:p>
            <a:pPr marL="0" indent="0">
              <a:lnSpc>
                <a:spcPct val="150000"/>
              </a:lnSpc>
              <a:spcBef>
                <a:spcPts val="0"/>
              </a:spcBef>
              <a:buFont typeface="Wingdings" pitchFamily="2" charset="2"/>
              <a:buNone/>
            </a:pPr>
            <a:r>
              <a:rPr lang="zh-CN" altLang="zh-CN" sz="2800" dirty="0" smtClean="0">
                <a:latin typeface="黑体" pitchFamily="49" charset="-122"/>
                <a:ea typeface="黑体" pitchFamily="49" charset="-122"/>
              </a:rPr>
              <a:t>例</a:t>
            </a:r>
            <a:r>
              <a:rPr lang="en-US" altLang="zh-CN" sz="2800" dirty="0" smtClean="0">
                <a:latin typeface="黑体" pitchFamily="49" charset="-122"/>
                <a:ea typeface="黑体" pitchFamily="49" charset="-122"/>
              </a:rPr>
              <a:t>8.17 </a:t>
            </a:r>
            <a:r>
              <a:rPr lang="zh-CN" altLang="zh-CN" sz="2800" dirty="0" smtClean="0">
                <a:latin typeface="黑体" pitchFamily="49" charset="-122"/>
                <a:ea typeface="黑体" pitchFamily="49" charset="-122"/>
              </a:rPr>
              <a:t>通过字符指针变量输出一个字符串。</a:t>
            </a:r>
            <a:r>
              <a:rPr lang="en-US" altLang="zh-CN" sz="2800" dirty="0" smtClean="0">
                <a:latin typeface="黑体" pitchFamily="49" charset="-122"/>
                <a:ea typeface="黑体" pitchFamily="49" charset="-122"/>
              </a:rPr>
              <a:t> </a:t>
            </a:r>
            <a:endParaRPr lang="zh-CN" altLang="zh-CN" sz="2800" dirty="0" smtClean="0">
              <a:latin typeface="黑体" pitchFamily="49" charset="-122"/>
              <a:ea typeface="黑体" pitchFamily="49" charset="-122"/>
            </a:endParaRPr>
          </a:p>
          <a:p>
            <a:pPr marL="0" indent="0">
              <a:lnSpc>
                <a:spcPct val="150000"/>
              </a:lnSpc>
              <a:spcBef>
                <a:spcPts val="0"/>
              </a:spcBef>
              <a:buFont typeface="Wingdings" pitchFamily="2" charset="2"/>
              <a:buChar char="Ø"/>
            </a:pPr>
            <a:r>
              <a:rPr lang="zh-CN" altLang="zh-CN" sz="2800" dirty="0" smtClean="0">
                <a:latin typeface="黑体" pitchFamily="49" charset="-122"/>
                <a:ea typeface="黑体" pitchFamily="49" charset="-122"/>
              </a:rPr>
              <a:t>解题思路：可以不定义字符数组，只定义一个</a:t>
            </a:r>
            <a:r>
              <a:rPr lang="zh-CN" altLang="zh-CN" sz="2800" dirty="0" smtClean="0">
                <a:solidFill>
                  <a:srgbClr val="0000FF"/>
                </a:solidFill>
                <a:latin typeface="黑体" pitchFamily="49" charset="-122"/>
                <a:ea typeface="黑体" pitchFamily="49" charset="-122"/>
              </a:rPr>
              <a:t>字符指针变量</a:t>
            </a:r>
            <a:r>
              <a:rPr lang="zh-CN" altLang="zh-CN" sz="2800" dirty="0" smtClean="0">
                <a:latin typeface="黑体" pitchFamily="49" charset="-122"/>
                <a:ea typeface="黑体" pitchFamily="49" charset="-122"/>
              </a:rPr>
              <a:t>，用它指向字符串常量中的字符。通过字符指针变量输出该字符串。</a:t>
            </a:r>
            <a:endParaRPr lang="zh-CN" altLang="en-US" sz="2800" dirty="0" smtClean="0">
              <a:latin typeface="黑体" pitchFamily="49" charset="-122"/>
              <a:ea typeface="黑体" pitchFamily="49" charset="-122"/>
            </a:endParaRPr>
          </a:p>
        </p:txBody>
      </p:sp>
      <p:pic>
        <p:nvPicPr>
          <p:cNvPr id="107523" name="图片 3" descr="Untitled2.png">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429625" y="6143625"/>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3328588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linds(horizontal)">
                                      <p:cBhvr>
                                        <p:cTn id="7"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内容占位符 2"/>
          <p:cNvSpPr>
            <a:spLocks noGrp="1"/>
          </p:cNvSpPr>
          <p:nvPr>
            <p:ph idx="1"/>
          </p:nvPr>
        </p:nvSpPr>
        <p:spPr>
          <a:xfrm>
            <a:off x="857250" y="1071563"/>
            <a:ext cx="7143750" cy="3500437"/>
          </a:xfrm>
        </p:spPr>
        <p:txBody>
          <a:bodyPr/>
          <a:lstStyle/>
          <a:p>
            <a:pPr>
              <a:lnSpc>
                <a:spcPct val="100000"/>
              </a:lnSpc>
              <a:buFont typeface="Wingdings" pitchFamily="2" charset="2"/>
              <a:buNone/>
            </a:pPr>
            <a:r>
              <a:rPr lang="en-US" altLang="zh-CN" sz="2800" dirty="0" smtClean="0">
                <a:latin typeface="Times New Roman" pitchFamily="18" charset="0"/>
                <a:cs typeface="Times New Roman" pitchFamily="18" charset="0"/>
              </a:rPr>
              <a:t>#include &lt;</a:t>
            </a:r>
            <a:r>
              <a:rPr lang="en-US" altLang="zh-CN" sz="2800" dirty="0" err="1" smtClean="0">
                <a:latin typeface="Times New Roman" pitchFamily="18" charset="0"/>
                <a:cs typeface="Times New Roman" pitchFamily="18" charset="0"/>
              </a:rPr>
              <a:t>stdio.h</a:t>
            </a:r>
            <a:r>
              <a:rPr lang="en-US" altLang="zh-CN" sz="2800" dirty="0" smtClean="0">
                <a:latin typeface="Times New Roman" pitchFamily="18" charset="0"/>
                <a:cs typeface="Times New Roman" pitchFamily="18" charset="0"/>
              </a:rPr>
              <a:t>&gt;</a:t>
            </a:r>
            <a:endParaRPr lang="zh-CN" altLang="zh-CN" sz="2800" dirty="0" smtClean="0">
              <a:latin typeface="Times New Roman" pitchFamily="18" charset="0"/>
              <a:cs typeface="Times New Roman" pitchFamily="18" charset="0"/>
            </a:endParaRPr>
          </a:p>
          <a:p>
            <a:pPr>
              <a:lnSpc>
                <a:spcPct val="100000"/>
              </a:lnSpc>
              <a:buFont typeface="Wingdings" pitchFamily="2" charset="2"/>
              <a:buNone/>
            </a:pPr>
            <a:r>
              <a:rPr lang="en-US" altLang="zh-CN" sz="2800" dirty="0" err="1" smtClean="0">
                <a:latin typeface="Times New Roman" pitchFamily="18" charset="0"/>
                <a:cs typeface="Times New Roman" pitchFamily="18" charset="0"/>
              </a:rPr>
              <a:t>int</a:t>
            </a:r>
            <a:r>
              <a:rPr lang="en-US" altLang="zh-CN" sz="2800" dirty="0" smtClean="0">
                <a:latin typeface="Times New Roman" pitchFamily="18" charset="0"/>
                <a:cs typeface="Times New Roman" pitchFamily="18" charset="0"/>
              </a:rPr>
              <a:t> main()</a:t>
            </a:r>
            <a:endParaRPr lang="zh-CN" altLang="zh-CN" sz="2800" dirty="0" smtClean="0">
              <a:latin typeface="Times New Roman" pitchFamily="18" charset="0"/>
              <a:cs typeface="Times New Roman" pitchFamily="18" charset="0"/>
            </a:endParaRPr>
          </a:p>
          <a:p>
            <a:pPr>
              <a:lnSpc>
                <a:spcPct val="100000"/>
              </a:lnSpc>
              <a:buFont typeface="Wingdings" pitchFamily="2" charset="2"/>
              <a:buNone/>
            </a:pPr>
            <a:r>
              <a:rPr lang="en-US" altLang="zh-CN" sz="2800" dirty="0" smtClean="0">
                <a:latin typeface="Times New Roman" pitchFamily="18" charset="0"/>
                <a:cs typeface="Times New Roman" pitchFamily="18" charset="0"/>
              </a:rPr>
              <a:t>{ char *string=“I love China!”; </a:t>
            </a:r>
            <a:endParaRPr lang="zh-CN" altLang="zh-CN" sz="2800" dirty="0" smtClean="0">
              <a:latin typeface="Times New Roman" pitchFamily="18" charset="0"/>
              <a:cs typeface="Times New Roman" pitchFamily="18" charset="0"/>
            </a:endParaRPr>
          </a:p>
          <a:p>
            <a:pPr>
              <a:lnSpc>
                <a:spcPct val="100000"/>
              </a:lnSpc>
              <a:buFont typeface="Wingdings" pitchFamily="2" charset="2"/>
              <a:buNone/>
            </a:pPr>
            <a:r>
              <a:rPr lang="en-US" altLang="zh-CN" sz="2800" dirty="0" smtClean="0">
                <a:latin typeface="Times New Roman" pitchFamily="18" charset="0"/>
                <a:cs typeface="Times New Roman" pitchFamily="18" charset="0"/>
              </a:rPr>
              <a:t>   </a:t>
            </a:r>
            <a:r>
              <a:rPr lang="en-US" altLang="zh-CN" sz="2800" dirty="0" err="1" smtClean="0">
                <a:latin typeface="Times New Roman" pitchFamily="18" charset="0"/>
                <a:cs typeface="Times New Roman" pitchFamily="18" charset="0"/>
              </a:rPr>
              <a:t>printf</a:t>
            </a:r>
            <a:r>
              <a:rPr lang="en-US" altLang="zh-CN" sz="2800" dirty="0" smtClean="0">
                <a:latin typeface="Times New Roman" pitchFamily="18" charset="0"/>
                <a:cs typeface="Times New Roman" pitchFamily="18" charset="0"/>
              </a:rPr>
              <a:t>(“%s\</a:t>
            </a:r>
            <a:r>
              <a:rPr lang="en-US" altLang="zh-CN" sz="2800" dirty="0" err="1" smtClean="0">
                <a:latin typeface="Times New Roman" pitchFamily="18" charset="0"/>
                <a:cs typeface="Times New Roman" pitchFamily="18" charset="0"/>
              </a:rPr>
              <a:t>n”,string</a:t>
            </a:r>
            <a:r>
              <a:rPr lang="en-US" altLang="zh-CN" sz="2800" dirty="0" smtClean="0">
                <a:latin typeface="Times New Roman" pitchFamily="18" charset="0"/>
                <a:cs typeface="Times New Roman" pitchFamily="18" charset="0"/>
              </a:rPr>
              <a:t>); </a:t>
            </a:r>
            <a:endParaRPr lang="zh-CN" altLang="zh-CN" sz="2800" dirty="0" smtClean="0">
              <a:latin typeface="Times New Roman" pitchFamily="18" charset="0"/>
              <a:cs typeface="Times New Roman" pitchFamily="18" charset="0"/>
            </a:endParaRPr>
          </a:p>
          <a:p>
            <a:pPr>
              <a:lnSpc>
                <a:spcPct val="100000"/>
              </a:lnSpc>
              <a:buFont typeface="Wingdings" pitchFamily="2" charset="2"/>
              <a:buNone/>
            </a:pPr>
            <a:r>
              <a:rPr lang="en-US" altLang="zh-CN" sz="2800" dirty="0" smtClean="0">
                <a:latin typeface="Times New Roman" pitchFamily="18" charset="0"/>
                <a:cs typeface="Times New Roman" pitchFamily="18" charset="0"/>
              </a:rPr>
              <a:t>   return 0;</a:t>
            </a:r>
            <a:endParaRPr lang="zh-CN" altLang="zh-CN" sz="2800" dirty="0" smtClean="0">
              <a:latin typeface="Times New Roman" pitchFamily="18" charset="0"/>
              <a:cs typeface="Times New Roman" pitchFamily="18" charset="0"/>
            </a:endParaRPr>
          </a:p>
          <a:p>
            <a:pPr>
              <a:lnSpc>
                <a:spcPct val="100000"/>
              </a:lnSpc>
              <a:buFont typeface="Wingdings" pitchFamily="2" charset="2"/>
              <a:buNone/>
            </a:pPr>
            <a:r>
              <a:rPr lang="en-US" altLang="zh-CN" sz="2800" dirty="0" smtClean="0">
                <a:latin typeface="Times New Roman" pitchFamily="18" charset="0"/>
                <a:cs typeface="Times New Roman" pitchFamily="18" charset="0"/>
              </a:rPr>
              <a:t>}</a:t>
            </a:r>
            <a:endParaRPr lang="zh-CN" altLang="zh-CN" sz="2800" dirty="0" smtClean="0">
              <a:latin typeface="Times New Roman" pitchFamily="18" charset="0"/>
              <a:cs typeface="Times New Roman" pitchFamily="18" charset="0"/>
            </a:endParaRPr>
          </a:p>
        </p:txBody>
      </p:sp>
      <p:pic>
        <p:nvPicPr>
          <p:cNvPr id="257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00250" y="4929188"/>
            <a:ext cx="3562350" cy="500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Box 3"/>
          <p:cNvSpPr txBox="1">
            <a:spLocks noChangeArrowheads="1"/>
          </p:cNvSpPr>
          <p:nvPr/>
        </p:nvSpPr>
        <p:spPr bwMode="auto">
          <a:xfrm>
            <a:off x="2195736" y="1427163"/>
            <a:ext cx="1428750" cy="585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000">
                <a:solidFill>
                  <a:schemeClr val="tx1"/>
                </a:solidFill>
                <a:latin typeface="Arial" charset="0"/>
                <a:ea typeface="宋体" pitchFamily="2" charset="-122"/>
              </a:defRPr>
            </a:lvl1pPr>
            <a:lvl2pPr marL="742950" indent="-285750" eaLnBrk="0" hangingPunct="0">
              <a:defRPr kumimoji="1" sz="4000">
                <a:solidFill>
                  <a:schemeClr val="tx1"/>
                </a:solidFill>
                <a:latin typeface="Arial" charset="0"/>
                <a:ea typeface="宋体" pitchFamily="2" charset="-122"/>
              </a:defRPr>
            </a:lvl2pPr>
            <a:lvl3pPr marL="1143000" indent="-228600" eaLnBrk="0" hangingPunct="0">
              <a:defRPr kumimoji="1" sz="4000">
                <a:solidFill>
                  <a:schemeClr val="tx1"/>
                </a:solidFill>
                <a:latin typeface="Arial" charset="0"/>
                <a:ea typeface="宋体" pitchFamily="2" charset="-122"/>
              </a:defRPr>
            </a:lvl3pPr>
            <a:lvl4pPr marL="1600200" indent="-228600" eaLnBrk="0" hangingPunct="0">
              <a:defRPr kumimoji="1" sz="4000">
                <a:solidFill>
                  <a:schemeClr val="tx1"/>
                </a:solidFill>
                <a:latin typeface="Arial" charset="0"/>
                <a:ea typeface="宋体" pitchFamily="2" charset="-122"/>
              </a:defRPr>
            </a:lvl4pPr>
            <a:lvl5pPr marL="2057400" indent="-228600" eaLnBrk="0" hangingPunct="0">
              <a:defRPr kumimoji="1" sz="4000">
                <a:solidFill>
                  <a:schemeClr val="tx1"/>
                </a:solidFill>
                <a:latin typeface="Arial" charset="0"/>
                <a:ea typeface="宋体" pitchFamily="2" charset="-122"/>
              </a:defRPr>
            </a:lvl5pPr>
            <a:lvl6pPr marL="2514600" indent="-228600" eaLnBrk="0" fontAlgn="base" hangingPunct="0">
              <a:spcBef>
                <a:spcPct val="0"/>
              </a:spcBef>
              <a:spcAft>
                <a:spcPct val="0"/>
              </a:spcAft>
              <a:defRPr kumimoji="1" sz="4000">
                <a:solidFill>
                  <a:schemeClr val="tx1"/>
                </a:solidFill>
                <a:latin typeface="Arial" charset="0"/>
                <a:ea typeface="宋体" pitchFamily="2" charset="-122"/>
              </a:defRPr>
            </a:lvl6pPr>
            <a:lvl7pPr marL="2971800" indent="-228600" eaLnBrk="0" fontAlgn="base" hangingPunct="0">
              <a:spcBef>
                <a:spcPct val="0"/>
              </a:spcBef>
              <a:spcAft>
                <a:spcPct val="0"/>
              </a:spcAft>
              <a:defRPr kumimoji="1" sz="4000">
                <a:solidFill>
                  <a:schemeClr val="tx1"/>
                </a:solidFill>
                <a:latin typeface="Arial" charset="0"/>
                <a:ea typeface="宋体" pitchFamily="2" charset="-122"/>
              </a:defRPr>
            </a:lvl7pPr>
            <a:lvl8pPr marL="3429000" indent="-228600" eaLnBrk="0" fontAlgn="base" hangingPunct="0">
              <a:spcBef>
                <a:spcPct val="0"/>
              </a:spcBef>
              <a:spcAft>
                <a:spcPct val="0"/>
              </a:spcAft>
              <a:defRPr kumimoji="1" sz="4000">
                <a:solidFill>
                  <a:schemeClr val="tx1"/>
                </a:solidFill>
                <a:latin typeface="Arial" charset="0"/>
                <a:ea typeface="宋体" pitchFamily="2" charset="-122"/>
              </a:defRPr>
            </a:lvl8pPr>
            <a:lvl9pPr marL="3886200" indent="-228600" eaLnBrk="0" fontAlgn="base" hangingPunct="0">
              <a:spcBef>
                <a:spcPct val="0"/>
              </a:spcBef>
              <a:spcAft>
                <a:spcPct val="0"/>
              </a:spcAft>
              <a:defRPr kumimoji="1" sz="4000">
                <a:solidFill>
                  <a:schemeClr val="tx1"/>
                </a:solidFill>
                <a:latin typeface="Arial" charset="0"/>
                <a:ea typeface="宋体" pitchFamily="2" charset="-122"/>
              </a:defRPr>
            </a:lvl9pPr>
          </a:lstStyle>
          <a:p>
            <a:pPr eaLnBrk="1" hangingPunct="1"/>
            <a:r>
              <a:rPr lang="en-US" altLang="zh-CN" sz="3200" b="1" dirty="0">
                <a:solidFill>
                  <a:srgbClr val="0000CC"/>
                </a:solidFill>
              </a:rPr>
              <a:t>string</a:t>
            </a:r>
            <a:endParaRPr lang="zh-CN" altLang="en-US" sz="3200" b="1" dirty="0">
              <a:solidFill>
                <a:srgbClr val="0000CC"/>
              </a:solidFill>
            </a:endParaRPr>
          </a:p>
        </p:txBody>
      </p:sp>
      <p:cxnSp>
        <p:nvCxnSpPr>
          <p:cNvPr id="5" name="直接箭头连接符 4"/>
          <p:cNvCxnSpPr>
            <a:cxnSpLocks noChangeShapeType="1"/>
          </p:cNvCxnSpPr>
          <p:nvPr/>
        </p:nvCxnSpPr>
        <p:spPr bwMode="auto">
          <a:xfrm rot="5400000">
            <a:off x="3266504" y="1928019"/>
            <a:ext cx="428625" cy="1588"/>
          </a:xfrm>
          <a:prstGeom prst="straightConnector1">
            <a:avLst/>
          </a:prstGeom>
          <a:noFill/>
          <a:ln w="38100" algn="ctr">
            <a:solidFill>
              <a:srgbClr val="0000CC"/>
            </a:solidFill>
            <a:miter lim="800000"/>
            <a:headEnd/>
            <a:tailEnd type="arrow" w="med" len="med"/>
          </a:ln>
          <a:extLst>
            <a:ext uri="{909E8E84-426E-40DD-AFC4-6F175D3DCCD1}">
              <a14:hiddenFill xmlns:a14="http://schemas.microsoft.com/office/drawing/2010/main">
                <a:noFill/>
              </a14:hiddenFill>
            </a:ext>
          </a:extLst>
        </p:spPr>
      </p:cxnSp>
      <p:sp>
        <p:nvSpPr>
          <p:cNvPr id="6" name="圆角矩形标注 5"/>
          <p:cNvSpPr>
            <a:spLocks noChangeArrowheads="1"/>
          </p:cNvSpPr>
          <p:nvPr/>
        </p:nvSpPr>
        <p:spPr bwMode="auto">
          <a:xfrm>
            <a:off x="2000250" y="3645024"/>
            <a:ext cx="5214938" cy="928687"/>
          </a:xfrm>
          <a:prstGeom prst="wedgeRoundRectCallout">
            <a:avLst>
              <a:gd name="adj1" fmla="val -34194"/>
              <a:gd name="adj2" fmla="val -177398"/>
              <a:gd name="adj3" fmla="val 16667"/>
            </a:avLst>
          </a:prstGeom>
          <a:solidFill>
            <a:srgbClr val="FFFFCC"/>
          </a:solidFill>
          <a:ln w="9525" algn="ctr">
            <a:solidFill>
              <a:schemeClr val="tx1"/>
            </a:solidFill>
            <a:miter lim="800000"/>
            <a:headEnd/>
            <a:tailEnd/>
          </a:ln>
        </p:spPr>
        <p:txBody>
          <a:bodyPr/>
          <a:lstStyle/>
          <a:p>
            <a:r>
              <a:rPr lang="en-US" altLang="zh-CN" sz="2800" b="1">
                <a:solidFill>
                  <a:srgbClr val="0000CC"/>
                </a:solidFill>
                <a:latin typeface="Verdana" pitchFamily="34" charset="0"/>
              </a:rPr>
              <a:t>char *string;                   </a:t>
            </a:r>
            <a:endParaRPr lang="zh-CN" altLang="zh-CN" sz="2800" b="1">
              <a:solidFill>
                <a:srgbClr val="0000CC"/>
              </a:solidFill>
              <a:latin typeface="Verdana" pitchFamily="34" charset="0"/>
            </a:endParaRPr>
          </a:p>
          <a:p>
            <a:r>
              <a:rPr lang="en-US" altLang="zh-CN" sz="2800" b="1">
                <a:solidFill>
                  <a:srgbClr val="0000CC"/>
                </a:solidFill>
                <a:latin typeface="Verdana" pitchFamily="34" charset="0"/>
              </a:rPr>
              <a:t>string=” I love China!”; </a:t>
            </a:r>
          </a:p>
        </p:txBody>
      </p:sp>
      <p:pic>
        <p:nvPicPr>
          <p:cNvPr id="108551" name="图片 6" descr="Untitled2.png">
            <a:hlinkClick r:id="rId3" action="ppaction://hlinksldjump"/>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8429625" y="6143625"/>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7552418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57026"/>
                                        </p:tgtEl>
                                        <p:attrNameLst>
                                          <p:attrName>style.visibility</p:attrName>
                                        </p:attrNameLst>
                                      </p:cBhvr>
                                      <p:to>
                                        <p:strVal val="visible"/>
                                      </p:to>
                                    </p:set>
                                    <p:animEffect transition="in" filter="blinds(horizontal)">
                                      <p:cBhvr>
                                        <p:cTn id="7" dur="500"/>
                                        <p:tgtEl>
                                          <p:spTgt spid="25702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8"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slide(fromLeft)">
                                      <p:cBhvr>
                                        <p:cTn id="12" dur="500"/>
                                        <p:tgtEl>
                                          <p:spTgt spid="5"/>
                                        </p:tgtEl>
                                      </p:cBhvr>
                                    </p:animEffect>
                                  </p:childTnLst>
                                </p:cTn>
                              </p:par>
                              <p:par>
                                <p:cTn id="13" presetID="12" presetClass="entr" presetSubtype="8" fill="hold" grpId="0" nodeType="with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slide(fromLeft)">
                                      <p:cBhvr>
                                        <p:cTn id="15" dur="500"/>
                                        <p:tgtEl>
                                          <p:spTgt spid="4"/>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blinds(horizontal)">
                                      <p:cBhvr>
                                        <p:cTn id="20"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animBg="1"/>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57250" y="1071563"/>
            <a:ext cx="7143750" cy="4500562"/>
          </a:xfrm>
        </p:spPr>
        <p:txBody>
          <a:bodyPr/>
          <a:lstStyle/>
          <a:p>
            <a:pPr>
              <a:lnSpc>
                <a:spcPct val="100000"/>
              </a:lnSpc>
              <a:buFont typeface="Wingdings" pitchFamily="2" charset="2"/>
              <a:buNone/>
            </a:pPr>
            <a:r>
              <a:rPr lang="en-US" altLang="zh-CN" sz="2800" smtClean="0"/>
              <a:t>#include &lt;stdio.h&gt;</a:t>
            </a:r>
            <a:endParaRPr lang="zh-CN" altLang="zh-CN" sz="2800" smtClean="0"/>
          </a:p>
          <a:p>
            <a:pPr>
              <a:lnSpc>
                <a:spcPct val="100000"/>
              </a:lnSpc>
              <a:buFont typeface="Wingdings" pitchFamily="2" charset="2"/>
              <a:buNone/>
            </a:pPr>
            <a:r>
              <a:rPr lang="en-US" altLang="zh-CN" sz="2800" smtClean="0"/>
              <a:t>int main()</a:t>
            </a:r>
            <a:endParaRPr lang="zh-CN" altLang="zh-CN" sz="2800" smtClean="0"/>
          </a:p>
          <a:p>
            <a:pPr>
              <a:lnSpc>
                <a:spcPct val="100000"/>
              </a:lnSpc>
              <a:buFont typeface="Wingdings" pitchFamily="2" charset="2"/>
              <a:buNone/>
            </a:pPr>
            <a:r>
              <a:rPr lang="en-US" altLang="zh-CN" sz="2800" smtClean="0"/>
              <a:t>{ char *string=“I love China!”; </a:t>
            </a:r>
            <a:endParaRPr lang="zh-CN" altLang="zh-CN" sz="2800" smtClean="0"/>
          </a:p>
          <a:p>
            <a:pPr>
              <a:lnSpc>
                <a:spcPct val="100000"/>
              </a:lnSpc>
              <a:buFont typeface="Wingdings" pitchFamily="2" charset="2"/>
              <a:buNone/>
            </a:pPr>
            <a:r>
              <a:rPr lang="en-US" altLang="zh-CN" sz="2800" smtClean="0"/>
              <a:t>   printf(“%s\n”,string);</a:t>
            </a:r>
          </a:p>
          <a:p>
            <a:pPr>
              <a:lnSpc>
                <a:spcPct val="100000"/>
              </a:lnSpc>
              <a:buFont typeface="Wingdings" pitchFamily="2" charset="2"/>
              <a:buNone/>
            </a:pPr>
            <a:r>
              <a:rPr lang="en-US" altLang="zh-CN" sz="2800" smtClean="0"/>
              <a:t>   </a:t>
            </a:r>
            <a:r>
              <a:rPr lang="en-US" altLang="zh-CN" sz="2800" smtClean="0">
                <a:solidFill>
                  <a:srgbClr val="9D138D"/>
                </a:solidFill>
              </a:rPr>
              <a:t>string=”I am a student.”;</a:t>
            </a:r>
          </a:p>
          <a:p>
            <a:pPr>
              <a:lnSpc>
                <a:spcPct val="100000"/>
              </a:lnSpc>
              <a:buFont typeface="Wingdings" pitchFamily="2" charset="2"/>
              <a:buNone/>
            </a:pPr>
            <a:r>
              <a:rPr lang="en-US" altLang="zh-CN" sz="2800" smtClean="0">
                <a:solidFill>
                  <a:srgbClr val="9D138D"/>
                </a:solidFill>
              </a:rPr>
              <a:t>   printf(“%s\n”,string);</a:t>
            </a:r>
            <a:endParaRPr lang="zh-CN" altLang="zh-CN" sz="2800" smtClean="0">
              <a:solidFill>
                <a:srgbClr val="9D138D"/>
              </a:solidFill>
            </a:endParaRPr>
          </a:p>
          <a:p>
            <a:pPr>
              <a:lnSpc>
                <a:spcPct val="100000"/>
              </a:lnSpc>
              <a:buFont typeface="Wingdings" pitchFamily="2" charset="2"/>
              <a:buNone/>
            </a:pPr>
            <a:r>
              <a:rPr lang="en-US" altLang="zh-CN" sz="2800" smtClean="0"/>
              <a:t>   return 0;</a:t>
            </a:r>
            <a:endParaRPr lang="zh-CN" altLang="zh-CN" sz="2800" smtClean="0"/>
          </a:p>
          <a:p>
            <a:pPr>
              <a:lnSpc>
                <a:spcPct val="100000"/>
              </a:lnSpc>
              <a:buFont typeface="Wingdings" pitchFamily="2" charset="2"/>
              <a:buNone/>
            </a:pPr>
            <a:r>
              <a:rPr lang="en-US" altLang="zh-CN" sz="2800" smtClean="0"/>
              <a:t>}</a:t>
            </a:r>
            <a:endParaRPr lang="zh-CN" altLang="zh-CN" sz="2800" smtClean="0"/>
          </a:p>
        </p:txBody>
      </p:sp>
      <p:sp>
        <p:nvSpPr>
          <p:cNvPr id="109571" name="TextBox 7"/>
          <p:cNvSpPr txBox="1">
            <a:spLocks noChangeArrowheads="1"/>
          </p:cNvSpPr>
          <p:nvPr/>
        </p:nvSpPr>
        <p:spPr bwMode="auto">
          <a:xfrm>
            <a:off x="2339752" y="1427163"/>
            <a:ext cx="1428750" cy="585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000">
                <a:solidFill>
                  <a:schemeClr val="tx1"/>
                </a:solidFill>
                <a:latin typeface="Arial" charset="0"/>
                <a:ea typeface="宋体" pitchFamily="2" charset="-122"/>
              </a:defRPr>
            </a:lvl1pPr>
            <a:lvl2pPr marL="742950" indent="-285750" eaLnBrk="0" hangingPunct="0">
              <a:defRPr kumimoji="1" sz="4000">
                <a:solidFill>
                  <a:schemeClr val="tx1"/>
                </a:solidFill>
                <a:latin typeface="Arial" charset="0"/>
                <a:ea typeface="宋体" pitchFamily="2" charset="-122"/>
              </a:defRPr>
            </a:lvl2pPr>
            <a:lvl3pPr marL="1143000" indent="-228600" eaLnBrk="0" hangingPunct="0">
              <a:defRPr kumimoji="1" sz="4000">
                <a:solidFill>
                  <a:schemeClr val="tx1"/>
                </a:solidFill>
                <a:latin typeface="Arial" charset="0"/>
                <a:ea typeface="宋体" pitchFamily="2" charset="-122"/>
              </a:defRPr>
            </a:lvl3pPr>
            <a:lvl4pPr marL="1600200" indent="-228600" eaLnBrk="0" hangingPunct="0">
              <a:defRPr kumimoji="1" sz="4000">
                <a:solidFill>
                  <a:schemeClr val="tx1"/>
                </a:solidFill>
                <a:latin typeface="Arial" charset="0"/>
                <a:ea typeface="宋体" pitchFamily="2" charset="-122"/>
              </a:defRPr>
            </a:lvl4pPr>
            <a:lvl5pPr marL="2057400" indent="-228600" eaLnBrk="0" hangingPunct="0">
              <a:defRPr kumimoji="1" sz="4000">
                <a:solidFill>
                  <a:schemeClr val="tx1"/>
                </a:solidFill>
                <a:latin typeface="Arial" charset="0"/>
                <a:ea typeface="宋体" pitchFamily="2" charset="-122"/>
              </a:defRPr>
            </a:lvl5pPr>
            <a:lvl6pPr marL="2514600" indent="-228600" eaLnBrk="0" fontAlgn="base" hangingPunct="0">
              <a:spcBef>
                <a:spcPct val="0"/>
              </a:spcBef>
              <a:spcAft>
                <a:spcPct val="0"/>
              </a:spcAft>
              <a:defRPr kumimoji="1" sz="4000">
                <a:solidFill>
                  <a:schemeClr val="tx1"/>
                </a:solidFill>
                <a:latin typeface="Arial" charset="0"/>
                <a:ea typeface="宋体" pitchFamily="2" charset="-122"/>
              </a:defRPr>
            </a:lvl6pPr>
            <a:lvl7pPr marL="2971800" indent="-228600" eaLnBrk="0" fontAlgn="base" hangingPunct="0">
              <a:spcBef>
                <a:spcPct val="0"/>
              </a:spcBef>
              <a:spcAft>
                <a:spcPct val="0"/>
              </a:spcAft>
              <a:defRPr kumimoji="1" sz="4000">
                <a:solidFill>
                  <a:schemeClr val="tx1"/>
                </a:solidFill>
                <a:latin typeface="Arial" charset="0"/>
                <a:ea typeface="宋体" pitchFamily="2" charset="-122"/>
              </a:defRPr>
            </a:lvl7pPr>
            <a:lvl8pPr marL="3429000" indent="-228600" eaLnBrk="0" fontAlgn="base" hangingPunct="0">
              <a:spcBef>
                <a:spcPct val="0"/>
              </a:spcBef>
              <a:spcAft>
                <a:spcPct val="0"/>
              </a:spcAft>
              <a:defRPr kumimoji="1" sz="4000">
                <a:solidFill>
                  <a:schemeClr val="tx1"/>
                </a:solidFill>
                <a:latin typeface="Arial" charset="0"/>
                <a:ea typeface="宋体" pitchFamily="2" charset="-122"/>
              </a:defRPr>
            </a:lvl8pPr>
            <a:lvl9pPr marL="3886200" indent="-228600" eaLnBrk="0" fontAlgn="base" hangingPunct="0">
              <a:spcBef>
                <a:spcPct val="0"/>
              </a:spcBef>
              <a:spcAft>
                <a:spcPct val="0"/>
              </a:spcAft>
              <a:defRPr kumimoji="1" sz="4000">
                <a:solidFill>
                  <a:schemeClr val="tx1"/>
                </a:solidFill>
                <a:latin typeface="Arial" charset="0"/>
                <a:ea typeface="宋体" pitchFamily="2" charset="-122"/>
              </a:defRPr>
            </a:lvl9pPr>
          </a:lstStyle>
          <a:p>
            <a:pPr eaLnBrk="1" hangingPunct="1"/>
            <a:r>
              <a:rPr lang="en-US" altLang="zh-CN" sz="3200" b="1">
                <a:solidFill>
                  <a:srgbClr val="0000CC"/>
                </a:solidFill>
              </a:rPr>
              <a:t>string</a:t>
            </a:r>
            <a:endParaRPr lang="zh-CN" altLang="en-US" sz="3200" b="1">
              <a:solidFill>
                <a:srgbClr val="0000CC"/>
              </a:solidFill>
            </a:endParaRPr>
          </a:p>
        </p:txBody>
      </p:sp>
      <p:cxnSp>
        <p:nvCxnSpPr>
          <p:cNvPr id="109572" name="直接箭头连接符 8"/>
          <p:cNvCxnSpPr>
            <a:cxnSpLocks noChangeShapeType="1"/>
          </p:cNvCxnSpPr>
          <p:nvPr/>
        </p:nvCxnSpPr>
        <p:spPr bwMode="auto">
          <a:xfrm rot="5400000">
            <a:off x="3410520" y="1928019"/>
            <a:ext cx="428625" cy="1588"/>
          </a:xfrm>
          <a:prstGeom prst="straightConnector1">
            <a:avLst/>
          </a:prstGeom>
          <a:noFill/>
          <a:ln w="38100" algn="ctr">
            <a:solidFill>
              <a:srgbClr val="0000CC"/>
            </a:solidFill>
            <a:miter lim="800000"/>
            <a:headEnd/>
            <a:tailEnd type="arrow" w="med" len="med"/>
          </a:ln>
          <a:extLst>
            <a:ext uri="{909E8E84-426E-40DD-AFC4-6F175D3DCCD1}">
              <a14:hiddenFill xmlns:a14="http://schemas.microsoft.com/office/drawing/2010/main">
                <a:noFill/>
              </a14:hiddenFill>
            </a:ext>
          </a:extLst>
        </p:spPr>
      </p:cxnSp>
      <p:pic>
        <p:nvPicPr>
          <p:cNvPr id="109573" name="图片 4" descr="Untitled2.png">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429625" y="6143625"/>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299381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nodeType="after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Effect transition="in" filter="blinds(horizontal)">
                                      <p:cBhvr>
                                        <p:cTn id="7" dur="500"/>
                                        <p:tgtEl>
                                          <p:spTgt spid="3">
                                            <p:txEl>
                                              <p:pRg st="4" end="4"/>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3">
                                            <p:txEl>
                                              <p:pRg st="5" end="5"/>
                                            </p:txEl>
                                          </p:spTgt>
                                        </p:tgtEl>
                                        <p:attrNameLst>
                                          <p:attrName>style.visibility</p:attrName>
                                        </p:attrNameLst>
                                      </p:cBhvr>
                                      <p:to>
                                        <p:strVal val="visible"/>
                                      </p:to>
                                    </p:set>
                                    <p:animEffect transition="in" filter="blinds(horizontal)">
                                      <p:cBhvr>
                                        <p:cTn id="10"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内容占位符 2"/>
          <p:cNvSpPr>
            <a:spLocks noGrp="1"/>
          </p:cNvSpPr>
          <p:nvPr>
            <p:ph idx="1"/>
          </p:nvPr>
        </p:nvSpPr>
        <p:spPr>
          <a:xfrm>
            <a:off x="857250" y="1071563"/>
            <a:ext cx="7143750" cy="4500562"/>
          </a:xfrm>
        </p:spPr>
        <p:txBody>
          <a:bodyPr/>
          <a:lstStyle/>
          <a:p>
            <a:pPr>
              <a:lnSpc>
                <a:spcPct val="100000"/>
              </a:lnSpc>
              <a:buFont typeface="Wingdings" pitchFamily="2" charset="2"/>
              <a:buNone/>
            </a:pPr>
            <a:r>
              <a:rPr lang="en-US" altLang="zh-CN" sz="2800" dirty="0" smtClean="0">
                <a:latin typeface="Times New Roman" pitchFamily="18" charset="0"/>
                <a:cs typeface="Times New Roman" pitchFamily="18" charset="0"/>
              </a:rPr>
              <a:t>#include &lt;</a:t>
            </a:r>
            <a:r>
              <a:rPr lang="en-US" altLang="zh-CN" sz="2800" dirty="0" err="1" smtClean="0">
                <a:latin typeface="Times New Roman" pitchFamily="18" charset="0"/>
                <a:cs typeface="Times New Roman" pitchFamily="18" charset="0"/>
              </a:rPr>
              <a:t>stdio.h</a:t>
            </a:r>
            <a:r>
              <a:rPr lang="en-US" altLang="zh-CN" sz="2800" dirty="0" smtClean="0">
                <a:latin typeface="Times New Roman" pitchFamily="18" charset="0"/>
                <a:cs typeface="Times New Roman" pitchFamily="18" charset="0"/>
              </a:rPr>
              <a:t>&gt;</a:t>
            </a:r>
            <a:endParaRPr lang="zh-CN" altLang="zh-CN" sz="2800" dirty="0" smtClean="0">
              <a:latin typeface="Times New Roman" pitchFamily="18" charset="0"/>
              <a:cs typeface="Times New Roman" pitchFamily="18" charset="0"/>
            </a:endParaRPr>
          </a:p>
          <a:p>
            <a:pPr>
              <a:lnSpc>
                <a:spcPct val="100000"/>
              </a:lnSpc>
              <a:buFont typeface="Wingdings" pitchFamily="2" charset="2"/>
              <a:buNone/>
            </a:pPr>
            <a:r>
              <a:rPr lang="en-US" altLang="zh-CN" sz="2800" dirty="0" err="1" smtClean="0">
                <a:latin typeface="Times New Roman" pitchFamily="18" charset="0"/>
                <a:cs typeface="Times New Roman" pitchFamily="18" charset="0"/>
              </a:rPr>
              <a:t>int</a:t>
            </a:r>
            <a:r>
              <a:rPr lang="en-US" altLang="zh-CN" sz="2800" dirty="0" smtClean="0">
                <a:latin typeface="Times New Roman" pitchFamily="18" charset="0"/>
                <a:cs typeface="Times New Roman" pitchFamily="18" charset="0"/>
              </a:rPr>
              <a:t> main()</a:t>
            </a:r>
            <a:endParaRPr lang="zh-CN" altLang="zh-CN" sz="2800" dirty="0" smtClean="0">
              <a:latin typeface="Times New Roman" pitchFamily="18" charset="0"/>
              <a:cs typeface="Times New Roman" pitchFamily="18" charset="0"/>
            </a:endParaRPr>
          </a:p>
          <a:p>
            <a:pPr>
              <a:lnSpc>
                <a:spcPct val="100000"/>
              </a:lnSpc>
              <a:buFont typeface="Wingdings" pitchFamily="2" charset="2"/>
              <a:buNone/>
            </a:pPr>
            <a:r>
              <a:rPr lang="en-US" altLang="zh-CN" sz="2800" dirty="0" smtClean="0">
                <a:latin typeface="Times New Roman" pitchFamily="18" charset="0"/>
                <a:cs typeface="Times New Roman" pitchFamily="18" charset="0"/>
              </a:rPr>
              <a:t>{ char *string=“I love China!”; </a:t>
            </a:r>
            <a:endParaRPr lang="zh-CN" altLang="zh-CN" sz="2800" dirty="0" smtClean="0">
              <a:latin typeface="Times New Roman" pitchFamily="18" charset="0"/>
              <a:cs typeface="Times New Roman" pitchFamily="18" charset="0"/>
            </a:endParaRPr>
          </a:p>
          <a:p>
            <a:pPr>
              <a:lnSpc>
                <a:spcPct val="100000"/>
              </a:lnSpc>
              <a:buFont typeface="Wingdings" pitchFamily="2" charset="2"/>
              <a:buNone/>
            </a:pPr>
            <a:r>
              <a:rPr lang="en-US" altLang="zh-CN" sz="2800" dirty="0" smtClean="0">
                <a:latin typeface="Times New Roman" pitchFamily="18" charset="0"/>
                <a:cs typeface="Times New Roman" pitchFamily="18" charset="0"/>
              </a:rPr>
              <a:t>   </a:t>
            </a:r>
            <a:r>
              <a:rPr lang="en-US" altLang="zh-CN" sz="2800" dirty="0" err="1" smtClean="0">
                <a:latin typeface="Times New Roman" pitchFamily="18" charset="0"/>
                <a:cs typeface="Times New Roman" pitchFamily="18" charset="0"/>
              </a:rPr>
              <a:t>printf</a:t>
            </a:r>
            <a:r>
              <a:rPr lang="en-US" altLang="zh-CN" sz="2800" dirty="0" smtClean="0">
                <a:latin typeface="Times New Roman" pitchFamily="18" charset="0"/>
                <a:cs typeface="Times New Roman" pitchFamily="18" charset="0"/>
              </a:rPr>
              <a:t>(“%s\</a:t>
            </a:r>
            <a:r>
              <a:rPr lang="en-US" altLang="zh-CN" sz="2800" dirty="0" err="1" smtClean="0">
                <a:latin typeface="Times New Roman" pitchFamily="18" charset="0"/>
                <a:cs typeface="Times New Roman" pitchFamily="18" charset="0"/>
              </a:rPr>
              <a:t>n”,string</a:t>
            </a:r>
            <a:r>
              <a:rPr lang="en-US" altLang="zh-CN" sz="2800" dirty="0" smtClean="0">
                <a:latin typeface="Times New Roman" pitchFamily="18" charset="0"/>
                <a:cs typeface="Times New Roman" pitchFamily="18" charset="0"/>
              </a:rPr>
              <a:t>);</a:t>
            </a:r>
          </a:p>
          <a:p>
            <a:pPr>
              <a:lnSpc>
                <a:spcPct val="100000"/>
              </a:lnSpc>
              <a:buFont typeface="Wingdings" pitchFamily="2" charset="2"/>
              <a:buNone/>
            </a:pPr>
            <a:r>
              <a:rPr lang="en-US" altLang="zh-CN" sz="2800" dirty="0" smtClean="0">
                <a:latin typeface="Times New Roman" pitchFamily="18" charset="0"/>
                <a:cs typeface="Times New Roman" pitchFamily="18" charset="0"/>
              </a:rPr>
              <a:t>   </a:t>
            </a:r>
            <a:r>
              <a:rPr lang="en-US" altLang="zh-CN" sz="2800" dirty="0" smtClean="0">
                <a:solidFill>
                  <a:srgbClr val="9D138D"/>
                </a:solidFill>
                <a:latin typeface="Times New Roman" pitchFamily="18" charset="0"/>
                <a:cs typeface="Times New Roman" pitchFamily="18" charset="0"/>
              </a:rPr>
              <a:t>string=”I am a student.”;</a:t>
            </a:r>
          </a:p>
          <a:p>
            <a:pPr>
              <a:lnSpc>
                <a:spcPct val="100000"/>
              </a:lnSpc>
              <a:buFont typeface="Wingdings" pitchFamily="2" charset="2"/>
              <a:buNone/>
            </a:pPr>
            <a:r>
              <a:rPr lang="en-US" altLang="zh-CN" sz="2800" dirty="0" smtClean="0">
                <a:solidFill>
                  <a:srgbClr val="9D138D"/>
                </a:solidFill>
                <a:latin typeface="Times New Roman" pitchFamily="18" charset="0"/>
                <a:cs typeface="Times New Roman" pitchFamily="18" charset="0"/>
              </a:rPr>
              <a:t>   </a:t>
            </a:r>
            <a:r>
              <a:rPr lang="en-US" altLang="zh-CN" sz="2800" dirty="0" err="1" smtClean="0">
                <a:solidFill>
                  <a:srgbClr val="9D138D"/>
                </a:solidFill>
                <a:latin typeface="Times New Roman" pitchFamily="18" charset="0"/>
                <a:cs typeface="Times New Roman" pitchFamily="18" charset="0"/>
              </a:rPr>
              <a:t>printf</a:t>
            </a:r>
            <a:r>
              <a:rPr lang="en-US" altLang="zh-CN" sz="2800" dirty="0" smtClean="0">
                <a:solidFill>
                  <a:srgbClr val="9D138D"/>
                </a:solidFill>
                <a:latin typeface="Times New Roman" pitchFamily="18" charset="0"/>
                <a:cs typeface="Times New Roman" pitchFamily="18" charset="0"/>
              </a:rPr>
              <a:t>(“%s\</a:t>
            </a:r>
            <a:r>
              <a:rPr lang="en-US" altLang="zh-CN" sz="2800" dirty="0" err="1" smtClean="0">
                <a:solidFill>
                  <a:srgbClr val="9D138D"/>
                </a:solidFill>
                <a:latin typeface="Times New Roman" pitchFamily="18" charset="0"/>
                <a:cs typeface="Times New Roman" pitchFamily="18" charset="0"/>
              </a:rPr>
              <a:t>n”,string</a:t>
            </a:r>
            <a:r>
              <a:rPr lang="en-US" altLang="zh-CN" sz="2800" dirty="0" smtClean="0">
                <a:solidFill>
                  <a:srgbClr val="9D138D"/>
                </a:solidFill>
                <a:latin typeface="Times New Roman" pitchFamily="18" charset="0"/>
                <a:cs typeface="Times New Roman" pitchFamily="18" charset="0"/>
              </a:rPr>
              <a:t>);</a:t>
            </a:r>
            <a:endParaRPr lang="zh-CN" altLang="zh-CN" sz="2800" dirty="0" smtClean="0">
              <a:solidFill>
                <a:srgbClr val="9D138D"/>
              </a:solidFill>
              <a:latin typeface="Times New Roman" pitchFamily="18" charset="0"/>
              <a:cs typeface="Times New Roman" pitchFamily="18" charset="0"/>
            </a:endParaRPr>
          </a:p>
          <a:p>
            <a:pPr>
              <a:lnSpc>
                <a:spcPct val="100000"/>
              </a:lnSpc>
              <a:buFont typeface="Wingdings" pitchFamily="2" charset="2"/>
              <a:buNone/>
            </a:pPr>
            <a:r>
              <a:rPr lang="en-US" altLang="zh-CN" sz="2800" dirty="0" smtClean="0">
                <a:latin typeface="Times New Roman" pitchFamily="18" charset="0"/>
                <a:cs typeface="Times New Roman" pitchFamily="18" charset="0"/>
              </a:rPr>
              <a:t>   return 0;</a:t>
            </a:r>
            <a:endParaRPr lang="zh-CN" altLang="zh-CN" sz="2800" dirty="0" smtClean="0">
              <a:latin typeface="Times New Roman" pitchFamily="18" charset="0"/>
              <a:cs typeface="Times New Roman" pitchFamily="18" charset="0"/>
            </a:endParaRPr>
          </a:p>
          <a:p>
            <a:pPr>
              <a:lnSpc>
                <a:spcPct val="100000"/>
              </a:lnSpc>
              <a:buFont typeface="Wingdings" pitchFamily="2" charset="2"/>
              <a:buNone/>
            </a:pPr>
            <a:r>
              <a:rPr lang="en-US" altLang="zh-CN" sz="2800" dirty="0" smtClean="0">
                <a:latin typeface="Times New Roman" pitchFamily="18" charset="0"/>
                <a:cs typeface="Times New Roman" pitchFamily="18" charset="0"/>
              </a:rPr>
              <a:t>}</a:t>
            </a:r>
            <a:endParaRPr lang="zh-CN" altLang="zh-CN" sz="2800" dirty="0" smtClean="0">
              <a:latin typeface="Times New Roman" pitchFamily="18" charset="0"/>
              <a:cs typeface="Times New Roman" pitchFamily="18" charset="0"/>
            </a:endParaRPr>
          </a:p>
        </p:txBody>
      </p:sp>
      <p:pic>
        <p:nvPicPr>
          <p:cNvPr id="258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57563" y="4786313"/>
            <a:ext cx="3678237" cy="1071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7"/>
          <p:cNvSpPr txBox="1">
            <a:spLocks noChangeArrowheads="1"/>
          </p:cNvSpPr>
          <p:nvPr/>
        </p:nvSpPr>
        <p:spPr bwMode="auto">
          <a:xfrm>
            <a:off x="1331640" y="2497013"/>
            <a:ext cx="1428750" cy="585787"/>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000">
                <a:solidFill>
                  <a:schemeClr val="tx1"/>
                </a:solidFill>
                <a:latin typeface="Arial" charset="0"/>
                <a:ea typeface="宋体" pitchFamily="2" charset="-122"/>
              </a:defRPr>
            </a:lvl1pPr>
            <a:lvl2pPr marL="742950" indent="-285750" eaLnBrk="0" hangingPunct="0">
              <a:defRPr kumimoji="1" sz="4000">
                <a:solidFill>
                  <a:schemeClr val="tx1"/>
                </a:solidFill>
                <a:latin typeface="Arial" charset="0"/>
                <a:ea typeface="宋体" pitchFamily="2" charset="-122"/>
              </a:defRPr>
            </a:lvl2pPr>
            <a:lvl3pPr marL="1143000" indent="-228600" eaLnBrk="0" hangingPunct="0">
              <a:defRPr kumimoji="1" sz="4000">
                <a:solidFill>
                  <a:schemeClr val="tx1"/>
                </a:solidFill>
                <a:latin typeface="Arial" charset="0"/>
                <a:ea typeface="宋体" pitchFamily="2" charset="-122"/>
              </a:defRPr>
            </a:lvl3pPr>
            <a:lvl4pPr marL="1600200" indent="-228600" eaLnBrk="0" hangingPunct="0">
              <a:defRPr kumimoji="1" sz="4000">
                <a:solidFill>
                  <a:schemeClr val="tx1"/>
                </a:solidFill>
                <a:latin typeface="Arial" charset="0"/>
                <a:ea typeface="宋体" pitchFamily="2" charset="-122"/>
              </a:defRPr>
            </a:lvl4pPr>
            <a:lvl5pPr marL="2057400" indent="-228600" eaLnBrk="0" hangingPunct="0">
              <a:defRPr kumimoji="1" sz="4000">
                <a:solidFill>
                  <a:schemeClr val="tx1"/>
                </a:solidFill>
                <a:latin typeface="Arial" charset="0"/>
                <a:ea typeface="宋体" pitchFamily="2" charset="-122"/>
              </a:defRPr>
            </a:lvl5pPr>
            <a:lvl6pPr marL="2514600" indent="-228600" eaLnBrk="0" fontAlgn="base" hangingPunct="0">
              <a:spcBef>
                <a:spcPct val="0"/>
              </a:spcBef>
              <a:spcAft>
                <a:spcPct val="0"/>
              </a:spcAft>
              <a:defRPr kumimoji="1" sz="4000">
                <a:solidFill>
                  <a:schemeClr val="tx1"/>
                </a:solidFill>
                <a:latin typeface="Arial" charset="0"/>
                <a:ea typeface="宋体" pitchFamily="2" charset="-122"/>
              </a:defRPr>
            </a:lvl6pPr>
            <a:lvl7pPr marL="2971800" indent="-228600" eaLnBrk="0" fontAlgn="base" hangingPunct="0">
              <a:spcBef>
                <a:spcPct val="0"/>
              </a:spcBef>
              <a:spcAft>
                <a:spcPct val="0"/>
              </a:spcAft>
              <a:defRPr kumimoji="1" sz="4000">
                <a:solidFill>
                  <a:schemeClr val="tx1"/>
                </a:solidFill>
                <a:latin typeface="Arial" charset="0"/>
                <a:ea typeface="宋体" pitchFamily="2" charset="-122"/>
              </a:defRPr>
            </a:lvl7pPr>
            <a:lvl8pPr marL="3429000" indent="-228600" eaLnBrk="0" fontAlgn="base" hangingPunct="0">
              <a:spcBef>
                <a:spcPct val="0"/>
              </a:spcBef>
              <a:spcAft>
                <a:spcPct val="0"/>
              </a:spcAft>
              <a:defRPr kumimoji="1" sz="4000">
                <a:solidFill>
                  <a:schemeClr val="tx1"/>
                </a:solidFill>
                <a:latin typeface="Arial" charset="0"/>
                <a:ea typeface="宋体" pitchFamily="2" charset="-122"/>
              </a:defRPr>
            </a:lvl8pPr>
            <a:lvl9pPr marL="3886200" indent="-228600" eaLnBrk="0" fontAlgn="base" hangingPunct="0">
              <a:spcBef>
                <a:spcPct val="0"/>
              </a:spcBef>
              <a:spcAft>
                <a:spcPct val="0"/>
              </a:spcAft>
              <a:defRPr kumimoji="1" sz="4000">
                <a:solidFill>
                  <a:schemeClr val="tx1"/>
                </a:solidFill>
                <a:latin typeface="Arial" charset="0"/>
                <a:ea typeface="宋体" pitchFamily="2" charset="-122"/>
              </a:defRPr>
            </a:lvl9pPr>
          </a:lstStyle>
          <a:p>
            <a:pPr eaLnBrk="1" hangingPunct="1"/>
            <a:r>
              <a:rPr lang="en-US" altLang="zh-CN" sz="3200" b="1">
                <a:solidFill>
                  <a:srgbClr val="FF0000"/>
                </a:solidFill>
              </a:rPr>
              <a:t>string</a:t>
            </a:r>
            <a:endParaRPr lang="zh-CN" altLang="en-US" sz="3200" b="1">
              <a:solidFill>
                <a:srgbClr val="FF0000"/>
              </a:solidFill>
            </a:endParaRPr>
          </a:p>
        </p:txBody>
      </p:sp>
      <p:cxnSp>
        <p:nvCxnSpPr>
          <p:cNvPr id="9" name="直接箭头连接符 8"/>
          <p:cNvCxnSpPr>
            <a:cxnSpLocks noChangeShapeType="1"/>
          </p:cNvCxnSpPr>
          <p:nvPr/>
        </p:nvCxnSpPr>
        <p:spPr bwMode="auto">
          <a:xfrm rot="5400000">
            <a:off x="2402408" y="2997869"/>
            <a:ext cx="428625" cy="1588"/>
          </a:xfrm>
          <a:prstGeom prst="straightConnector1">
            <a:avLst/>
          </a:prstGeom>
          <a:noFill/>
          <a:ln w="38100" algn="ctr">
            <a:solidFill>
              <a:srgbClr val="FF0000"/>
            </a:solidFill>
            <a:miter lim="800000"/>
            <a:headEnd/>
            <a:tailEnd type="arrow" w="med" len="med"/>
          </a:ln>
          <a:extLst>
            <a:ext uri="{909E8E84-426E-40DD-AFC4-6F175D3DCCD1}">
              <a14:hiddenFill xmlns:a14="http://schemas.microsoft.com/office/drawing/2010/main">
                <a:noFill/>
              </a14:hiddenFill>
            </a:ext>
          </a:extLst>
        </p:spPr>
      </p:cxnSp>
      <p:pic>
        <p:nvPicPr>
          <p:cNvPr id="110598" name="图片 5" descr="Untitled2.png">
            <a:hlinkClick r:id="rId3" action="ppaction://hlinksldjump"/>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8429625" y="6143625"/>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8821470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1"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slide(fromTop)">
                                      <p:cBhvr>
                                        <p:cTn id="7" dur="500"/>
                                        <p:tgtEl>
                                          <p:spTgt spid="9"/>
                                        </p:tgtEl>
                                      </p:cBhvr>
                                    </p:animEffect>
                                  </p:childTnLst>
                                </p:cTn>
                              </p:par>
                              <p:par>
                                <p:cTn id="8" presetID="12" presetClass="entr" presetSubtype="1"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slide(fromTop)">
                                      <p:cBhvr>
                                        <p:cTn id="10" dur="500"/>
                                        <p:tgtEl>
                                          <p:spTgt spid="8"/>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3" presetClass="entr" presetSubtype="10" fill="hold" nodeType="clickEffect">
                                  <p:stCondLst>
                                    <p:cond delay="0"/>
                                  </p:stCondLst>
                                  <p:childTnLst>
                                    <p:set>
                                      <p:cBhvr>
                                        <p:cTn id="14" dur="1" fill="hold">
                                          <p:stCondLst>
                                            <p:cond delay="0"/>
                                          </p:stCondLst>
                                        </p:cTn>
                                        <p:tgtEl>
                                          <p:spTgt spid="258050"/>
                                        </p:tgtEl>
                                        <p:attrNameLst>
                                          <p:attrName>style.visibility</p:attrName>
                                        </p:attrNameLst>
                                      </p:cBhvr>
                                      <p:to>
                                        <p:strVal val="visible"/>
                                      </p:to>
                                    </p:set>
                                    <p:animEffect transition="in" filter="blinds(horizontal)">
                                      <p:cBhvr>
                                        <p:cTn id="15" dur="500"/>
                                        <p:tgtEl>
                                          <p:spTgt spid="2580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39750" y="857250"/>
            <a:ext cx="8153400" cy="5267325"/>
          </a:xfrm>
        </p:spPr>
        <p:txBody>
          <a:bodyPr/>
          <a:lstStyle/>
          <a:p>
            <a:pPr marL="0" indent="0">
              <a:lnSpc>
                <a:spcPct val="150000"/>
              </a:lnSpc>
              <a:spcBef>
                <a:spcPts val="0"/>
              </a:spcBef>
              <a:buFont typeface="Wingdings" pitchFamily="2" charset="2"/>
              <a:buNone/>
            </a:pPr>
            <a:r>
              <a:rPr lang="zh-CN" altLang="zh-CN" sz="2800" dirty="0" smtClean="0">
                <a:latin typeface="黑体" pitchFamily="49" charset="-122"/>
                <a:ea typeface="黑体" pitchFamily="49" charset="-122"/>
              </a:rPr>
              <a:t>例</a:t>
            </a:r>
            <a:r>
              <a:rPr lang="en-US" altLang="zh-CN" sz="2800" dirty="0" smtClean="0">
                <a:latin typeface="黑体" pitchFamily="49" charset="-122"/>
                <a:ea typeface="黑体" pitchFamily="49" charset="-122"/>
              </a:rPr>
              <a:t>8.18 </a:t>
            </a:r>
            <a:r>
              <a:rPr lang="zh-CN" altLang="zh-CN" sz="2800" dirty="0" smtClean="0">
                <a:latin typeface="黑体" pitchFamily="49" charset="-122"/>
                <a:ea typeface="黑体" pitchFamily="49" charset="-122"/>
              </a:rPr>
              <a:t>将字符串</a:t>
            </a:r>
            <a:r>
              <a:rPr lang="en-US" altLang="zh-CN" sz="2800" dirty="0" smtClean="0">
                <a:latin typeface="黑体" pitchFamily="49" charset="-122"/>
                <a:ea typeface="黑体" pitchFamily="49" charset="-122"/>
              </a:rPr>
              <a:t>a</a:t>
            </a:r>
            <a:r>
              <a:rPr lang="zh-CN" altLang="zh-CN" sz="2800" dirty="0" smtClean="0">
                <a:latin typeface="黑体" pitchFamily="49" charset="-122"/>
                <a:ea typeface="黑体" pitchFamily="49" charset="-122"/>
              </a:rPr>
              <a:t>复制为字符串</a:t>
            </a:r>
            <a:r>
              <a:rPr lang="en-US" altLang="zh-CN" sz="2800" dirty="0" smtClean="0">
                <a:latin typeface="黑体" pitchFamily="49" charset="-122"/>
                <a:ea typeface="黑体" pitchFamily="49" charset="-122"/>
              </a:rPr>
              <a:t>b</a:t>
            </a:r>
            <a:r>
              <a:rPr lang="zh-CN" altLang="zh-CN" sz="2800" dirty="0" smtClean="0">
                <a:latin typeface="黑体" pitchFamily="49" charset="-122"/>
                <a:ea typeface="黑体" pitchFamily="49" charset="-122"/>
              </a:rPr>
              <a:t>，然后输出字符串</a:t>
            </a:r>
            <a:r>
              <a:rPr lang="en-US" altLang="zh-CN" sz="2800" dirty="0" smtClean="0">
                <a:latin typeface="黑体" pitchFamily="49" charset="-122"/>
                <a:ea typeface="黑体" pitchFamily="49" charset="-122"/>
              </a:rPr>
              <a:t>b</a:t>
            </a:r>
            <a:r>
              <a:rPr lang="zh-CN" altLang="zh-CN" sz="2800" dirty="0" smtClean="0">
                <a:latin typeface="黑体" pitchFamily="49" charset="-122"/>
                <a:ea typeface="黑体" pitchFamily="49" charset="-122"/>
              </a:rPr>
              <a:t>。</a:t>
            </a:r>
          </a:p>
          <a:p>
            <a:pPr marL="0" indent="0">
              <a:lnSpc>
                <a:spcPct val="150000"/>
              </a:lnSpc>
              <a:spcBef>
                <a:spcPts val="0"/>
              </a:spcBef>
              <a:buFont typeface="Wingdings" pitchFamily="2" charset="2"/>
              <a:buChar char="Ø"/>
            </a:pPr>
            <a:r>
              <a:rPr lang="zh-CN" altLang="zh-CN" sz="2800" dirty="0" smtClean="0">
                <a:latin typeface="黑体" pitchFamily="49" charset="-122"/>
                <a:ea typeface="黑体" pitchFamily="49" charset="-122"/>
              </a:rPr>
              <a:t>解题思路：定义两个字符数组</a:t>
            </a:r>
            <a:r>
              <a:rPr lang="en-US" altLang="zh-CN" sz="2800" dirty="0" smtClean="0">
                <a:latin typeface="黑体" pitchFamily="49" charset="-122"/>
                <a:ea typeface="黑体" pitchFamily="49" charset="-122"/>
              </a:rPr>
              <a:t>a</a:t>
            </a:r>
            <a:r>
              <a:rPr lang="zh-CN" altLang="zh-CN" sz="2800" dirty="0" smtClean="0">
                <a:latin typeface="黑体" pitchFamily="49" charset="-122"/>
                <a:ea typeface="黑体" pitchFamily="49" charset="-122"/>
              </a:rPr>
              <a:t>和</a:t>
            </a:r>
            <a:r>
              <a:rPr lang="en-US" altLang="zh-CN" sz="2800" dirty="0" smtClean="0">
                <a:latin typeface="黑体" pitchFamily="49" charset="-122"/>
                <a:ea typeface="黑体" pitchFamily="49" charset="-122"/>
              </a:rPr>
              <a:t>b</a:t>
            </a:r>
            <a:r>
              <a:rPr lang="zh-CN" altLang="zh-CN" sz="2800" dirty="0" smtClean="0">
                <a:latin typeface="黑体" pitchFamily="49" charset="-122"/>
                <a:ea typeface="黑体" pitchFamily="49" charset="-122"/>
              </a:rPr>
              <a:t>，用“</a:t>
            </a:r>
            <a:r>
              <a:rPr lang="en-US" altLang="zh-CN" sz="2800" dirty="0" smtClean="0">
                <a:latin typeface="黑体" pitchFamily="49" charset="-122"/>
                <a:ea typeface="黑体" pitchFamily="49" charset="-122"/>
              </a:rPr>
              <a:t>I am a student.</a:t>
            </a:r>
            <a:r>
              <a:rPr lang="zh-CN" altLang="zh-CN" sz="2800" dirty="0" smtClean="0">
                <a:latin typeface="黑体" pitchFamily="49" charset="-122"/>
                <a:ea typeface="黑体" pitchFamily="49" charset="-122"/>
              </a:rPr>
              <a:t>”对</a:t>
            </a:r>
            <a:r>
              <a:rPr lang="en-US" altLang="zh-CN" sz="2800" dirty="0" smtClean="0">
                <a:latin typeface="黑体" pitchFamily="49" charset="-122"/>
                <a:ea typeface="黑体" pitchFamily="49" charset="-122"/>
              </a:rPr>
              <a:t>a</a:t>
            </a:r>
            <a:r>
              <a:rPr lang="zh-CN" altLang="zh-CN" sz="2800" dirty="0" smtClean="0">
                <a:latin typeface="黑体" pitchFamily="49" charset="-122"/>
                <a:ea typeface="黑体" pitchFamily="49" charset="-122"/>
              </a:rPr>
              <a:t>数组初始化。将</a:t>
            </a:r>
            <a:r>
              <a:rPr lang="en-US" altLang="zh-CN" sz="2800" dirty="0" smtClean="0">
                <a:latin typeface="黑体" pitchFamily="49" charset="-122"/>
                <a:ea typeface="黑体" pitchFamily="49" charset="-122"/>
              </a:rPr>
              <a:t>a</a:t>
            </a:r>
            <a:r>
              <a:rPr lang="zh-CN" altLang="zh-CN" sz="2800" dirty="0" smtClean="0">
                <a:latin typeface="黑体" pitchFamily="49" charset="-122"/>
                <a:ea typeface="黑体" pitchFamily="49" charset="-122"/>
              </a:rPr>
              <a:t>数组中的字符逐个复制到</a:t>
            </a:r>
            <a:r>
              <a:rPr lang="en-US" altLang="zh-CN" sz="2800" dirty="0" smtClean="0">
                <a:latin typeface="黑体" pitchFamily="49" charset="-122"/>
                <a:ea typeface="黑体" pitchFamily="49" charset="-122"/>
              </a:rPr>
              <a:t>b</a:t>
            </a:r>
            <a:r>
              <a:rPr lang="zh-CN" altLang="zh-CN" sz="2800" dirty="0" smtClean="0">
                <a:latin typeface="黑体" pitchFamily="49" charset="-122"/>
                <a:ea typeface="黑体" pitchFamily="49" charset="-122"/>
              </a:rPr>
              <a:t>数组中。可以用不同的方法引用并输出字符数组元素，今用</a:t>
            </a:r>
            <a:r>
              <a:rPr lang="zh-CN" altLang="zh-CN" sz="2800" dirty="0" smtClean="0">
                <a:solidFill>
                  <a:srgbClr val="0000FF"/>
                </a:solidFill>
                <a:latin typeface="黑体" pitchFamily="49" charset="-122"/>
                <a:ea typeface="黑体" pitchFamily="49" charset="-122"/>
              </a:rPr>
              <a:t>地址法</a:t>
            </a:r>
            <a:r>
              <a:rPr lang="zh-CN" altLang="zh-CN" sz="2800" dirty="0" smtClean="0">
                <a:latin typeface="黑体" pitchFamily="49" charset="-122"/>
                <a:ea typeface="黑体" pitchFamily="49" charset="-122"/>
              </a:rPr>
              <a:t>算出各元素的值。</a:t>
            </a:r>
            <a:endParaRPr lang="zh-CN" altLang="en-US" sz="2800" dirty="0" smtClean="0">
              <a:latin typeface="黑体" pitchFamily="49" charset="-122"/>
              <a:ea typeface="黑体" pitchFamily="49" charset="-122"/>
            </a:endParaRPr>
          </a:p>
        </p:txBody>
      </p:sp>
      <p:pic>
        <p:nvPicPr>
          <p:cNvPr id="111619" name="图片 3" descr="Untitled2.png">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429625" y="6143625"/>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8555892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linds(horizontal)">
                                      <p:cBhvr>
                                        <p:cTn id="7"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内容占位符 2"/>
          <p:cNvSpPr>
            <a:spLocks noGrp="1"/>
          </p:cNvSpPr>
          <p:nvPr>
            <p:ph idx="1"/>
          </p:nvPr>
        </p:nvSpPr>
        <p:spPr>
          <a:xfrm>
            <a:off x="428625" y="285750"/>
            <a:ext cx="8153400" cy="6357938"/>
          </a:xfrm>
        </p:spPr>
        <p:txBody>
          <a:bodyPr/>
          <a:lstStyle/>
          <a:p>
            <a:pPr>
              <a:lnSpc>
                <a:spcPts val="2900"/>
              </a:lnSpc>
              <a:buFont typeface="Wingdings" pitchFamily="2" charset="2"/>
              <a:buNone/>
            </a:pPr>
            <a:r>
              <a:rPr lang="en-US" altLang="zh-CN" sz="2800" dirty="0" smtClean="0">
                <a:latin typeface="Times New Roman" pitchFamily="18" charset="0"/>
                <a:cs typeface="Times New Roman" pitchFamily="18" charset="0"/>
              </a:rPr>
              <a:t>#include &lt;</a:t>
            </a:r>
            <a:r>
              <a:rPr lang="en-US" altLang="zh-CN" sz="2800" dirty="0" err="1" smtClean="0">
                <a:latin typeface="Times New Roman" pitchFamily="18" charset="0"/>
                <a:cs typeface="Times New Roman" pitchFamily="18" charset="0"/>
              </a:rPr>
              <a:t>stdio.h</a:t>
            </a:r>
            <a:r>
              <a:rPr lang="en-US" altLang="zh-CN" sz="2800" dirty="0" smtClean="0">
                <a:latin typeface="Times New Roman" pitchFamily="18" charset="0"/>
                <a:cs typeface="Times New Roman" pitchFamily="18" charset="0"/>
              </a:rPr>
              <a:t>&gt;</a:t>
            </a:r>
            <a:endParaRPr lang="zh-CN" altLang="zh-CN" sz="2800" dirty="0" smtClean="0">
              <a:latin typeface="Times New Roman" pitchFamily="18" charset="0"/>
              <a:cs typeface="Times New Roman" pitchFamily="18" charset="0"/>
            </a:endParaRPr>
          </a:p>
          <a:p>
            <a:pPr>
              <a:lnSpc>
                <a:spcPts val="2900"/>
              </a:lnSpc>
              <a:buFont typeface="Wingdings" pitchFamily="2" charset="2"/>
              <a:buNone/>
            </a:pPr>
            <a:r>
              <a:rPr lang="en-US" altLang="zh-CN" sz="2800" dirty="0" err="1" smtClean="0">
                <a:latin typeface="Times New Roman" pitchFamily="18" charset="0"/>
                <a:cs typeface="Times New Roman" pitchFamily="18" charset="0"/>
              </a:rPr>
              <a:t>int</a:t>
            </a:r>
            <a:r>
              <a:rPr lang="en-US" altLang="zh-CN" sz="2800" dirty="0" smtClean="0">
                <a:latin typeface="Times New Roman" pitchFamily="18" charset="0"/>
                <a:cs typeface="Times New Roman" pitchFamily="18" charset="0"/>
              </a:rPr>
              <a:t> main()</a:t>
            </a:r>
            <a:endParaRPr lang="zh-CN" altLang="zh-CN" sz="2800" dirty="0" smtClean="0">
              <a:latin typeface="Times New Roman" pitchFamily="18" charset="0"/>
              <a:cs typeface="Times New Roman" pitchFamily="18" charset="0"/>
            </a:endParaRPr>
          </a:p>
          <a:p>
            <a:pPr>
              <a:lnSpc>
                <a:spcPts val="2900"/>
              </a:lnSpc>
              <a:buFont typeface="Wingdings" pitchFamily="2" charset="2"/>
              <a:buNone/>
            </a:pPr>
            <a:r>
              <a:rPr lang="en-US" altLang="zh-CN" sz="2800" dirty="0" smtClean="0">
                <a:latin typeface="Times New Roman" pitchFamily="18" charset="0"/>
                <a:cs typeface="Times New Roman" pitchFamily="18" charset="0"/>
              </a:rPr>
              <a:t>{ char a[ ]=“I am a </a:t>
            </a:r>
            <a:r>
              <a:rPr lang="en-US" altLang="zh-CN" sz="2800" dirty="0" err="1" smtClean="0">
                <a:latin typeface="Times New Roman" pitchFamily="18" charset="0"/>
                <a:cs typeface="Times New Roman" pitchFamily="18" charset="0"/>
              </a:rPr>
              <a:t>student.”,b</a:t>
            </a:r>
            <a:r>
              <a:rPr lang="en-US" altLang="zh-CN" sz="2800" dirty="0" smtClean="0">
                <a:latin typeface="Times New Roman" pitchFamily="18" charset="0"/>
                <a:cs typeface="Times New Roman" pitchFamily="18" charset="0"/>
              </a:rPr>
              <a:t>[20];   </a:t>
            </a:r>
            <a:endParaRPr lang="zh-CN" altLang="zh-CN" sz="2800" dirty="0" smtClean="0">
              <a:latin typeface="Times New Roman" pitchFamily="18" charset="0"/>
              <a:cs typeface="Times New Roman" pitchFamily="18" charset="0"/>
            </a:endParaRPr>
          </a:p>
          <a:p>
            <a:pPr>
              <a:lnSpc>
                <a:spcPts val="2900"/>
              </a:lnSpc>
              <a:buFont typeface="Wingdings" pitchFamily="2" charset="2"/>
              <a:buNone/>
            </a:pPr>
            <a:r>
              <a:rPr lang="en-US" altLang="zh-CN" sz="2800" dirty="0" smtClean="0">
                <a:latin typeface="Times New Roman" pitchFamily="18" charset="0"/>
                <a:cs typeface="Times New Roman" pitchFamily="18" charset="0"/>
              </a:rPr>
              <a:t>   </a:t>
            </a:r>
            <a:r>
              <a:rPr lang="en-US" altLang="zh-CN" sz="2800" dirty="0" err="1" smtClean="0">
                <a:latin typeface="Times New Roman" pitchFamily="18" charset="0"/>
                <a:cs typeface="Times New Roman" pitchFamily="18" charset="0"/>
              </a:rPr>
              <a:t>int</a:t>
            </a:r>
            <a:r>
              <a:rPr lang="en-US" altLang="zh-CN" sz="2800" dirty="0" smtClean="0">
                <a:latin typeface="Times New Roman" pitchFamily="18" charset="0"/>
                <a:cs typeface="Times New Roman" pitchFamily="18" charset="0"/>
              </a:rPr>
              <a:t> i;</a:t>
            </a:r>
            <a:endParaRPr lang="zh-CN" altLang="zh-CN" sz="2800" dirty="0" smtClean="0">
              <a:latin typeface="Times New Roman" pitchFamily="18" charset="0"/>
              <a:cs typeface="Times New Roman" pitchFamily="18" charset="0"/>
            </a:endParaRPr>
          </a:p>
          <a:p>
            <a:pPr>
              <a:lnSpc>
                <a:spcPts val="2900"/>
              </a:lnSpc>
              <a:buFont typeface="Wingdings" pitchFamily="2" charset="2"/>
              <a:buNone/>
            </a:pPr>
            <a:r>
              <a:rPr lang="en-US" altLang="zh-CN" sz="2800" dirty="0" smtClean="0">
                <a:latin typeface="Times New Roman" pitchFamily="18" charset="0"/>
                <a:cs typeface="Times New Roman" pitchFamily="18" charset="0"/>
              </a:rPr>
              <a:t>   for(i=0;*(</a:t>
            </a:r>
            <a:r>
              <a:rPr lang="en-US" altLang="zh-CN" sz="2800" dirty="0" err="1" smtClean="0">
                <a:latin typeface="Times New Roman" pitchFamily="18" charset="0"/>
                <a:cs typeface="Times New Roman" pitchFamily="18" charset="0"/>
              </a:rPr>
              <a:t>a+i</a:t>
            </a:r>
            <a:r>
              <a:rPr lang="en-US" altLang="zh-CN" sz="2800" dirty="0" smtClean="0">
                <a:latin typeface="Times New Roman" pitchFamily="18" charset="0"/>
                <a:cs typeface="Times New Roman" pitchFamily="18" charset="0"/>
              </a:rPr>
              <a:t>)!='\0';i++)</a:t>
            </a:r>
            <a:endParaRPr lang="zh-CN" altLang="zh-CN" sz="2800" dirty="0" smtClean="0">
              <a:latin typeface="Times New Roman" pitchFamily="18" charset="0"/>
              <a:cs typeface="Times New Roman" pitchFamily="18" charset="0"/>
            </a:endParaRPr>
          </a:p>
          <a:p>
            <a:pPr>
              <a:lnSpc>
                <a:spcPts val="2900"/>
              </a:lnSpc>
              <a:buFont typeface="Wingdings" pitchFamily="2" charset="2"/>
              <a:buNone/>
            </a:pPr>
            <a:r>
              <a:rPr lang="en-US" altLang="zh-CN" sz="2800" dirty="0" smtClean="0">
                <a:latin typeface="Times New Roman" pitchFamily="18" charset="0"/>
                <a:cs typeface="Times New Roman" pitchFamily="18" charset="0"/>
              </a:rPr>
              <a:t>        *(</a:t>
            </a:r>
            <a:r>
              <a:rPr lang="en-US" altLang="zh-CN" sz="2800" dirty="0" err="1" smtClean="0">
                <a:latin typeface="Times New Roman" pitchFamily="18" charset="0"/>
                <a:cs typeface="Times New Roman" pitchFamily="18" charset="0"/>
              </a:rPr>
              <a:t>b+i</a:t>
            </a:r>
            <a:r>
              <a:rPr lang="en-US" altLang="zh-CN" sz="2800" dirty="0" smtClean="0">
                <a:latin typeface="Times New Roman" pitchFamily="18" charset="0"/>
                <a:cs typeface="Times New Roman" pitchFamily="18" charset="0"/>
              </a:rPr>
              <a:t>)=*(</a:t>
            </a:r>
            <a:r>
              <a:rPr lang="en-US" altLang="zh-CN" sz="2800" dirty="0" err="1" smtClean="0">
                <a:latin typeface="Times New Roman" pitchFamily="18" charset="0"/>
                <a:cs typeface="Times New Roman" pitchFamily="18" charset="0"/>
              </a:rPr>
              <a:t>a+i</a:t>
            </a:r>
            <a:r>
              <a:rPr lang="en-US" altLang="zh-CN" sz="2800" dirty="0" smtClean="0">
                <a:latin typeface="Times New Roman" pitchFamily="18" charset="0"/>
                <a:cs typeface="Times New Roman" pitchFamily="18" charset="0"/>
              </a:rPr>
              <a:t>); </a:t>
            </a:r>
            <a:endParaRPr lang="zh-CN" altLang="zh-CN" sz="2800" dirty="0" smtClean="0">
              <a:latin typeface="Times New Roman" pitchFamily="18" charset="0"/>
              <a:cs typeface="Times New Roman" pitchFamily="18" charset="0"/>
            </a:endParaRPr>
          </a:p>
          <a:p>
            <a:pPr>
              <a:lnSpc>
                <a:spcPts val="2900"/>
              </a:lnSpc>
              <a:buFont typeface="Wingdings" pitchFamily="2" charset="2"/>
              <a:buNone/>
            </a:pPr>
            <a:r>
              <a:rPr lang="en-US" altLang="zh-CN" sz="2800" dirty="0" smtClean="0">
                <a:latin typeface="Times New Roman" pitchFamily="18" charset="0"/>
                <a:cs typeface="Times New Roman" pitchFamily="18" charset="0"/>
              </a:rPr>
              <a:t>   </a:t>
            </a:r>
            <a:r>
              <a:rPr lang="en-US" altLang="zh-CN" sz="2800" dirty="0" smtClean="0">
                <a:solidFill>
                  <a:srgbClr val="00B050"/>
                </a:solidFill>
                <a:latin typeface="Times New Roman" pitchFamily="18" charset="0"/>
                <a:cs typeface="Times New Roman" pitchFamily="18" charset="0"/>
              </a:rPr>
              <a:t>*(</a:t>
            </a:r>
            <a:r>
              <a:rPr lang="en-US" altLang="zh-CN" sz="2800" dirty="0" err="1" smtClean="0">
                <a:solidFill>
                  <a:srgbClr val="00B050"/>
                </a:solidFill>
                <a:latin typeface="Times New Roman" pitchFamily="18" charset="0"/>
                <a:cs typeface="Times New Roman" pitchFamily="18" charset="0"/>
              </a:rPr>
              <a:t>b+i</a:t>
            </a:r>
            <a:r>
              <a:rPr lang="en-US" altLang="zh-CN" sz="2800" dirty="0" smtClean="0">
                <a:solidFill>
                  <a:srgbClr val="00B050"/>
                </a:solidFill>
                <a:latin typeface="Times New Roman" pitchFamily="18" charset="0"/>
                <a:cs typeface="Times New Roman" pitchFamily="18" charset="0"/>
              </a:rPr>
              <a:t>)=‘\0’; </a:t>
            </a:r>
            <a:endParaRPr lang="zh-CN" altLang="zh-CN" sz="2800" dirty="0" smtClean="0">
              <a:solidFill>
                <a:srgbClr val="00B050"/>
              </a:solidFill>
              <a:latin typeface="Times New Roman" pitchFamily="18" charset="0"/>
              <a:cs typeface="Times New Roman" pitchFamily="18" charset="0"/>
            </a:endParaRPr>
          </a:p>
          <a:p>
            <a:pPr>
              <a:lnSpc>
                <a:spcPts val="2900"/>
              </a:lnSpc>
              <a:buFont typeface="Wingdings" pitchFamily="2" charset="2"/>
              <a:buNone/>
            </a:pPr>
            <a:r>
              <a:rPr lang="en-US" altLang="zh-CN" sz="2800" dirty="0" smtClean="0">
                <a:latin typeface="Times New Roman" pitchFamily="18" charset="0"/>
                <a:cs typeface="Times New Roman" pitchFamily="18" charset="0"/>
              </a:rPr>
              <a:t>   </a:t>
            </a:r>
            <a:r>
              <a:rPr lang="en-US" altLang="zh-CN" sz="2800" dirty="0" err="1" smtClean="0">
                <a:latin typeface="Times New Roman" pitchFamily="18" charset="0"/>
                <a:cs typeface="Times New Roman" pitchFamily="18" charset="0"/>
              </a:rPr>
              <a:t>printf</a:t>
            </a:r>
            <a:r>
              <a:rPr lang="en-US" altLang="zh-CN" sz="2800" dirty="0" smtClean="0">
                <a:latin typeface="Times New Roman" pitchFamily="18" charset="0"/>
                <a:cs typeface="Times New Roman" pitchFamily="18" charset="0"/>
              </a:rPr>
              <a:t>(“string a is:%s\</a:t>
            </a:r>
            <a:r>
              <a:rPr lang="en-US" altLang="zh-CN" sz="2800" dirty="0" err="1" smtClean="0">
                <a:latin typeface="Times New Roman" pitchFamily="18" charset="0"/>
                <a:cs typeface="Times New Roman" pitchFamily="18" charset="0"/>
              </a:rPr>
              <a:t>n”,a</a:t>
            </a:r>
            <a:r>
              <a:rPr lang="en-US" altLang="zh-CN" sz="2800" dirty="0" smtClean="0">
                <a:latin typeface="Times New Roman" pitchFamily="18" charset="0"/>
                <a:cs typeface="Times New Roman" pitchFamily="18" charset="0"/>
              </a:rPr>
              <a:t>); </a:t>
            </a:r>
            <a:endParaRPr lang="zh-CN" altLang="zh-CN" sz="2800" dirty="0" smtClean="0">
              <a:latin typeface="Times New Roman" pitchFamily="18" charset="0"/>
              <a:cs typeface="Times New Roman" pitchFamily="18" charset="0"/>
            </a:endParaRPr>
          </a:p>
          <a:p>
            <a:pPr>
              <a:lnSpc>
                <a:spcPts val="2900"/>
              </a:lnSpc>
              <a:buFont typeface="Wingdings" pitchFamily="2" charset="2"/>
              <a:buNone/>
            </a:pPr>
            <a:r>
              <a:rPr lang="en-US" altLang="zh-CN" sz="2800" dirty="0" smtClean="0">
                <a:latin typeface="Times New Roman" pitchFamily="18" charset="0"/>
                <a:cs typeface="Times New Roman" pitchFamily="18" charset="0"/>
              </a:rPr>
              <a:t>   </a:t>
            </a:r>
            <a:r>
              <a:rPr lang="en-US" altLang="zh-CN" sz="2800" dirty="0" err="1" smtClean="0">
                <a:latin typeface="Times New Roman" pitchFamily="18" charset="0"/>
                <a:cs typeface="Times New Roman" pitchFamily="18" charset="0"/>
              </a:rPr>
              <a:t>printf</a:t>
            </a:r>
            <a:r>
              <a:rPr lang="en-US" altLang="zh-CN" sz="2800" dirty="0" smtClean="0">
                <a:latin typeface="Times New Roman" pitchFamily="18" charset="0"/>
                <a:cs typeface="Times New Roman" pitchFamily="18" charset="0"/>
              </a:rPr>
              <a:t>("string b is:");</a:t>
            </a:r>
            <a:endParaRPr lang="zh-CN" altLang="zh-CN" sz="2800" dirty="0" smtClean="0">
              <a:latin typeface="Times New Roman" pitchFamily="18" charset="0"/>
              <a:cs typeface="Times New Roman" pitchFamily="18" charset="0"/>
            </a:endParaRPr>
          </a:p>
          <a:p>
            <a:pPr>
              <a:lnSpc>
                <a:spcPts val="2900"/>
              </a:lnSpc>
              <a:buFont typeface="Wingdings" pitchFamily="2" charset="2"/>
              <a:buNone/>
            </a:pPr>
            <a:r>
              <a:rPr lang="en-US" altLang="zh-CN" sz="2800" dirty="0" smtClean="0">
                <a:latin typeface="Times New Roman" pitchFamily="18" charset="0"/>
                <a:cs typeface="Times New Roman" pitchFamily="18" charset="0"/>
              </a:rPr>
              <a:t>   for(i=0;b[i]!='\0';i++)</a:t>
            </a:r>
            <a:endParaRPr lang="zh-CN" altLang="zh-CN" sz="2800" dirty="0" smtClean="0">
              <a:latin typeface="Times New Roman" pitchFamily="18" charset="0"/>
              <a:cs typeface="Times New Roman" pitchFamily="18" charset="0"/>
            </a:endParaRPr>
          </a:p>
          <a:p>
            <a:pPr>
              <a:lnSpc>
                <a:spcPts val="2900"/>
              </a:lnSpc>
              <a:buFont typeface="Wingdings" pitchFamily="2" charset="2"/>
              <a:buNone/>
            </a:pPr>
            <a:r>
              <a:rPr lang="en-US" altLang="zh-CN" sz="2800" dirty="0" smtClean="0">
                <a:latin typeface="Times New Roman" pitchFamily="18" charset="0"/>
                <a:cs typeface="Times New Roman" pitchFamily="18" charset="0"/>
              </a:rPr>
              <a:t>        </a:t>
            </a:r>
            <a:r>
              <a:rPr lang="en-US" altLang="zh-CN" sz="2800" dirty="0" err="1" smtClean="0">
                <a:latin typeface="Times New Roman" pitchFamily="18" charset="0"/>
                <a:cs typeface="Times New Roman" pitchFamily="18" charset="0"/>
              </a:rPr>
              <a:t>printf</a:t>
            </a:r>
            <a:r>
              <a:rPr lang="en-US" altLang="zh-CN" sz="2800" dirty="0" smtClean="0">
                <a:latin typeface="Times New Roman" pitchFamily="18" charset="0"/>
                <a:cs typeface="Times New Roman" pitchFamily="18" charset="0"/>
              </a:rPr>
              <a:t>(“%</a:t>
            </a:r>
            <a:r>
              <a:rPr lang="en-US" altLang="zh-CN" sz="2800" dirty="0" err="1" smtClean="0">
                <a:latin typeface="Times New Roman" pitchFamily="18" charset="0"/>
                <a:cs typeface="Times New Roman" pitchFamily="18" charset="0"/>
              </a:rPr>
              <a:t>c”,b</a:t>
            </a:r>
            <a:r>
              <a:rPr lang="en-US" altLang="zh-CN" sz="2800" dirty="0" smtClean="0">
                <a:latin typeface="Times New Roman" pitchFamily="18" charset="0"/>
                <a:cs typeface="Times New Roman" pitchFamily="18" charset="0"/>
              </a:rPr>
              <a:t>[i]); </a:t>
            </a:r>
            <a:endParaRPr lang="zh-CN" altLang="zh-CN" sz="2800" dirty="0" smtClean="0">
              <a:latin typeface="Times New Roman" pitchFamily="18" charset="0"/>
              <a:cs typeface="Times New Roman" pitchFamily="18" charset="0"/>
            </a:endParaRPr>
          </a:p>
          <a:p>
            <a:pPr>
              <a:lnSpc>
                <a:spcPts val="2900"/>
              </a:lnSpc>
              <a:buFont typeface="Wingdings" pitchFamily="2" charset="2"/>
              <a:buNone/>
            </a:pPr>
            <a:r>
              <a:rPr lang="en-US" altLang="zh-CN" sz="2800" dirty="0" smtClean="0">
                <a:latin typeface="Times New Roman" pitchFamily="18" charset="0"/>
                <a:cs typeface="Times New Roman" pitchFamily="18" charset="0"/>
              </a:rPr>
              <a:t>   </a:t>
            </a:r>
            <a:r>
              <a:rPr lang="en-US" altLang="zh-CN" sz="2800" dirty="0" err="1" smtClean="0">
                <a:latin typeface="Times New Roman" pitchFamily="18" charset="0"/>
                <a:cs typeface="Times New Roman" pitchFamily="18" charset="0"/>
              </a:rPr>
              <a:t>printf</a:t>
            </a:r>
            <a:r>
              <a:rPr lang="en-US" altLang="zh-CN" sz="2800" dirty="0" smtClean="0">
                <a:latin typeface="Times New Roman" pitchFamily="18" charset="0"/>
                <a:cs typeface="Times New Roman" pitchFamily="18" charset="0"/>
              </a:rPr>
              <a:t>("\n");</a:t>
            </a:r>
            <a:endParaRPr lang="zh-CN" altLang="zh-CN" sz="2800" dirty="0" smtClean="0">
              <a:latin typeface="Times New Roman" pitchFamily="18" charset="0"/>
              <a:cs typeface="Times New Roman" pitchFamily="18" charset="0"/>
            </a:endParaRPr>
          </a:p>
          <a:p>
            <a:pPr>
              <a:lnSpc>
                <a:spcPts val="2900"/>
              </a:lnSpc>
              <a:buFont typeface="Wingdings" pitchFamily="2" charset="2"/>
              <a:buNone/>
            </a:pPr>
            <a:r>
              <a:rPr lang="en-US" altLang="zh-CN" sz="2800" dirty="0" smtClean="0">
                <a:latin typeface="Times New Roman" pitchFamily="18" charset="0"/>
                <a:cs typeface="Times New Roman" pitchFamily="18" charset="0"/>
              </a:rPr>
              <a:t>   return 0;</a:t>
            </a:r>
            <a:endParaRPr lang="zh-CN" altLang="zh-CN" sz="2800" dirty="0" smtClean="0">
              <a:latin typeface="Times New Roman" pitchFamily="18" charset="0"/>
              <a:cs typeface="Times New Roman" pitchFamily="18" charset="0"/>
            </a:endParaRPr>
          </a:p>
          <a:p>
            <a:pPr>
              <a:lnSpc>
                <a:spcPts val="2900"/>
              </a:lnSpc>
              <a:buFont typeface="Wingdings" pitchFamily="2" charset="2"/>
              <a:buNone/>
            </a:pPr>
            <a:r>
              <a:rPr lang="en-US" altLang="zh-CN" sz="2800" dirty="0" smtClean="0">
                <a:latin typeface="Times New Roman" pitchFamily="18" charset="0"/>
                <a:cs typeface="Times New Roman" pitchFamily="18" charset="0"/>
              </a:rPr>
              <a:t>}</a:t>
            </a:r>
            <a:endParaRPr lang="zh-CN" altLang="en-US" sz="2800" dirty="0" smtClean="0">
              <a:latin typeface="Times New Roman" pitchFamily="18" charset="0"/>
              <a:cs typeface="Times New Roman" pitchFamily="18" charset="0"/>
            </a:endParaRPr>
          </a:p>
        </p:txBody>
      </p:sp>
      <p:pic>
        <p:nvPicPr>
          <p:cNvPr id="259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43188" y="5786438"/>
            <a:ext cx="5730875"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圆角矩形标注 3"/>
          <p:cNvSpPr/>
          <p:nvPr/>
        </p:nvSpPr>
        <p:spPr bwMode="auto">
          <a:xfrm>
            <a:off x="3887416" y="3571875"/>
            <a:ext cx="5256584" cy="714375"/>
          </a:xfrm>
          <a:prstGeom prst="wedgeRoundRectCallout">
            <a:avLst>
              <a:gd name="adj1" fmla="val -48042"/>
              <a:gd name="adj2" fmla="val 133164"/>
              <a:gd name="adj3" fmla="val 16667"/>
            </a:avLst>
          </a:prstGeom>
          <a:solidFill>
            <a:srgbClr val="FFFFCC"/>
          </a:solidFill>
          <a:ln w="9525" cap="flat" cmpd="sng" algn="ctr">
            <a:solidFill>
              <a:schemeClr val="tx1"/>
            </a:solidFill>
            <a:prstDash val="solid"/>
            <a:miter lim="800000"/>
            <a:headEnd type="none" w="med" len="med"/>
            <a:tailEnd type="none" w="med" len="med"/>
          </a:ln>
          <a:effectLst/>
        </p:spPr>
        <p:txBody>
          <a:bodyPr/>
          <a:lstStyle/>
          <a:p>
            <a:pPr algn="ctr">
              <a:defRPr/>
            </a:pPr>
            <a:r>
              <a:rPr lang="en-US" altLang="zh-CN" sz="2800" b="1" dirty="0" err="1">
                <a:solidFill>
                  <a:srgbClr val="0000CC"/>
                </a:solidFill>
                <a:latin typeface="Times New Roman" pitchFamily="18" charset="0"/>
                <a:ea typeface="+mn-ea"/>
                <a:cs typeface="Times New Roman" pitchFamily="18" charset="0"/>
              </a:rPr>
              <a:t>printf</a:t>
            </a:r>
            <a:r>
              <a:rPr lang="en-US" altLang="zh-CN" sz="2800" b="1" dirty="0">
                <a:solidFill>
                  <a:srgbClr val="0000CC"/>
                </a:solidFill>
                <a:latin typeface="Times New Roman" pitchFamily="18" charset="0"/>
                <a:ea typeface="+mn-ea"/>
                <a:cs typeface="Times New Roman" pitchFamily="18" charset="0"/>
              </a:rPr>
              <a:t>("string b is:%s\</a:t>
            </a:r>
            <a:r>
              <a:rPr lang="en-US" altLang="zh-CN" sz="2800" b="1" dirty="0" err="1">
                <a:solidFill>
                  <a:srgbClr val="0000CC"/>
                </a:solidFill>
                <a:latin typeface="Times New Roman" pitchFamily="18" charset="0"/>
                <a:ea typeface="+mn-ea"/>
                <a:cs typeface="Times New Roman" pitchFamily="18" charset="0"/>
              </a:rPr>
              <a:t>n“,b</a:t>
            </a:r>
            <a:r>
              <a:rPr lang="en-US" altLang="zh-CN" sz="2800" b="1" dirty="0">
                <a:solidFill>
                  <a:srgbClr val="0000CC"/>
                </a:solidFill>
                <a:latin typeface="Times New Roman" pitchFamily="18" charset="0"/>
                <a:ea typeface="+mn-ea"/>
                <a:cs typeface="Times New Roman" pitchFamily="18" charset="0"/>
              </a:rPr>
              <a:t>);  </a:t>
            </a:r>
          </a:p>
        </p:txBody>
      </p:sp>
      <p:sp>
        <p:nvSpPr>
          <p:cNvPr id="5" name="矩形 4"/>
          <p:cNvSpPr>
            <a:spLocks noChangeArrowheads="1"/>
          </p:cNvSpPr>
          <p:nvPr/>
        </p:nvSpPr>
        <p:spPr bwMode="auto">
          <a:xfrm>
            <a:off x="714375" y="3929063"/>
            <a:ext cx="3569593" cy="1785937"/>
          </a:xfrm>
          <a:prstGeom prst="rect">
            <a:avLst/>
          </a:prstGeom>
          <a:noFill/>
          <a:ln w="38100" algn="ctr">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solidFill>
                <a:srgbClr val="FF0000"/>
              </a:solidFill>
            </a:endParaRPr>
          </a:p>
        </p:txBody>
      </p:sp>
      <p:pic>
        <p:nvPicPr>
          <p:cNvPr id="112646" name="图片 5" descr="Untitled2.png">
            <a:hlinkClick r:id="rId3" action="ppaction://hlinksldjump"/>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8429625" y="6143625"/>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6"/>
          <p:cNvSpPr txBox="1">
            <a:spLocks noChangeArrowheads="1"/>
          </p:cNvSpPr>
          <p:nvPr/>
        </p:nvSpPr>
        <p:spPr bwMode="auto">
          <a:xfrm>
            <a:off x="3829843" y="2548381"/>
            <a:ext cx="3357563" cy="523875"/>
          </a:xfrm>
          <a:prstGeom prst="rect">
            <a:avLst/>
          </a:prstGeom>
          <a:noFill/>
          <a:ln w="9525">
            <a:noFill/>
            <a:miter lim="800000"/>
            <a:headEnd/>
            <a:tailEnd/>
          </a:ln>
        </p:spPr>
        <p:txBody>
          <a:bodyPr>
            <a:spAutoFit/>
          </a:bodyPr>
          <a:lstStyle/>
          <a:p>
            <a:pPr>
              <a:defRPr/>
            </a:pPr>
            <a:r>
              <a:rPr lang="zh-CN" altLang="en-US" sz="2800" dirty="0">
                <a:solidFill>
                  <a:srgbClr val="0000CC"/>
                </a:solidFill>
                <a:latin typeface="黑体" panose="02010609060101010101" pitchFamily="49" charset="-122"/>
                <a:ea typeface="黑体" panose="02010609060101010101" pitchFamily="49" charset="-122"/>
              </a:rPr>
              <a:t>相当于</a:t>
            </a:r>
            <a:r>
              <a:rPr lang="en-US" altLang="zh-CN" sz="2800" b="1" dirty="0">
                <a:solidFill>
                  <a:srgbClr val="0000CC"/>
                </a:solidFill>
                <a:latin typeface="+mn-lt"/>
                <a:ea typeface="+mn-ea"/>
              </a:rPr>
              <a:t>b[</a:t>
            </a:r>
            <a:r>
              <a:rPr lang="en-US" altLang="zh-CN" sz="2800" b="1" dirty="0" err="1">
                <a:solidFill>
                  <a:srgbClr val="0000CC"/>
                </a:solidFill>
                <a:latin typeface="+mn-lt"/>
                <a:ea typeface="+mn-ea"/>
              </a:rPr>
              <a:t>i</a:t>
            </a:r>
            <a:r>
              <a:rPr lang="en-US" altLang="zh-CN" sz="2800" b="1" dirty="0">
                <a:solidFill>
                  <a:srgbClr val="0000CC"/>
                </a:solidFill>
                <a:latin typeface="+mn-lt"/>
                <a:ea typeface="+mn-ea"/>
              </a:rPr>
              <a:t>]=a[</a:t>
            </a:r>
            <a:r>
              <a:rPr lang="en-US" altLang="zh-CN" sz="2800" b="1" dirty="0" err="1">
                <a:solidFill>
                  <a:srgbClr val="0000CC"/>
                </a:solidFill>
                <a:latin typeface="+mn-lt"/>
                <a:ea typeface="+mn-ea"/>
              </a:rPr>
              <a:t>i</a:t>
            </a:r>
            <a:r>
              <a:rPr lang="en-US" altLang="zh-CN" sz="2800" b="1" dirty="0">
                <a:solidFill>
                  <a:srgbClr val="0000CC"/>
                </a:solidFill>
                <a:latin typeface="+mn-lt"/>
                <a:ea typeface="+mn-ea"/>
              </a:rPr>
              <a:t>];</a:t>
            </a:r>
            <a:endParaRPr lang="zh-CN" altLang="en-US" sz="2800" b="1" dirty="0">
              <a:solidFill>
                <a:srgbClr val="0000CC"/>
              </a:solidFill>
              <a:latin typeface="+mn-lt"/>
              <a:ea typeface="+mn-ea"/>
            </a:endParaRPr>
          </a:p>
        </p:txBody>
      </p:sp>
    </p:spTree>
    <p:extLst>
      <p:ext uri="{BB962C8B-B14F-4D97-AF65-F5344CB8AC3E}">
        <p14:creationId xmlns:p14="http://schemas.microsoft.com/office/powerpoint/2010/main" val="24946331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blinds(horizontal)">
                                      <p:cBhvr>
                                        <p:cTn id="12" dur="500"/>
                                        <p:tgtEl>
                                          <p:spTgt spid="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259074"/>
                                        </p:tgtEl>
                                        <p:attrNameLst>
                                          <p:attrName>style.visibility</p:attrName>
                                        </p:attrNameLst>
                                      </p:cBhvr>
                                      <p:to>
                                        <p:strVal val="visible"/>
                                      </p:to>
                                    </p:set>
                                    <p:animEffect transition="in" filter="blinds(horizontal)">
                                      <p:cBhvr>
                                        <p:cTn id="17" dur="500"/>
                                        <p:tgtEl>
                                          <p:spTgt spid="259074"/>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8"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slide(fromLeft)">
                                      <p:cBhvr>
                                        <p:cTn id="2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pPr marL="0" indent="0">
              <a:lnSpc>
                <a:spcPct val="150000"/>
              </a:lnSpc>
              <a:spcBef>
                <a:spcPts val="0"/>
              </a:spcBef>
              <a:buFont typeface="Wingdings" pitchFamily="2" charset="2"/>
              <a:buNone/>
            </a:pPr>
            <a:r>
              <a:rPr lang="zh-CN" altLang="zh-CN" sz="2800" dirty="0" smtClean="0">
                <a:latin typeface="黑体" pitchFamily="49" charset="-122"/>
                <a:ea typeface="黑体" pitchFamily="49" charset="-122"/>
              </a:rPr>
              <a:t>例</a:t>
            </a:r>
            <a:r>
              <a:rPr lang="en-US" altLang="zh-CN" sz="2800" dirty="0" smtClean="0">
                <a:latin typeface="黑体" pitchFamily="49" charset="-122"/>
                <a:ea typeface="黑体" pitchFamily="49" charset="-122"/>
              </a:rPr>
              <a:t>8.19 </a:t>
            </a:r>
            <a:r>
              <a:rPr lang="zh-CN" altLang="zh-CN" sz="2800" dirty="0" smtClean="0">
                <a:latin typeface="黑体" pitchFamily="49" charset="-122"/>
                <a:ea typeface="黑体" pitchFamily="49" charset="-122"/>
              </a:rPr>
              <a:t>用指针变量来处理例</a:t>
            </a:r>
            <a:r>
              <a:rPr lang="en-US" altLang="zh-CN" sz="2800" dirty="0" smtClean="0">
                <a:latin typeface="黑体" pitchFamily="49" charset="-122"/>
                <a:ea typeface="黑体" pitchFamily="49" charset="-122"/>
              </a:rPr>
              <a:t>8.18</a:t>
            </a:r>
            <a:r>
              <a:rPr lang="zh-CN" altLang="zh-CN" sz="2800" dirty="0" smtClean="0">
                <a:latin typeface="黑体" pitchFamily="49" charset="-122"/>
                <a:ea typeface="黑体" pitchFamily="49" charset="-122"/>
              </a:rPr>
              <a:t>问题。</a:t>
            </a:r>
          </a:p>
          <a:p>
            <a:pPr marL="0" indent="0">
              <a:lnSpc>
                <a:spcPct val="150000"/>
              </a:lnSpc>
              <a:spcBef>
                <a:spcPts val="0"/>
              </a:spcBef>
              <a:buFont typeface="Wingdings" pitchFamily="2" charset="2"/>
              <a:buChar char="Ø"/>
            </a:pPr>
            <a:r>
              <a:rPr lang="zh-CN" altLang="zh-CN" sz="2800" dirty="0" smtClean="0">
                <a:latin typeface="黑体" pitchFamily="49" charset="-122"/>
                <a:ea typeface="黑体" pitchFamily="49" charset="-122"/>
              </a:rPr>
              <a:t>解题思路：定义两个指针变量</a:t>
            </a:r>
            <a:r>
              <a:rPr lang="en-US" altLang="zh-CN" sz="2800" dirty="0" smtClean="0">
                <a:latin typeface="黑体" pitchFamily="49" charset="-122"/>
                <a:ea typeface="黑体" pitchFamily="49" charset="-122"/>
              </a:rPr>
              <a:t>p1</a:t>
            </a:r>
            <a:r>
              <a:rPr lang="zh-CN" altLang="zh-CN" sz="2800" dirty="0" smtClean="0">
                <a:latin typeface="黑体" pitchFamily="49" charset="-122"/>
                <a:ea typeface="黑体" pitchFamily="49" charset="-122"/>
              </a:rPr>
              <a:t>和</a:t>
            </a:r>
            <a:r>
              <a:rPr lang="en-US" altLang="zh-CN" sz="2800" dirty="0" smtClean="0">
                <a:latin typeface="黑体" pitchFamily="49" charset="-122"/>
                <a:ea typeface="黑体" pitchFamily="49" charset="-122"/>
              </a:rPr>
              <a:t>p2</a:t>
            </a:r>
            <a:r>
              <a:rPr lang="zh-CN" altLang="zh-CN" sz="2800" dirty="0" smtClean="0">
                <a:latin typeface="黑体" pitchFamily="49" charset="-122"/>
                <a:ea typeface="黑体" pitchFamily="49" charset="-122"/>
              </a:rPr>
              <a:t>，分别指向字符数组</a:t>
            </a:r>
            <a:r>
              <a:rPr lang="en-US" altLang="zh-CN" sz="2800" dirty="0" smtClean="0">
                <a:latin typeface="黑体" pitchFamily="49" charset="-122"/>
                <a:ea typeface="黑体" pitchFamily="49" charset="-122"/>
              </a:rPr>
              <a:t>a</a:t>
            </a:r>
            <a:r>
              <a:rPr lang="zh-CN" altLang="zh-CN" sz="2800" dirty="0" smtClean="0">
                <a:latin typeface="黑体" pitchFamily="49" charset="-122"/>
                <a:ea typeface="黑体" pitchFamily="49" charset="-122"/>
              </a:rPr>
              <a:t>和</a:t>
            </a:r>
            <a:r>
              <a:rPr lang="en-US" altLang="zh-CN" sz="2800" dirty="0" smtClean="0">
                <a:latin typeface="黑体" pitchFamily="49" charset="-122"/>
                <a:ea typeface="黑体" pitchFamily="49" charset="-122"/>
              </a:rPr>
              <a:t>b</a:t>
            </a:r>
            <a:r>
              <a:rPr lang="zh-CN" altLang="zh-CN" sz="2800" dirty="0" smtClean="0">
                <a:latin typeface="黑体" pitchFamily="49" charset="-122"/>
                <a:ea typeface="黑体" pitchFamily="49" charset="-122"/>
              </a:rPr>
              <a:t>。</a:t>
            </a:r>
            <a:r>
              <a:rPr lang="zh-CN" altLang="zh-CN" sz="2800" dirty="0" smtClean="0">
                <a:solidFill>
                  <a:srgbClr val="0000FF"/>
                </a:solidFill>
                <a:latin typeface="黑体" pitchFamily="49" charset="-122"/>
                <a:ea typeface="黑体" pitchFamily="49" charset="-122"/>
              </a:rPr>
              <a:t>改变指针变量</a:t>
            </a:r>
            <a:r>
              <a:rPr lang="en-US" altLang="zh-CN" sz="2800" dirty="0" smtClean="0">
                <a:solidFill>
                  <a:srgbClr val="0000FF"/>
                </a:solidFill>
                <a:latin typeface="黑体" pitchFamily="49" charset="-122"/>
                <a:ea typeface="黑体" pitchFamily="49" charset="-122"/>
              </a:rPr>
              <a:t>p1</a:t>
            </a:r>
            <a:r>
              <a:rPr lang="zh-CN" altLang="zh-CN" sz="2800" dirty="0" smtClean="0">
                <a:solidFill>
                  <a:srgbClr val="0000FF"/>
                </a:solidFill>
                <a:latin typeface="黑体" pitchFamily="49" charset="-122"/>
                <a:ea typeface="黑体" pitchFamily="49" charset="-122"/>
              </a:rPr>
              <a:t>和</a:t>
            </a:r>
            <a:r>
              <a:rPr lang="en-US" altLang="zh-CN" sz="2800" dirty="0" smtClean="0">
                <a:solidFill>
                  <a:srgbClr val="0000FF"/>
                </a:solidFill>
                <a:latin typeface="黑体" pitchFamily="49" charset="-122"/>
                <a:ea typeface="黑体" pitchFamily="49" charset="-122"/>
              </a:rPr>
              <a:t>p2</a:t>
            </a:r>
            <a:r>
              <a:rPr lang="zh-CN" altLang="zh-CN" sz="2800" dirty="0" smtClean="0">
                <a:solidFill>
                  <a:srgbClr val="0000FF"/>
                </a:solidFill>
                <a:latin typeface="黑体" pitchFamily="49" charset="-122"/>
                <a:ea typeface="黑体" pitchFamily="49" charset="-122"/>
              </a:rPr>
              <a:t>的值</a:t>
            </a:r>
            <a:r>
              <a:rPr lang="zh-CN" altLang="zh-CN" sz="2800" dirty="0" smtClean="0">
                <a:latin typeface="黑体" pitchFamily="49" charset="-122"/>
                <a:ea typeface="黑体" pitchFamily="49" charset="-122"/>
              </a:rPr>
              <a:t>，使它们顺序指向数组中的各元素，进行对应元素的复制。</a:t>
            </a:r>
            <a:endParaRPr lang="zh-CN" altLang="en-US" sz="2800" dirty="0" smtClean="0">
              <a:latin typeface="黑体" pitchFamily="49" charset="-122"/>
              <a:ea typeface="黑体" pitchFamily="49" charset="-122"/>
            </a:endParaRPr>
          </a:p>
        </p:txBody>
      </p:sp>
      <p:pic>
        <p:nvPicPr>
          <p:cNvPr id="113667" name="图片 3" descr="Untitled2.png">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429625" y="6143625"/>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6334625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linds(horizontal)">
                                      <p:cBhvr>
                                        <p:cTn id="7"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5539" name="Rectangle 7"/>
          <p:cNvSpPr>
            <a:spLocks noGrp="1" noChangeArrowheads="1"/>
          </p:cNvSpPr>
          <p:nvPr>
            <p:ph type="body" sz="half" idx="1"/>
          </p:nvPr>
        </p:nvSpPr>
        <p:spPr>
          <a:xfrm>
            <a:off x="262341" y="420787"/>
            <a:ext cx="8429625" cy="5715000"/>
          </a:xfrm>
        </p:spPr>
        <p:txBody>
          <a:bodyPr/>
          <a:lstStyle/>
          <a:p>
            <a:pPr marL="0" indent="0">
              <a:lnSpc>
                <a:spcPct val="150000"/>
              </a:lnSpc>
              <a:spcBef>
                <a:spcPct val="0"/>
              </a:spcBef>
            </a:pPr>
            <a:r>
              <a:rPr lang="zh-CN" altLang="zh-CN" dirty="0" smtClean="0">
                <a:latin typeface="黑体" pitchFamily="2" charset="-122"/>
                <a:ea typeface="黑体" pitchFamily="2" charset="-122"/>
              </a:rPr>
              <a:t>编程思路：</a:t>
            </a:r>
            <a:endParaRPr lang="en-US" altLang="zh-CN" dirty="0" smtClean="0">
              <a:latin typeface="黑体" pitchFamily="2" charset="-122"/>
              <a:ea typeface="黑体" pitchFamily="2" charset="-122"/>
            </a:endParaRPr>
          </a:p>
          <a:p>
            <a:pPr marL="0" lvl="1" indent="0">
              <a:lnSpc>
                <a:spcPct val="150000"/>
              </a:lnSpc>
              <a:spcBef>
                <a:spcPct val="0"/>
              </a:spcBef>
              <a:buFont typeface="Wingdings" pitchFamily="2" charset="2"/>
              <a:buNone/>
            </a:pPr>
            <a:r>
              <a:rPr lang="en-US" altLang="zh-CN" sz="2400" dirty="0" smtClean="0">
                <a:latin typeface="黑体" pitchFamily="2" charset="-122"/>
                <a:ea typeface="黑体" pitchFamily="2" charset="-122"/>
              </a:rPr>
              <a:t>(1)</a:t>
            </a:r>
            <a:r>
              <a:rPr lang="zh-CN" altLang="en-US" sz="2400" dirty="0" smtClean="0">
                <a:latin typeface="黑体" pitchFamily="2" charset="-122"/>
                <a:ea typeface="黑体" pitchFamily="2" charset="-122"/>
              </a:rPr>
              <a:t>使</a:t>
            </a:r>
            <a:r>
              <a:rPr lang="zh-CN" altLang="zh-CN" sz="2400" dirty="0" smtClean="0">
                <a:latin typeface="黑体" pitchFamily="2" charset="-122"/>
                <a:ea typeface="黑体" pitchFamily="2" charset="-122"/>
              </a:rPr>
              <a:t>两个指针</a:t>
            </a:r>
            <a:r>
              <a:rPr lang="en-US" altLang="zh-CN" sz="2400" dirty="0" smtClean="0">
                <a:latin typeface="黑体" pitchFamily="2" charset="-122"/>
                <a:ea typeface="黑体" pitchFamily="2" charset="-122"/>
              </a:rPr>
              <a:t>p1</a:t>
            </a:r>
            <a:r>
              <a:rPr lang="zh-CN" altLang="zh-CN" sz="2400" dirty="0" smtClean="0">
                <a:latin typeface="黑体" pitchFamily="2" charset="-122"/>
                <a:ea typeface="黑体" pitchFamily="2" charset="-122"/>
              </a:rPr>
              <a:t>和</a:t>
            </a:r>
            <a:r>
              <a:rPr lang="en-US" altLang="zh-CN" sz="2400" dirty="0" smtClean="0">
                <a:latin typeface="黑体" pitchFamily="2" charset="-122"/>
                <a:ea typeface="黑体" pitchFamily="2" charset="-122"/>
              </a:rPr>
              <a:t>p2</a:t>
            </a:r>
            <a:r>
              <a:rPr lang="zh-CN" altLang="zh-CN" sz="2400" dirty="0" smtClean="0">
                <a:latin typeface="黑体" pitchFamily="2" charset="-122"/>
                <a:ea typeface="黑体" pitchFamily="2" charset="-122"/>
              </a:rPr>
              <a:t>分别指向字符串</a:t>
            </a:r>
            <a:r>
              <a:rPr lang="en-US" altLang="zh-CN" sz="2400" dirty="0" smtClean="0">
                <a:latin typeface="黑体" pitchFamily="2" charset="-122"/>
                <a:ea typeface="黑体" pitchFamily="2" charset="-122"/>
              </a:rPr>
              <a:t>a</a:t>
            </a:r>
            <a:r>
              <a:rPr lang="zh-CN" altLang="zh-CN" sz="2400" dirty="0" smtClean="0">
                <a:latin typeface="黑体" pitchFamily="2" charset="-122"/>
                <a:ea typeface="黑体" pitchFamily="2" charset="-122"/>
              </a:rPr>
              <a:t>和</a:t>
            </a:r>
            <a:r>
              <a:rPr lang="en-US" altLang="zh-CN" sz="2400" dirty="0" smtClean="0">
                <a:latin typeface="黑体" pitchFamily="2" charset="-122"/>
                <a:ea typeface="黑体" pitchFamily="2" charset="-122"/>
              </a:rPr>
              <a:t>b</a:t>
            </a:r>
          </a:p>
          <a:p>
            <a:pPr marL="0" lvl="1" indent="0">
              <a:lnSpc>
                <a:spcPct val="150000"/>
              </a:lnSpc>
              <a:spcBef>
                <a:spcPct val="0"/>
              </a:spcBef>
              <a:buFont typeface="Wingdings" pitchFamily="2" charset="2"/>
              <a:buNone/>
            </a:pPr>
            <a:r>
              <a:rPr lang="en-US" altLang="zh-CN" sz="2400" dirty="0" smtClean="0">
                <a:latin typeface="黑体" pitchFamily="2" charset="-122"/>
                <a:ea typeface="黑体" pitchFamily="2" charset="-122"/>
              </a:rPr>
              <a:t>(2)</a:t>
            </a:r>
            <a:r>
              <a:rPr lang="zh-CN" altLang="zh-CN" sz="2400" dirty="0" smtClean="0">
                <a:latin typeface="黑体" pitchFamily="2" charset="-122"/>
                <a:ea typeface="黑体" pitchFamily="2" charset="-122"/>
              </a:rPr>
              <a:t>将</a:t>
            </a:r>
            <a:r>
              <a:rPr lang="en-US" altLang="zh-CN" sz="2400" dirty="0" smtClean="0">
                <a:latin typeface="黑体" pitchFamily="2" charset="-122"/>
                <a:ea typeface="黑体" pitchFamily="2" charset="-122"/>
              </a:rPr>
              <a:t>*p1</a:t>
            </a:r>
            <a:r>
              <a:rPr lang="zh-CN" altLang="zh-CN" sz="2400" dirty="0" smtClean="0">
                <a:latin typeface="黑体" pitchFamily="2" charset="-122"/>
                <a:ea typeface="黑体" pitchFamily="2" charset="-122"/>
              </a:rPr>
              <a:t>复制到</a:t>
            </a:r>
            <a:r>
              <a:rPr lang="en-US" altLang="zh-CN" sz="2400" dirty="0" smtClean="0">
                <a:latin typeface="黑体" pitchFamily="2" charset="-122"/>
                <a:ea typeface="黑体" pitchFamily="2" charset="-122"/>
              </a:rPr>
              <a:t>*p2</a:t>
            </a:r>
            <a:r>
              <a:rPr lang="zh-CN" altLang="en-US" sz="2400" dirty="0" smtClean="0">
                <a:latin typeface="黑体" pitchFamily="2" charset="-122"/>
                <a:ea typeface="黑体" pitchFamily="2" charset="-122"/>
              </a:rPr>
              <a:t>中</a:t>
            </a:r>
            <a:endParaRPr lang="en-US" altLang="zh-CN" sz="2400" dirty="0" smtClean="0">
              <a:latin typeface="黑体" pitchFamily="2" charset="-122"/>
              <a:ea typeface="黑体" pitchFamily="2" charset="-122"/>
            </a:endParaRPr>
          </a:p>
        </p:txBody>
      </p:sp>
      <p:pic>
        <p:nvPicPr>
          <p:cNvPr id="96259" name="图片 6" descr="Untitled2.png">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459788" y="6237288"/>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矩形 3"/>
          <p:cNvSpPr>
            <a:spLocks noChangeArrowheads="1"/>
          </p:cNvSpPr>
          <p:nvPr/>
        </p:nvSpPr>
        <p:spPr bwMode="auto">
          <a:xfrm>
            <a:off x="2000250" y="3278287"/>
            <a:ext cx="7000875" cy="2143125"/>
          </a:xfrm>
          <a:prstGeom prst="rect">
            <a:avLst/>
          </a:prstGeom>
          <a:solidFill>
            <a:srgbClr val="FFFFCC"/>
          </a:solidFill>
          <a:ln w="9525" algn="ctr">
            <a:solidFill>
              <a:schemeClr val="tx1"/>
            </a:solidFill>
            <a:miter lim="800000"/>
            <a:headEnd/>
            <a:tailEnd/>
          </a:ln>
        </p:spPr>
        <p:txBody>
          <a:bodyPr wrap="none"/>
          <a:lstStyle/>
          <a:p>
            <a:endParaRPr lang="zh-CN" altLang="en-US"/>
          </a:p>
        </p:txBody>
      </p:sp>
      <p:graphicFrame>
        <p:nvGraphicFramePr>
          <p:cNvPr id="5" name="表格 4"/>
          <p:cNvGraphicFramePr>
            <a:graphicFrameLocks noGrp="1"/>
          </p:cNvGraphicFramePr>
          <p:nvPr>
            <p:extLst>
              <p:ext uri="{D42A27DB-BD31-4B8C-83A1-F6EECF244321}">
                <p14:modId xmlns:p14="http://schemas.microsoft.com/office/powerpoint/2010/main" val="785197341"/>
              </p:ext>
            </p:extLst>
          </p:nvPr>
        </p:nvGraphicFramePr>
        <p:xfrm>
          <a:off x="2500313" y="3689449"/>
          <a:ext cx="6072190" cy="517662"/>
        </p:xfrm>
        <a:graphic>
          <a:graphicData uri="http://schemas.openxmlformats.org/drawingml/2006/table">
            <a:tbl>
              <a:tblPr firstRow="1" bandRow="1">
                <a:tableStyleId>{5C22544A-7EE6-4342-B048-85BDC9FD1C3A}</a:tableStyleId>
              </a:tblPr>
              <a:tblGrid>
                <a:gridCol w="482204"/>
                <a:gridCol w="482204"/>
                <a:gridCol w="482204"/>
                <a:gridCol w="482204"/>
                <a:gridCol w="482204"/>
                <a:gridCol w="482204"/>
                <a:gridCol w="482204"/>
                <a:gridCol w="482204"/>
                <a:gridCol w="482204"/>
                <a:gridCol w="482204"/>
                <a:gridCol w="482204"/>
                <a:gridCol w="767946"/>
              </a:tblGrid>
              <a:tr h="517525">
                <a:tc>
                  <a:txBody>
                    <a:bodyPr/>
                    <a:lstStyle/>
                    <a:p>
                      <a:pPr algn="ctr"/>
                      <a:r>
                        <a:rPr lang="en-US" altLang="zh-CN" sz="2800" dirty="0" smtClean="0">
                          <a:solidFill>
                            <a:srgbClr val="0000CC"/>
                          </a:solidFill>
                        </a:rPr>
                        <a:t>I</a:t>
                      </a: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2800" dirty="0" smtClean="0">
                          <a:solidFill>
                            <a:srgbClr val="0000CC"/>
                          </a:solidFill>
                        </a:rPr>
                        <a:t>a</a:t>
                      </a: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2800" dirty="0" smtClean="0">
                          <a:solidFill>
                            <a:srgbClr val="0000CC"/>
                          </a:solidFill>
                        </a:rPr>
                        <a:t>m</a:t>
                      </a: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2800" dirty="0" smtClean="0">
                          <a:solidFill>
                            <a:srgbClr val="0000CC"/>
                          </a:solidFill>
                        </a:rPr>
                        <a:t>a</a:t>
                      </a: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2800" dirty="0" smtClean="0">
                          <a:solidFill>
                            <a:srgbClr val="0000CC"/>
                          </a:solidFill>
                        </a:rPr>
                        <a:t>b</a:t>
                      </a: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2800" dirty="0" smtClean="0">
                          <a:solidFill>
                            <a:srgbClr val="0000CC"/>
                          </a:solidFill>
                        </a:rPr>
                        <a:t>o</a:t>
                      </a: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2800" dirty="0" smtClean="0">
                          <a:solidFill>
                            <a:srgbClr val="0000CC"/>
                          </a:solidFill>
                        </a:rPr>
                        <a:t>y</a:t>
                      </a: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2800" dirty="0" smtClean="0">
                          <a:solidFill>
                            <a:srgbClr val="0000CC"/>
                          </a:solidFill>
                        </a:rPr>
                        <a:t>.</a:t>
                      </a: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2800" dirty="0" smtClean="0">
                          <a:solidFill>
                            <a:srgbClr val="0000CC"/>
                          </a:solidFill>
                        </a:rPr>
                        <a:t>\0</a:t>
                      </a: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r>
            </a:tbl>
          </a:graphicData>
        </a:graphic>
      </p:graphicFrame>
      <p:cxnSp>
        <p:nvCxnSpPr>
          <p:cNvPr id="6" name="直接箭头连接符 29"/>
          <p:cNvCxnSpPr>
            <a:cxnSpLocks noChangeShapeType="1"/>
          </p:cNvCxnSpPr>
          <p:nvPr/>
        </p:nvCxnSpPr>
        <p:spPr bwMode="auto">
          <a:xfrm rot="5400000">
            <a:off x="2501106" y="3491806"/>
            <a:ext cx="428625" cy="1588"/>
          </a:xfrm>
          <a:prstGeom prst="straightConnector1">
            <a:avLst/>
          </a:prstGeom>
          <a:noFill/>
          <a:ln w="38100" algn="ctr">
            <a:solidFill>
              <a:srgbClr val="FF0000"/>
            </a:solidFill>
            <a:miter lim="800000"/>
            <a:headEnd/>
            <a:tailEnd type="arrow" w="med" len="med"/>
          </a:ln>
          <a:extLst>
            <a:ext uri="{909E8E84-426E-40DD-AFC4-6F175D3DCCD1}">
              <a14:hiddenFill xmlns:a14="http://schemas.microsoft.com/office/drawing/2010/main">
                <a:noFill/>
              </a14:hiddenFill>
            </a:ext>
          </a:extLst>
        </p:spPr>
      </p:cxnSp>
      <p:sp>
        <p:nvSpPr>
          <p:cNvPr id="8" name="TextBox 7"/>
          <p:cNvSpPr txBox="1">
            <a:spLocks noChangeArrowheads="1"/>
          </p:cNvSpPr>
          <p:nvPr/>
        </p:nvSpPr>
        <p:spPr bwMode="auto">
          <a:xfrm>
            <a:off x="2071688" y="3183037"/>
            <a:ext cx="714375" cy="523875"/>
          </a:xfrm>
          <a:prstGeom prst="rect">
            <a:avLst/>
          </a:prstGeom>
          <a:noFill/>
          <a:ln w="9525">
            <a:noFill/>
            <a:miter lim="800000"/>
            <a:headEnd/>
            <a:tailEnd/>
          </a:ln>
        </p:spPr>
        <p:txBody>
          <a:bodyPr>
            <a:spAutoFit/>
          </a:bodyPr>
          <a:lstStyle/>
          <a:p>
            <a:pPr>
              <a:defRPr/>
            </a:pPr>
            <a:r>
              <a:rPr lang="en-US" altLang="zh-CN" sz="2800" b="1" dirty="0">
                <a:solidFill>
                  <a:srgbClr val="FF3300"/>
                </a:solidFill>
                <a:latin typeface="+mn-lt"/>
                <a:ea typeface="+mn-ea"/>
              </a:rPr>
              <a:t>p1</a:t>
            </a:r>
            <a:endParaRPr lang="zh-CN" altLang="en-US" sz="2800" b="1" dirty="0">
              <a:solidFill>
                <a:srgbClr val="FF3300"/>
              </a:solidFill>
              <a:latin typeface="+mn-lt"/>
              <a:ea typeface="+mn-ea"/>
            </a:endParaRPr>
          </a:p>
        </p:txBody>
      </p:sp>
      <p:sp>
        <p:nvSpPr>
          <p:cNvPr id="9" name="TextBox 8"/>
          <p:cNvSpPr txBox="1">
            <a:spLocks noChangeArrowheads="1"/>
          </p:cNvSpPr>
          <p:nvPr/>
        </p:nvSpPr>
        <p:spPr bwMode="auto">
          <a:xfrm>
            <a:off x="2071688" y="3635474"/>
            <a:ext cx="428625" cy="523875"/>
          </a:xfrm>
          <a:prstGeom prst="rect">
            <a:avLst/>
          </a:prstGeom>
          <a:noFill/>
          <a:ln w="9525">
            <a:noFill/>
            <a:miter lim="800000"/>
            <a:headEnd/>
            <a:tailEnd/>
          </a:ln>
        </p:spPr>
        <p:txBody>
          <a:bodyPr>
            <a:spAutoFit/>
          </a:bodyPr>
          <a:lstStyle/>
          <a:p>
            <a:pPr>
              <a:defRPr/>
            </a:pPr>
            <a:r>
              <a:rPr lang="en-US" altLang="zh-CN" sz="2800" b="1" dirty="0">
                <a:solidFill>
                  <a:srgbClr val="0000CC"/>
                </a:solidFill>
                <a:latin typeface="+mn-lt"/>
                <a:ea typeface="+mn-ea"/>
              </a:rPr>
              <a:t>a</a:t>
            </a:r>
            <a:endParaRPr lang="zh-CN" altLang="en-US" sz="2800" b="1" dirty="0">
              <a:solidFill>
                <a:srgbClr val="0000CC"/>
              </a:solidFill>
              <a:latin typeface="+mn-lt"/>
              <a:ea typeface="+mn-ea"/>
            </a:endParaRPr>
          </a:p>
        </p:txBody>
      </p:sp>
      <p:graphicFrame>
        <p:nvGraphicFramePr>
          <p:cNvPr id="10" name="表格 9"/>
          <p:cNvGraphicFramePr>
            <a:graphicFrameLocks noGrp="1"/>
          </p:cNvGraphicFramePr>
          <p:nvPr>
            <p:extLst>
              <p:ext uri="{D42A27DB-BD31-4B8C-83A1-F6EECF244321}">
                <p14:modId xmlns:p14="http://schemas.microsoft.com/office/powerpoint/2010/main" val="1416496372"/>
              </p:ext>
            </p:extLst>
          </p:nvPr>
        </p:nvGraphicFramePr>
        <p:xfrm>
          <a:off x="2500313" y="4492724"/>
          <a:ext cx="6072190" cy="517662"/>
        </p:xfrm>
        <a:graphic>
          <a:graphicData uri="http://schemas.openxmlformats.org/drawingml/2006/table">
            <a:tbl>
              <a:tblPr firstRow="1" bandRow="1">
                <a:tableStyleId>{5C22544A-7EE6-4342-B048-85BDC9FD1C3A}</a:tableStyleId>
              </a:tblPr>
              <a:tblGrid>
                <a:gridCol w="482204"/>
                <a:gridCol w="482204"/>
                <a:gridCol w="482204"/>
                <a:gridCol w="482204"/>
                <a:gridCol w="482204"/>
                <a:gridCol w="482204"/>
                <a:gridCol w="482204"/>
                <a:gridCol w="482204"/>
                <a:gridCol w="482204"/>
                <a:gridCol w="482204"/>
                <a:gridCol w="482204"/>
                <a:gridCol w="767946"/>
              </a:tblGrid>
              <a:tr h="517525">
                <a:tc>
                  <a:txBody>
                    <a:bodyPr/>
                    <a:lstStyle/>
                    <a:p>
                      <a:pPr algn="ct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r>
            </a:tbl>
          </a:graphicData>
        </a:graphic>
      </p:graphicFrame>
      <p:sp>
        <p:nvSpPr>
          <p:cNvPr id="11" name="TextBox 10"/>
          <p:cNvSpPr txBox="1">
            <a:spLocks noChangeArrowheads="1"/>
          </p:cNvSpPr>
          <p:nvPr/>
        </p:nvSpPr>
        <p:spPr bwMode="auto">
          <a:xfrm>
            <a:off x="2071688" y="4438749"/>
            <a:ext cx="428625" cy="523875"/>
          </a:xfrm>
          <a:prstGeom prst="rect">
            <a:avLst/>
          </a:prstGeom>
          <a:noFill/>
          <a:ln w="9525">
            <a:noFill/>
            <a:miter lim="800000"/>
            <a:headEnd/>
            <a:tailEnd/>
          </a:ln>
        </p:spPr>
        <p:txBody>
          <a:bodyPr>
            <a:spAutoFit/>
          </a:bodyPr>
          <a:lstStyle/>
          <a:p>
            <a:pPr>
              <a:defRPr/>
            </a:pPr>
            <a:r>
              <a:rPr lang="en-US" altLang="zh-CN" sz="2800" b="1" dirty="0">
                <a:solidFill>
                  <a:srgbClr val="0000CC"/>
                </a:solidFill>
                <a:latin typeface="+mn-lt"/>
                <a:ea typeface="+mn-ea"/>
              </a:rPr>
              <a:t>b</a:t>
            </a:r>
            <a:endParaRPr lang="zh-CN" altLang="en-US" sz="2800" b="1" dirty="0">
              <a:solidFill>
                <a:srgbClr val="0000CC"/>
              </a:solidFill>
              <a:latin typeface="+mn-lt"/>
              <a:ea typeface="+mn-ea"/>
            </a:endParaRPr>
          </a:p>
        </p:txBody>
      </p:sp>
      <p:cxnSp>
        <p:nvCxnSpPr>
          <p:cNvPr id="12" name="直接箭头连接符 29"/>
          <p:cNvCxnSpPr>
            <a:cxnSpLocks noChangeShapeType="1"/>
          </p:cNvCxnSpPr>
          <p:nvPr/>
        </p:nvCxnSpPr>
        <p:spPr bwMode="auto">
          <a:xfrm rot="16200000" flipV="1">
            <a:off x="2501106" y="5206306"/>
            <a:ext cx="428625" cy="1588"/>
          </a:xfrm>
          <a:prstGeom prst="straightConnector1">
            <a:avLst/>
          </a:prstGeom>
          <a:noFill/>
          <a:ln w="38100" algn="ctr">
            <a:solidFill>
              <a:srgbClr val="FF0000"/>
            </a:solidFill>
            <a:miter lim="800000"/>
            <a:headEnd/>
            <a:tailEnd type="arrow" w="med" len="med"/>
          </a:ln>
          <a:extLst>
            <a:ext uri="{909E8E84-426E-40DD-AFC4-6F175D3DCCD1}">
              <a14:hiddenFill xmlns:a14="http://schemas.microsoft.com/office/drawing/2010/main">
                <a:noFill/>
              </a14:hiddenFill>
            </a:ext>
          </a:extLst>
        </p:spPr>
      </p:cxnSp>
      <p:sp>
        <p:nvSpPr>
          <p:cNvPr id="14" name="TextBox 13"/>
          <p:cNvSpPr txBox="1">
            <a:spLocks noChangeArrowheads="1"/>
          </p:cNvSpPr>
          <p:nvPr/>
        </p:nvSpPr>
        <p:spPr bwMode="auto">
          <a:xfrm>
            <a:off x="2000250" y="4921349"/>
            <a:ext cx="714375" cy="523875"/>
          </a:xfrm>
          <a:prstGeom prst="rect">
            <a:avLst/>
          </a:prstGeom>
          <a:noFill/>
          <a:ln w="9525">
            <a:noFill/>
            <a:miter lim="800000"/>
            <a:headEnd/>
            <a:tailEnd/>
          </a:ln>
        </p:spPr>
        <p:txBody>
          <a:bodyPr>
            <a:spAutoFit/>
          </a:bodyPr>
          <a:lstStyle/>
          <a:p>
            <a:pPr>
              <a:defRPr/>
            </a:pPr>
            <a:r>
              <a:rPr lang="en-US" altLang="zh-CN" sz="2800" b="1" dirty="0">
                <a:solidFill>
                  <a:srgbClr val="FF3300"/>
                </a:solidFill>
                <a:latin typeface="+mn-lt"/>
                <a:ea typeface="+mn-ea"/>
              </a:rPr>
              <a:t>p2</a:t>
            </a:r>
            <a:endParaRPr lang="zh-CN" altLang="en-US" sz="2800" b="1" dirty="0">
              <a:solidFill>
                <a:srgbClr val="FF3300"/>
              </a:solidFill>
              <a:latin typeface="+mn-lt"/>
              <a:ea typeface="+mn-ea"/>
            </a:endParaRPr>
          </a:p>
        </p:txBody>
      </p:sp>
    </p:spTree>
    <p:extLst>
      <p:ext uri="{BB962C8B-B14F-4D97-AF65-F5344CB8AC3E}">
        <p14:creationId xmlns:p14="http://schemas.microsoft.com/office/powerpoint/2010/main" val="3039690615"/>
      </p:ext>
    </p:extLst>
  </p:cSld>
  <p:clrMapOvr>
    <a:masterClrMapping/>
  </p:clrMapOvr>
  <p:transition>
    <p:checker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65539">
                                            <p:txEl>
                                              <p:pRg st="0" end="0"/>
                                            </p:txEl>
                                          </p:spTgt>
                                        </p:tgtEl>
                                        <p:attrNameLst>
                                          <p:attrName>style.visibility</p:attrName>
                                        </p:attrNameLst>
                                      </p:cBhvr>
                                      <p:to>
                                        <p:strVal val="visible"/>
                                      </p:to>
                                    </p:set>
                                    <p:animEffect transition="in" filter="blinds(horizontal)">
                                      <p:cBhvr>
                                        <p:cTn id="7" dur="500"/>
                                        <p:tgtEl>
                                          <p:spTgt spid="6553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65539">
                                            <p:txEl>
                                              <p:pRg st="1" end="1"/>
                                            </p:txEl>
                                          </p:spTgt>
                                        </p:tgtEl>
                                        <p:attrNameLst>
                                          <p:attrName>style.visibility</p:attrName>
                                        </p:attrNameLst>
                                      </p:cBhvr>
                                      <p:to>
                                        <p:strVal val="visible"/>
                                      </p:to>
                                    </p:set>
                                    <p:animEffect transition="in" filter="blinds(horizontal)">
                                      <p:cBhvr>
                                        <p:cTn id="12" dur="500"/>
                                        <p:tgtEl>
                                          <p:spTgt spid="6553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blinds(horizontal)">
                                      <p:cBhvr>
                                        <p:cTn id="17" dur="500"/>
                                        <p:tgtEl>
                                          <p:spTgt spid="4"/>
                                        </p:tgtEl>
                                      </p:cBhvr>
                                    </p:animEffect>
                                  </p:childTnLst>
                                </p:cTn>
                              </p:par>
                            </p:childTnLst>
                          </p:cTn>
                        </p:par>
                        <p:par>
                          <p:cTn id="18" fill="hold" nodeType="afterGroup">
                            <p:stCondLst>
                              <p:cond delay="500"/>
                            </p:stCondLst>
                            <p:childTnLst>
                              <p:par>
                                <p:cTn id="19" presetID="3" presetClass="entr" presetSubtype="10" fill="hold" grpId="0" nodeType="after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blinds(horizontal)">
                                      <p:cBhvr>
                                        <p:cTn id="21" dur="500"/>
                                        <p:tgtEl>
                                          <p:spTgt spid="9"/>
                                        </p:tgtEl>
                                      </p:cBhvr>
                                    </p:animEffect>
                                  </p:childTnLst>
                                </p:cTn>
                              </p:par>
                              <p:par>
                                <p:cTn id="22" presetID="3" presetClass="entr" presetSubtype="10" fill="hold" nodeType="with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blinds(horizontal)">
                                      <p:cBhvr>
                                        <p:cTn id="24" dur="500"/>
                                        <p:tgtEl>
                                          <p:spTgt spid="5"/>
                                        </p:tgtEl>
                                      </p:cBhvr>
                                    </p:animEffect>
                                  </p:childTnLst>
                                </p:cTn>
                              </p:par>
                            </p:childTnLst>
                          </p:cTn>
                        </p:par>
                        <p:par>
                          <p:cTn id="25" fill="hold" nodeType="afterGroup">
                            <p:stCondLst>
                              <p:cond delay="1000"/>
                            </p:stCondLst>
                            <p:childTnLst>
                              <p:par>
                                <p:cTn id="26" presetID="3" presetClass="entr" presetSubtype="10" fill="hold" grpId="0" nodeType="after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blinds(horizontal)">
                                      <p:cBhvr>
                                        <p:cTn id="28" dur="500"/>
                                        <p:tgtEl>
                                          <p:spTgt spid="8"/>
                                        </p:tgtEl>
                                      </p:cBhvr>
                                    </p:animEffect>
                                  </p:childTnLst>
                                </p:cTn>
                              </p:par>
                            </p:childTnLst>
                          </p:cTn>
                        </p:par>
                        <p:par>
                          <p:cTn id="29" fill="hold" nodeType="afterGroup">
                            <p:stCondLst>
                              <p:cond delay="1500"/>
                            </p:stCondLst>
                            <p:childTnLst>
                              <p:par>
                                <p:cTn id="30" presetID="12" presetClass="entr" presetSubtype="1" fill="hold" nodeType="afterEffect">
                                  <p:stCondLst>
                                    <p:cond delay="0"/>
                                  </p:stCondLst>
                                  <p:childTnLst>
                                    <p:set>
                                      <p:cBhvr>
                                        <p:cTn id="31" dur="1" fill="hold">
                                          <p:stCondLst>
                                            <p:cond delay="0"/>
                                          </p:stCondLst>
                                        </p:cTn>
                                        <p:tgtEl>
                                          <p:spTgt spid="6"/>
                                        </p:tgtEl>
                                        <p:attrNameLst>
                                          <p:attrName>style.visibility</p:attrName>
                                        </p:attrNameLst>
                                      </p:cBhvr>
                                      <p:to>
                                        <p:strVal val="visible"/>
                                      </p:to>
                                    </p:set>
                                    <p:animEffect transition="in" filter="slide(fromTop)">
                                      <p:cBhvr>
                                        <p:cTn id="32" dur="500"/>
                                        <p:tgtEl>
                                          <p:spTgt spid="6"/>
                                        </p:tgtEl>
                                      </p:cBhvr>
                                    </p:animEffect>
                                  </p:childTnLst>
                                </p:cTn>
                              </p:par>
                            </p:childTnLst>
                          </p:cTn>
                        </p:par>
                        <p:par>
                          <p:cTn id="33" fill="hold" nodeType="afterGroup">
                            <p:stCondLst>
                              <p:cond delay="2000"/>
                            </p:stCondLst>
                            <p:childTnLst>
                              <p:par>
                                <p:cTn id="34" presetID="3" presetClass="entr" presetSubtype="10" fill="hold" grpId="0" nodeType="afterEffect">
                                  <p:stCondLst>
                                    <p:cond delay="0"/>
                                  </p:stCondLst>
                                  <p:childTnLst>
                                    <p:set>
                                      <p:cBhvr>
                                        <p:cTn id="35" dur="1" fill="hold">
                                          <p:stCondLst>
                                            <p:cond delay="0"/>
                                          </p:stCondLst>
                                        </p:cTn>
                                        <p:tgtEl>
                                          <p:spTgt spid="11"/>
                                        </p:tgtEl>
                                        <p:attrNameLst>
                                          <p:attrName>style.visibility</p:attrName>
                                        </p:attrNameLst>
                                      </p:cBhvr>
                                      <p:to>
                                        <p:strVal val="visible"/>
                                      </p:to>
                                    </p:set>
                                    <p:animEffect transition="in" filter="blinds(horizontal)">
                                      <p:cBhvr>
                                        <p:cTn id="36" dur="500"/>
                                        <p:tgtEl>
                                          <p:spTgt spid="11"/>
                                        </p:tgtEl>
                                      </p:cBhvr>
                                    </p:animEffect>
                                  </p:childTnLst>
                                </p:cTn>
                              </p:par>
                              <p:par>
                                <p:cTn id="37" presetID="3" presetClass="entr" presetSubtype="10" fill="hold" nodeType="withEffect">
                                  <p:stCondLst>
                                    <p:cond delay="0"/>
                                  </p:stCondLst>
                                  <p:childTnLst>
                                    <p:set>
                                      <p:cBhvr>
                                        <p:cTn id="38" dur="1" fill="hold">
                                          <p:stCondLst>
                                            <p:cond delay="0"/>
                                          </p:stCondLst>
                                        </p:cTn>
                                        <p:tgtEl>
                                          <p:spTgt spid="10"/>
                                        </p:tgtEl>
                                        <p:attrNameLst>
                                          <p:attrName>style.visibility</p:attrName>
                                        </p:attrNameLst>
                                      </p:cBhvr>
                                      <p:to>
                                        <p:strVal val="visible"/>
                                      </p:to>
                                    </p:set>
                                    <p:animEffect transition="in" filter="blinds(horizontal)">
                                      <p:cBhvr>
                                        <p:cTn id="39" dur="500"/>
                                        <p:tgtEl>
                                          <p:spTgt spid="10"/>
                                        </p:tgtEl>
                                      </p:cBhvr>
                                    </p:animEffect>
                                  </p:childTnLst>
                                </p:cTn>
                              </p:par>
                            </p:childTnLst>
                          </p:cTn>
                        </p:par>
                        <p:par>
                          <p:cTn id="40" fill="hold" nodeType="afterGroup">
                            <p:stCondLst>
                              <p:cond delay="2500"/>
                            </p:stCondLst>
                            <p:childTnLst>
                              <p:par>
                                <p:cTn id="41" presetID="3" presetClass="entr" presetSubtype="10" fill="hold" grpId="0" nodeType="afterEffect">
                                  <p:stCondLst>
                                    <p:cond delay="0"/>
                                  </p:stCondLst>
                                  <p:childTnLst>
                                    <p:set>
                                      <p:cBhvr>
                                        <p:cTn id="42" dur="1" fill="hold">
                                          <p:stCondLst>
                                            <p:cond delay="0"/>
                                          </p:stCondLst>
                                        </p:cTn>
                                        <p:tgtEl>
                                          <p:spTgt spid="14"/>
                                        </p:tgtEl>
                                        <p:attrNameLst>
                                          <p:attrName>style.visibility</p:attrName>
                                        </p:attrNameLst>
                                      </p:cBhvr>
                                      <p:to>
                                        <p:strVal val="visible"/>
                                      </p:to>
                                    </p:set>
                                    <p:animEffect transition="in" filter="blinds(horizontal)">
                                      <p:cBhvr>
                                        <p:cTn id="43" dur="500"/>
                                        <p:tgtEl>
                                          <p:spTgt spid="14"/>
                                        </p:tgtEl>
                                      </p:cBhvr>
                                    </p:animEffect>
                                  </p:childTnLst>
                                </p:cTn>
                              </p:par>
                            </p:childTnLst>
                          </p:cTn>
                        </p:par>
                        <p:par>
                          <p:cTn id="44" fill="hold" nodeType="afterGroup">
                            <p:stCondLst>
                              <p:cond delay="3000"/>
                            </p:stCondLst>
                            <p:childTnLst>
                              <p:par>
                                <p:cTn id="45" presetID="12" presetClass="entr" presetSubtype="4" fill="hold" nodeType="afterEffect">
                                  <p:stCondLst>
                                    <p:cond delay="0"/>
                                  </p:stCondLst>
                                  <p:childTnLst>
                                    <p:set>
                                      <p:cBhvr>
                                        <p:cTn id="46" dur="1" fill="hold">
                                          <p:stCondLst>
                                            <p:cond delay="0"/>
                                          </p:stCondLst>
                                        </p:cTn>
                                        <p:tgtEl>
                                          <p:spTgt spid="12"/>
                                        </p:tgtEl>
                                        <p:attrNameLst>
                                          <p:attrName>style.visibility</p:attrName>
                                        </p:attrNameLst>
                                      </p:cBhvr>
                                      <p:to>
                                        <p:strVal val="visible"/>
                                      </p:to>
                                    </p:set>
                                    <p:animEffect transition="in" filter="slide(fromBottom)">
                                      <p:cBhvr>
                                        <p:cTn id="47" dur="500"/>
                                        <p:tgtEl>
                                          <p:spTgt spid="12"/>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3" presetClass="entr" presetSubtype="10" fill="hold" nodeType="clickEffect">
                                  <p:stCondLst>
                                    <p:cond delay="0"/>
                                  </p:stCondLst>
                                  <p:childTnLst>
                                    <p:set>
                                      <p:cBhvr>
                                        <p:cTn id="51" dur="1" fill="hold">
                                          <p:stCondLst>
                                            <p:cond delay="0"/>
                                          </p:stCondLst>
                                        </p:cTn>
                                        <p:tgtEl>
                                          <p:spTgt spid="65539">
                                            <p:txEl>
                                              <p:pRg st="2" end="2"/>
                                            </p:txEl>
                                          </p:spTgt>
                                        </p:tgtEl>
                                        <p:attrNameLst>
                                          <p:attrName>style.visibility</p:attrName>
                                        </p:attrNameLst>
                                      </p:cBhvr>
                                      <p:to>
                                        <p:strVal val="visible"/>
                                      </p:to>
                                    </p:set>
                                    <p:animEffect transition="in" filter="blinds(horizontal)">
                                      <p:cBhvr>
                                        <p:cTn id="52" dur="500"/>
                                        <p:tgtEl>
                                          <p:spTgt spid="6553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8" grpId="0"/>
      <p:bldP spid="9" grpId="0"/>
      <p:bldP spid="11" grpId="0"/>
      <p:bldP spid="14" grpId="0"/>
    </p:bldLst>
  </p:timing>
</p:sld>
</file>

<file path=ppt/slides/slide9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5539" name="Rectangle 7"/>
          <p:cNvSpPr>
            <a:spLocks noGrp="1" noChangeArrowheads="1"/>
          </p:cNvSpPr>
          <p:nvPr>
            <p:ph type="body" sz="half" idx="1"/>
          </p:nvPr>
        </p:nvSpPr>
        <p:spPr>
          <a:xfrm>
            <a:off x="56816" y="2564904"/>
            <a:ext cx="8429625" cy="2448272"/>
          </a:xfrm>
        </p:spPr>
        <p:txBody>
          <a:bodyPr/>
          <a:lstStyle/>
          <a:p>
            <a:pPr marL="0" indent="0">
              <a:lnSpc>
                <a:spcPct val="150000"/>
              </a:lnSpc>
              <a:spcBef>
                <a:spcPct val="0"/>
              </a:spcBef>
            </a:pPr>
            <a:r>
              <a:rPr lang="zh-CN" altLang="zh-CN" dirty="0" smtClean="0">
                <a:latin typeface="黑体" pitchFamily="2" charset="-122"/>
                <a:ea typeface="黑体" pitchFamily="2" charset="-122"/>
              </a:rPr>
              <a:t>编程思路：</a:t>
            </a:r>
            <a:endParaRPr lang="en-US" altLang="zh-CN" dirty="0" smtClean="0">
              <a:latin typeface="黑体" pitchFamily="2" charset="-122"/>
              <a:ea typeface="黑体" pitchFamily="2" charset="-122"/>
            </a:endParaRPr>
          </a:p>
          <a:p>
            <a:pPr marL="0" lvl="1" indent="0">
              <a:lnSpc>
                <a:spcPct val="150000"/>
              </a:lnSpc>
              <a:spcBef>
                <a:spcPct val="0"/>
              </a:spcBef>
              <a:buFont typeface="Wingdings" pitchFamily="2" charset="2"/>
              <a:buNone/>
            </a:pPr>
            <a:r>
              <a:rPr lang="en-US" altLang="zh-CN" sz="2400" dirty="0" smtClean="0">
                <a:latin typeface="黑体" pitchFamily="2" charset="-122"/>
                <a:ea typeface="黑体" pitchFamily="2" charset="-122"/>
              </a:rPr>
              <a:t>(1)</a:t>
            </a:r>
            <a:r>
              <a:rPr lang="zh-CN" altLang="en-US" sz="2400" dirty="0" smtClean="0">
                <a:latin typeface="黑体" pitchFamily="2" charset="-122"/>
                <a:ea typeface="黑体" pitchFamily="2" charset="-122"/>
              </a:rPr>
              <a:t>使</a:t>
            </a:r>
            <a:r>
              <a:rPr lang="zh-CN" altLang="zh-CN" sz="2400" dirty="0" smtClean="0">
                <a:latin typeface="黑体" pitchFamily="2" charset="-122"/>
                <a:ea typeface="黑体" pitchFamily="2" charset="-122"/>
              </a:rPr>
              <a:t>两个指针</a:t>
            </a:r>
            <a:r>
              <a:rPr lang="en-US" altLang="zh-CN" sz="2400" dirty="0" smtClean="0">
                <a:latin typeface="黑体" pitchFamily="2" charset="-122"/>
                <a:ea typeface="黑体" pitchFamily="2" charset="-122"/>
              </a:rPr>
              <a:t>p1</a:t>
            </a:r>
            <a:r>
              <a:rPr lang="zh-CN" altLang="zh-CN" sz="2400" dirty="0" smtClean="0">
                <a:latin typeface="黑体" pitchFamily="2" charset="-122"/>
                <a:ea typeface="黑体" pitchFamily="2" charset="-122"/>
              </a:rPr>
              <a:t>和</a:t>
            </a:r>
            <a:r>
              <a:rPr lang="en-US" altLang="zh-CN" sz="2400" dirty="0" smtClean="0">
                <a:latin typeface="黑体" pitchFamily="2" charset="-122"/>
                <a:ea typeface="黑体" pitchFamily="2" charset="-122"/>
              </a:rPr>
              <a:t>p2</a:t>
            </a:r>
            <a:r>
              <a:rPr lang="zh-CN" altLang="zh-CN" sz="2400" dirty="0" smtClean="0">
                <a:latin typeface="黑体" pitchFamily="2" charset="-122"/>
                <a:ea typeface="黑体" pitchFamily="2" charset="-122"/>
              </a:rPr>
              <a:t>分别指向字符串</a:t>
            </a:r>
            <a:r>
              <a:rPr lang="en-US" altLang="zh-CN" sz="2400" dirty="0" smtClean="0">
                <a:latin typeface="黑体" pitchFamily="2" charset="-122"/>
                <a:ea typeface="黑体" pitchFamily="2" charset="-122"/>
              </a:rPr>
              <a:t>a</a:t>
            </a:r>
            <a:r>
              <a:rPr lang="zh-CN" altLang="zh-CN" sz="2400" dirty="0" smtClean="0">
                <a:latin typeface="黑体" pitchFamily="2" charset="-122"/>
                <a:ea typeface="黑体" pitchFamily="2" charset="-122"/>
              </a:rPr>
              <a:t>和</a:t>
            </a:r>
            <a:r>
              <a:rPr lang="en-US" altLang="zh-CN" sz="2400" dirty="0" smtClean="0">
                <a:latin typeface="黑体" pitchFamily="2" charset="-122"/>
                <a:ea typeface="黑体" pitchFamily="2" charset="-122"/>
              </a:rPr>
              <a:t>b</a:t>
            </a:r>
            <a:r>
              <a:rPr lang="zh-CN" altLang="en-US" sz="2400" dirty="0" smtClean="0">
                <a:latin typeface="黑体" pitchFamily="2" charset="-122"/>
                <a:ea typeface="黑体" pitchFamily="2" charset="-122"/>
              </a:rPr>
              <a:t>；</a:t>
            </a:r>
            <a:endParaRPr lang="en-US" altLang="zh-CN" sz="2400" dirty="0" smtClean="0">
              <a:latin typeface="黑体" pitchFamily="2" charset="-122"/>
              <a:ea typeface="黑体" pitchFamily="2" charset="-122"/>
            </a:endParaRPr>
          </a:p>
          <a:p>
            <a:pPr marL="0" lvl="1" indent="0">
              <a:lnSpc>
                <a:spcPct val="150000"/>
              </a:lnSpc>
              <a:spcBef>
                <a:spcPct val="0"/>
              </a:spcBef>
              <a:buFont typeface="Wingdings" pitchFamily="2" charset="2"/>
              <a:buNone/>
            </a:pPr>
            <a:r>
              <a:rPr lang="en-US" altLang="zh-CN" sz="2400" dirty="0" smtClean="0">
                <a:latin typeface="黑体" pitchFamily="2" charset="-122"/>
                <a:ea typeface="黑体" pitchFamily="2" charset="-122"/>
              </a:rPr>
              <a:t>(2)</a:t>
            </a:r>
            <a:r>
              <a:rPr lang="zh-CN" altLang="zh-CN" sz="2400" dirty="0" smtClean="0">
                <a:latin typeface="黑体" pitchFamily="2" charset="-122"/>
                <a:ea typeface="黑体" pitchFamily="2" charset="-122"/>
              </a:rPr>
              <a:t>将</a:t>
            </a:r>
            <a:r>
              <a:rPr lang="en-US" altLang="zh-CN" sz="2400" dirty="0" smtClean="0">
                <a:latin typeface="黑体" pitchFamily="2" charset="-122"/>
                <a:ea typeface="黑体" pitchFamily="2" charset="-122"/>
              </a:rPr>
              <a:t>*p1</a:t>
            </a:r>
            <a:r>
              <a:rPr lang="zh-CN" altLang="zh-CN" sz="2400" dirty="0" smtClean="0">
                <a:latin typeface="黑体" pitchFamily="2" charset="-122"/>
                <a:ea typeface="黑体" pitchFamily="2" charset="-122"/>
              </a:rPr>
              <a:t>复制到</a:t>
            </a:r>
            <a:r>
              <a:rPr lang="en-US" altLang="zh-CN" sz="2400" dirty="0" smtClean="0">
                <a:latin typeface="黑体" pitchFamily="2" charset="-122"/>
                <a:ea typeface="黑体" pitchFamily="2" charset="-122"/>
              </a:rPr>
              <a:t>*p2</a:t>
            </a:r>
            <a:r>
              <a:rPr lang="zh-CN" altLang="en-US" sz="2400" dirty="0" smtClean="0">
                <a:latin typeface="黑体" pitchFamily="2" charset="-122"/>
                <a:ea typeface="黑体" pitchFamily="2" charset="-122"/>
              </a:rPr>
              <a:t>中；</a:t>
            </a:r>
            <a:endParaRPr lang="en-US" altLang="zh-CN" sz="2400" dirty="0" smtClean="0">
              <a:latin typeface="黑体" pitchFamily="2" charset="-122"/>
              <a:ea typeface="黑体" pitchFamily="2" charset="-122"/>
            </a:endParaRPr>
          </a:p>
          <a:p>
            <a:pPr marL="0" lvl="1" indent="0">
              <a:lnSpc>
                <a:spcPct val="150000"/>
              </a:lnSpc>
              <a:spcBef>
                <a:spcPct val="0"/>
              </a:spcBef>
              <a:buFont typeface="Wingdings" pitchFamily="2" charset="2"/>
              <a:buNone/>
            </a:pPr>
            <a:r>
              <a:rPr lang="en-US" altLang="zh-CN" sz="2400" dirty="0" smtClean="0">
                <a:latin typeface="黑体" pitchFamily="2" charset="-122"/>
                <a:ea typeface="黑体" pitchFamily="2" charset="-122"/>
              </a:rPr>
              <a:t>(3)</a:t>
            </a:r>
            <a:r>
              <a:rPr lang="zh-CN" altLang="zh-CN" sz="2400" dirty="0" smtClean="0">
                <a:latin typeface="黑体" pitchFamily="2" charset="-122"/>
                <a:ea typeface="黑体" pitchFamily="2" charset="-122"/>
              </a:rPr>
              <a:t>使</a:t>
            </a:r>
            <a:r>
              <a:rPr lang="en-US" altLang="zh-CN" sz="2400" dirty="0" smtClean="0">
                <a:latin typeface="黑体" pitchFamily="2" charset="-122"/>
                <a:ea typeface="黑体" pitchFamily="2" charset="-122"/>
              </a:rPr>
              <a:t>p1</a:t>
            </a:r>
            <a:r>
              <a:rPr lang="zh-CN" altLang="zh-CN" sz="2400" dirty="0" smtClean="0">
                <a:latin typeface="黑体" pitchFamily="2" charset="-122"/>
                <a:ea typeface="黑体" pitchFamily="2" charset="-122"/>
              </a:rPr>
              <a:t>和</a:t>
            </a:r>
            <a:r>
              <a:rPr lang="en-US" altLang="zh-CN" sz="2400" dirty="0" smtClean="0">
                <a:latin typeface="黑体" pitchFamily="2" charset="-122"/>
                <a:ea typeface="黑体" pitchFamily="2" charset="-122"/>
              </a:rPr>
              <a:t>p2</a:t>
            </a:r>
            <a:r>
              <a:rPr lang="zh-CN" altLang="zh-CN" sz="2400" dirty="0" smtClean="0">
                <a:latin typeface="黑体" pitchFamily="2" charset="-122"/>
                <a:ea typeface="黑体" pitchFamily="2" charset="-122"/>
              </a:rPr>
              <a:t>分别下移一个位置</a:t>
            </a:r>
            <a:r>
              <a:rPr lang="zh-CN" altLang="en-US" sz="2400" dirty="0" smtClean="0">
                <a:latin typeface="黑体" pitchFamily="2" charset="-122"/>
                <a:ea typeface="黑体" pitchFamily="2" charset="-122"/>
              </a:rPr>
              <a:t>；</a:t>
            </a:r>
            <a:endParaRPr lang="en-US" altLang="zh-CN" sz="2400" dirty="0" smtClean="0">
              <a:latin typeface="黑体" pitchFamily="2" charset="-122"/>
              <a:ea typeface="黑体" pitchFamily="2" charset="-122"/>
            </a:endParaRPr>
          </a:p>
        </p:txBody>
      </p:sp>
      <p:pic>
        <p:nvPicPr>
          <p:cNvPr id="97283" name="图片 6" descr="Untitled2.png">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459788" y="6237288"/>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7284" name="矩形 3"/>
          <p:cNvSpPr>
            <a:spLocks noChangeArrowheads="1"/>
          </p:cNvSpPr>
          <p:nvPr/>
        </p:nvSpPr>
        <p:spPr bwMode="auto">
          <a:xfrm>
            <a:off x="2000250" y="214313"/>
            <a:ext cx="7000875" cy="2143125"/>
          </a:xfrm>
          <a:prstGeom prst="rect">
            <a:avLst/>
          </a:prstGeom>
          <a:solidFill>
            <a:srgbClr val="FFFFCC"/>
          </a:solidFill>
          <a:ln w="9525" algn="ctr">
            <a:solidFill>
              <a:schemeClr val="tx1"/>
            </a:solidFill>
            <a:miter lim="800000"/>
            <a:headEnd/>
            <a:tailEnd/>
          </a:ln>
        </p:spPr>
        <p:txBody>
          <a:bodyPr wrap="none"/>
          <a:lstStyle/>
          <a:p>
            <a:endParaRPr lang="zh-CN" altLang="en-US"/>
          </a:p>
        </p:txBody>
      </p:sp>
      <p:graphicFrame>
        <p:nvGraphicFramePr>
          <p:cNvPr id="5" name="表格 4"/>
          <p:cNvGraphicFramePr>
            <a:graphicFrameLocks noGrp="1"/>
          </p:cNvGraphicFramePr>
          <p:nvPr/>
        </p:nvGraphicFramePr>
        <p:xfrm>
          <a:off x="2500313" y="625475"/>
          <a:ext cx="6072190" cy="517662"/>
        </p:xfrm>
        <a:graphic>
          <a:graphicData uri="http://schemas.openxmlformats.org/drawingml/2006/table">
            <a:tbl>
              <a:tblPr firstRow="1" bandRow="1">
                <a:tableStyleId>{5C22544A-7EE6-4342-B048-85BDC9FD1C3A}</a:tableStyleId>
              </a:tblPr>
              <a:tblGrid>
                <a:gridCol w="482204"/>
                <a:gridCol w="482204"/>
                <a:gridCol w="482204"/>
                <a:gridCol w="482204"/>
                <a:gridCol w="482204"/>
                <a:gridCol w="482204"/>
                <a:gridCol w="482204"/>
                <a:gridCol w="482204"/>
                <a:gridCol w="482204"/>
                <a:gridCol w="482204"/>
                <a:gridCol w="482204"/>
                <a:gridCol w="767946"/>
              </a:tblGrid>
              <a:tr h="517525">
                <a:tc>
                  <a:txBody>
                    <a:bodyPr/>
                    <a:lstStyle/>
                    <a:p>
                      <a:pPr algn="ctr"/>
                      <a:r>
                        <a:rPr lang="en-US" altLang="zh-CN" sz="2800" dirty="0" smtClean="0">
                          <a:solidFill>
                            <a:srgbClr val="0000CC"/>
                          </a:solidFill>
                        </a:rPr>
                        <a:t>I</a:t>
                      </a: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2800" dirty="0" smtClean="0">
                          <a:solidFill>
                            <a:srgbClr val="0000CC"/>
                          </a:solidFill>
                        </a:rPr>
                        <a:t>a</a:t>
                      </a: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2800" dirty="0" smtClean="0">
                          <a:solidFill>
                            <a:srgbClr val="0000CC"/>
                          </a:solidFill>
                        </a:rPr>
                        <a:t>m</a:t>
                      </a: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2800" dirty="0" smtClean="0">
                          <a:solidFill>
                            <a:srgbClr val="0000CC"/>
                          </a:solidFill>
                        </a:rPr>
                        <a:t>a</a:t>
                      </a: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2800" dirty="0" smtClean="0">
                          <a:solidFill>
                            <a:srgbClr val="0000CC"/>
                          </a:solidFill>
                        </a:rPr>
                        <a:t>b</a:t>
                      </a: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2800" dirty="0" smtClean="0">
                          <a:solidFill>
                            <a:srgbClr val="0000CC"/>
                          </a:solidFill>
                        </a:rPr>
                        <a:t>o</a:t>
                      </a: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2800" dirty="0" smtClean="0">
                          <a:solidFill>
                            <a:srgbClr val="0000CC"/>
                          </a:solidFill>
                        </a:rPr>
                        <a:t>y</a:t>
                      </a: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2800" dirty="0" smtClean="0">
                          <a:solidFill>
                            <a:srgbClr val="0000CC"/>
                          </a:solidFill>
                        </a:rPr>
                        <a:t>.</a:t>
                      </a: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2800" dirty="0" smtClean="0">
                          <a:solidFill>
                            <a:srgbClr val="0000CC"/>
                          </a:solidFill>
                        </a:rPr>
                        <a:t>\0</a:t>
                      </a: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r>
            </a:tbl>
          </a:graphicData>
        </a:graphic>
      </p:graphicFrame>
      <p:cxnSp>
        <p:nvCxnSpPr>
          <p:cNvPr id="97313" name="直接箭头连接符 29"/>
          <p:cNvCxnSpPr>
            <a:cxnSpLocks noChangeShapeType="1"/>
          </p:cNvCxnSpPr>
          <p:nvPr/>
        </p:nvCxnSpPr>
        <p:spPr bwMode="auto">
          <a:xfrm rot="5400000">
            <a:off x="2501106" y="427832"/>
            <a:ext cx="428625" cy="1588"/>
          </a:xfrm>
          <a:prstGeom prst="straightConnector1">
            <a:avLst/>
          </a:prstGeom>
          <a:noFill/>
          <a:ln w="38100" algn="ctr">
            <a:solidFill>
              <a:srgbClr val="FF0000"/>
            </a:solidFill>
            <a:miter lim="800000"/>
            <a:headEnd/>
            <a:tailEnd type="arrow" w="med" len="med"/>
          </a:ln>
          <a:extLst>
            <a:ext uri="{909E8E84-426E-40DD-AFC4-6F175D3DCCD1}">
              <a14:hiddenFill xmlns:a14="http://schemas.microsoft.com/office/drawing/2010/main">
                <a:noFill/>
              </a14:hiddenFill>
            </a:ext>
          </a:extLst>
        </p:spPr>
      </p:cxnSp>
      <p:sp>
        <p:nvSpPr>
          <p:cNvPr id="8" name="TextBox 7"/>
          <p:cNvSpPr txBox="1">
            <a:spLocks noChangeArrowheads="1"/>
          </p:cNvSpPr>
          <p:nvPr/>
        </p:nvSpPr>
        <p:spPr bwMode="auto">
          <a:xfrm>
            <a:off x="2071688" y="119063"/>
            <a:ext cx="714375" cy="523875"/>
          </a:xfrm>
          <a:prstGeom prst="rect">
            <a:avLst/>
          </a:prstGeom>
          <a:noFill/>
          <a:ln w="9525">
            <a:noFill/>
            <a:miter lim="800000"/>
            <a:headEnd/>
            <a:tailEnd/>
          </a:ln>
        </p:spPr>
        <p:txBody>
          <a:bodyPr>
            <a:spAutoFit/>
          </a:bodyPr>
          <a:lstStyle/>
          <a:p>
            <a:pPr>
              <a:defRPr/>
            </a:pPr>
            <a:r>
              <a:rPr lang="en-US" altLang="zh-CN" sz="2800" b="1" dirty="0">
                <a:solidFill>
                  <a:srgbClr val="FF3300"/>
                </a:solidFill>
                <a:latin typeface="+mn-lt"/>
                <a:ea typeface="+mn-ea"/>
              </a:rPr>
              <a:t>p1</a:t>
            </a:r>
            <a:endParaRPr lang="zh-CN" altLang="en-US" sz="2800" b="1" dirty="0">
              <a:solidFill>
                <a:srgbClr val="FF3300"/>
              </a:solidFill>
              <a:latin typeface="+mn-lt"/>
              <a:ea typeface="+mn-ea"/>
            </a:endParaRPr>
          </a:p>
        </p:txBody>
      </p:sp>
      <p:sp>
        <p:nvSpPr>
          <p:cNvPr id="9" name="TextBox 8"/>
          <p:cNvSpPr txBox="1">
            <a:spLocks noChangeArrowheads="1"/>
          </p:cNvSpPr>
          <p:nvPr/>
        </p:nvSpPr>
        <p:spPr bwMode="auto">
          <a:xfrm>
            <a:off x="2071688" y="571500"/>
            <a:ext cx="428625" cy="523875"/>
          </a:xfrm>
          <a:prstGeom prst="rect">
            <a:avLst/>
          </a:prstGeom>
          <a:noFill/>
          <a:ln w="9525">
            <a:noFill/>
            <a:miter lim="800000"/>
            <a:headEnd/>
            <a:tailEnd/>
          </a:ln>
        </p:spPr>
        <p:txBody>
          <a:bodyPr>
            <a:spAutoFit/>
          </a:bodyPr>
          <a:lstStyle/>
          <a:p>
            <a:pPr>
              <a:defRPr/>
            </a:pPr>
            <a:r>
              <a:rPr lang="en-US" altLang="zh-CN" sz="2800" b="1" dirty="0">
                <a:solidFill>
                  <a:srgbClr val="0000CC"/>
                </a:solidFill>
                <a:latin typeface="+mn-lt"/>
                <a:ea typeface="+mn-ea"/>
              </a:rPr>
              <a:t>a</a:t>
            </a:r>
            <a:endParaRPr lang="zh-CN" altLang="en-US" sz="2800" b="1" dirty="0">
              <a:solidFill>
                <a:srgbClr val="0000CC"/>
              </a:solidFill>
              <a:latin typeface="+mn-lt"/>
              <a:ea typeface="+mn-ea"/>
            </a:endParaRPr>
          </a:p>
        </p:txBody>
      </p:sp>
      <p:graphicFrame>
        <p:nvGraphicFramePr>
          <p:cNvPr id="10" name="表格 9"/>
          <p:cNvGraphicFramePr>
            <a:graphicFrameLocks noGrp="1"/>
          </p:cNvGraphicFramePr>
          <p:nvPr/>
        </p:nvGraphicFramePr>
        <p:xfrm>
          <a:off x="2500313" y="1428750"/>
          <a:ext cx="6072190" cy="517662"/>
        </p:xfrm>
        <a:graphic>
          <a:graphicData uri="http://schemas.openxmlformats.org/drawingml/2006/table">
            <a:tbl>
              <a:tblPr firstRow="1" bandRow="1">
                <a:tableStyleId>{5C22544A-7EE6-4342-B048-85BDC9FD1C3A}</a:tableStyleId>
              </a:tblPr>
              <a:tblGrid>
                <a:gridCol w="482204"/>
                <a:gridCol w="482204"/>
                <a:gridCol w="482204"/>
                <a:gridCol w="482204"/>
                <a:gridCol w="482204"/>
                <a:gridCol w="482204"/>
                <a:gridCol w="482204"/>
                <a:gridCol w="482204"/>
                <a:gridCol w="482204"/>
                <a:gridCol w="482204"/>
                <a:gridCol w="482204"/>
                <a:gridCol w="767946"/>
              </a:tblGrid>
              <a:tr h="517525">
                <a:tc>
                  <a:txBody>
                    <a:bodyPr/>
                    <a:lstStyle/>
                    <a:p>
                      <a:pPr algn="ct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r>
            </a:tbl>
          </a:graphicData>
        </a:graphic>
      </p:graphicFrame>
      <p:sp>
        <p:nvSpPr>
          <p:cNvPr id="11" name="TextBox 10"/>
          <p:cNvSpPr txBox="1">
            <a:spLocks noChangeArrowheads="1"/>
          </p:cNvSpPr>
          <p:nvPr/>
        </p:nvSpPr>
        <p:spPr bwMode="auto">
          <a:xfrm>
            <a:off x="2071688" y="1374775"/>
            <a:ext cx="428625" cy="523875"/>
          </a:xfrm>
          <a:prstGeom prst="rect">
            <a:avLst/>
          </a:prstGeom>
          <a:noFill/>
          <a:ln w="9525">
            <a:noFill/>
            <a:miter lim="800000"/>
            <a:headEnd/>
            <a:tailEnd/>
          </a:ln>
        </p:spPr>
        <p:txBody>
          <a:bodyPr>
            <a:spAutoFit/>
          </a:bodyPr>
          <a:lstStyle/>
          <a:p>
            <a:pPr>
              <a:defRPr/>
            </a:pPr>
            <a:r>
              <a:rPr lang="en-US" altLang="zh-CN" sz="2800" b="1" dirty="0">
                <a:solidFill>
                  <a:srgbClr val="0000CC"/>
                </a:solidFill>
                <a:latin typeface="+mn-lt"/>
                <a:ea typeface="+mn-ea"/>
              </a:rPr>
              <a:t>b</a:t>
            </a:r>
            <a:endParaRPr lang="zh-CN" altLang="en-US" sz="2800" b="1" dirty="0">
              <a:solidFill>
                <a:srgbClr val="0000CC"/>
              </a:solidFill>
              <a:latin typeface="+mn-lt"/>
              <a:ea typeface="+mn-ea"/>
            </a:endParaRPr>
          </a:p>
        </p:txBody>
      </p:sp>
      <p:cxnSp>
        <p:nvCxnSpPr>
          <p:cNvPr id="97345" name="直接箭头连接符 29"/>
          <p:cNvCxnSpPr>
            <a:cxnSpLocks noChangeShapeType="1"/>
          </p:cNvCxnSpPr>
          <p:nvPr/>
        </p:nvCxnSpPr>
        <p:spPr bwMode="auto">
          <a:xfrm rot="16200000" flipV="1">
            <a:off x="2501106" y="2142332"/>
            <a:ext cx="428625" cy="1588"/>
          </a:xfrm>
          <a:prstGeom prst="straightConnector1">
            <a:avLst/>
          </a:prstGeom>
          <a:noFill/>
          <a:ln w="38100" algn="ctr">
            <a:solidFill>
              <a:srgbClr val="FF0000"/>
            </a:solidFill>
            <a:miter lim="800000"/>
            <a:headEnd/>
            <a:tailEnd type="arrow" w="med" len="med"/>
          </a:ln>
          <a:extLst>
            <a:ext uri="{909E8E84-426E-40DD-AFC4-6F175D3DCCD1}">
              <a14:hiddenFill xmlns:a14="http://schemas.microsoft.com/office/drawing/2010/main">
                <a:noFill/>
              </a14:hiddenFill>
            </a:ext>
          </a:extLst>
        </p:spPr>
      </p:cxnSp>
      <p:sp>
        <p:nvSpPr>
          <p:cNvPr id="14" name="TextBox 13"/>
          <p:cNvSpPr txBox="1">
            <a:spLocks noChangeArrowheads="1"/>
          </p:cNvSpPr>
          <p:nvPr/>
        </p:nvSpPr>
        <p:spPr bwMode="auto">
          <a:xfrm>
            <a:off x="2000250" y="1857375"/>
            <a:ext cx="714375" cy="523875"/>
          </a:xfrm>
          <a:prstGeom prst="rect">
            <a:avLst/>
          </a:prstGeom>
          <a:noFill/>
          <a:ln w="9525">
            <a:noFill/>
            <a:miter lim="800000"/>
            <a:headEnd/>
            <a:tailEnd/>
          </a:ln>
        </p:spPr>
        <p:txBody>
          <a:bodyPr>
            <a:spAutoFit/>
          </a:bodyPr>
          <a:lstStyle/>
          <a:p>
            <a:pPr>
              <a:defRPr/>
            </a:pPr>
            <a:r>
              <a:rPr lang="en-US" altLang="zh-CN" sz="2800" b="1" dirty="0">
                <a:solidFill>
                  <a:srgbClr val="FF3300"/>
                </a:solidFill>
                <a:latin typeface="+mn-lt"/>
                <a:ea typeface="+mn-ea"/>
              </a:rPr>
              <a:t>p2</a:t>
            </a:r>
            <a:endParaRPr lang="zh-CN" altLang="en-US" sz="2800" b="1" dirty="0">
              <a:solidFill>
                <a:srgbClr val="FF3300"/>
              </a:solidFill>
              <a:latin typeface="+mn-lt"/>
              <a:ea typeface="+mn-ea"/>
            </a:endParaRPr>
          </a:p>
        </p:txBody>
      </p:sp>
      <p:sp>
        <p:nvSpPr>
          <p:cNvPr id="13" name="TextBox 12"/>
          <p:cNvSpPr txBox="1">
            <a:spLocks noChangeArrowheads="1"/>
          </p:cNvSpPr>
          <p:nvPr/>
        </p:nvSpPr>
        <p:spPr bwMode="auto">
          <a:xfrm>
            <a:off x="2571750" y="1428750"/>
            <a:ext cx="428625" cy="523875"/>
          </a:xfrm>
          <a:prstGeom prst="rect">
            <a:avLst/>
          </a:prstGeom>
          <a:noFill/>
          <a:ln w="9525">
            <a:noFill/>
            <a:miter lim="800000"/>
            <a:headEnd/>
            <a:tailEnd/>
          </a:ln>
        </p:spPr>
        <p:txBody>
          <a:bodyPr>
            <a:spAutoFit/>
          </a:bodyPr>
          <a:lstStyle/>
          <a:p>
            <a:pPr>
              <a:defRPr/>
            </a:pPr>
            <a:r>
              <a:rPr lang="en-US" altLang="zh-CN" sz="2800" b="1" dirty="0">
                <a:solidFill>
                  <a:srgbClr val="0000CC"/>
                </a:solidFill>
                <a:latin typeface="+mn-lt"/>
                <a:ea typeface="+mn-ea"/>
              </a:rPr>
              <a:t>I</a:t>
            </a:r>
            <a:endParaRPr lang="zh-CN" altLang="en-US" sz="2800" b="1" dirty="0">
              <a:solidFill>
                <a:srgbClr val="0000CC"/>
              </a:solidFill>
              <a:latin typeface="+mn-lt"/>
              <a:ea typeface="+mn-ea"/>
            </a:endParaRPr>
          </a:p>
        </p:txBody>
      </p:sp>
    </p:spTree>
    <p:extLst>
      <p:ext uri="{BB962C8B-B14F-4D97-AF65-F5344CB8AC3E}">
        <p14:creationId xmlns:p14="http://schemas.microsoft.com/office/powerpoint/2010/main" val="3833192063"/>
      </p:ext>
    </p:extLst>
  </p:cSld>
  <p:clrMapOvr>
    <a:masterClrMapping/>
  </p:clrMapOvr>
  <p:transition>
    <p:checker dir="vert"/>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8" fill="hold" grpId="0"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slide(fromLeft)">
                                      <p:cBhvr>
                                        <p:cTn id="7" dur="500"/>
                                        <p:tgtEl>
                                          <p:spTgt spid="1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65539">
                                            <p:txEl>
                                              <p:pRg st="3" end="3"/>
                                            </p:txEl>
                                          </p:spTgt>
                                        </p:tgtEl>
                                        <p:attrNameLst>
                                          <p:attrName>style.visibility</p:attrName>
                                        </p:attrNameLst>
                                      </p:cBhvr>
                                      <p:to>
                                        <p:strVal val="visible"/>
                                      </p:to>
                                    </p:set>
                                    <p:animEffect transition="in" filter="blinds(horizontal)">
                                      <p:cBhvr>
                                        <p:cTn id="12" dur="500"/>
                                        <p:tgtEl>
                                          <p:spTgt spid="6553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9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5539" name="Rectangle 7"/>
          <p:cNvSpPr>
            <a:spLocks noGrp="1" noChangeArrowheads="1"/>
          </p:cNvSpPr>
          <p:nvPr>
            <p:ph type="body" sz="half" idx="1"/>
          </p:nvPr>
        </p:nvSpPr>
        <p:spPr>
          <a:xfrm>
            <a:off x="240426" y="2447783"/>
            <a:ext cx="8429625" cy="2709409"/>
          </a:xfrm>
        </p:spPr>
        <p:txBody>
          <a:bodyPr/>
          <a:lstStyle/>
          <a:p>
            <a:pPr marL="0" indent="0">
              <a:lnSpc>
                <a:spcPct val="150000"/>
              </a:lnSpc>
              <a:spcBef>
                <a:spcPct val="0"/>
              </a:spcBef>
            </a:pPr>
            <a:r>
              <a:rPr lang="zh-CN" altLang="zh-CN" dirty="0" smtClean="0">
                <a:latin typeface="黑体" pitchFamily="2" charset="-122"/>
                <a:ea typeface="黑体" pitchFamily="2" charset="-122"/>
              </a:rPr>
              <a:t>编程思路：</a:t>
            </a:r>
            <a:endParaRPr lang="en-US" altLang="zh-CN" dirty="0" smtClean="0">
              <a:latin typeface="黑体" pitchFamily="2" charset="-122"/>
              <a:ea typeface="黑体" pitchFamily="2" charset="-122"/>
            </a:endParaRPr>
          </a:p>
          <a:p>
            <a:pPr marL="0" lvl="1" indent="0">
              <a:lnSpc>
                <a:spcPct val="150000"/>
              </a:lnSpc>
              <a:spcBef>
                <a:spcPct val="0"/>
              </a:spcBef>
              <a:buFont typeface="Wingdings" pitchFamily="2" charset="2"/>
              <a:buNone/>
            </a:pPr>
            <a:r>
              <a:rPr lang="en-US" altLang="zh-CN" sz="2400" dirty="0" smtClean="0">
                <a:latin typeface="黑体" pitchFamily="2" charset="-122"/>
                <a:ea typeface="黑体" pitchFamily="2" charset="-122"/>
              </a:rPr>
              <a:t>(1)</a:t>
            </a:r>
            <a:r>
              <a:rPr lang="zh-CN" altLang="en-US" sz="2400" dirty="0" smtClean="0">
                <a:latin typeface="黑体" pitchFamily="2" charset="-122"/>
                <a:ea typeface="黑体" pitchFamily="2" charset="-122"/>
              </a:rPr>
              <a:t>使</a:t>
            </a:r>
            <a:r>
              <a:rPr lang="zh-CN" altLang="zh-CN" sz="2400" dirty="0" smtClean="0">
                <a:latin typeface="黑体" pitchFamily="2" charset="-122"/>
                <a:ea typeface="黑体" pitchFamily="2" charset="-122"/>
              </a:rPr>
              <a:t>两个指针</a:t>
            </a:r>
            <a:r>
              <a:rPr lang="en-US" altLang="zh-CN" sz="2400" dirty="0" smtClean="0">
                <a:latin typeface="黑体" pitchFamily="2" charset="-122"/>
                <a:ea typeface="黑体" pitchFamily="2" charset="-122"/>
              </a:rPr>
              <a:t>p1</a:t>
            </a:r>
            <a:r>
              <a:rPr lang="zh-CN" altLang="zh-CN" sz="2400" dirty="0" smtClean="0">
                <a:latin typeface="黑体" pitchFamily="2" charset="-122"/>
                <a:ea typeface="黑体" pitchFamily="2" charset="-122"/>
              </a:rPr>
              <a:t>和</a:t>
            </a:r>
            <a:r>
              <a:rPr lang="en-US" altLang="zh-CN" sz="2400" dirty="0" smtClean="0">
                <a:latin typeface="黑体" pitchFamily="2" charset="-122"/>
                <a:ea typeface="黑体" pitchFamily="2" charset="-122"/>
              </a:rPr>
              <a:t>p2</a:t>
            </a:r>
            <a:r>
              <a:rPr lang="zh-CN" altLang="zh-CN" sz="2400" dirty="0" smtClean="0">
                <a:latin typeface="黑体" pitchFamily="2" charset="-122"/>
                <a:ea typeface="黑体" pitchFamily="2" charset="-122"/>
              </a:rPr>
              <a:t>分别指向字符串</a:t>
            </a:r>
            <a:r>
              <a:rPr lang="en-US" altLang="zh-CN" sz="2400" dirty="0" smtClean="0">
                <a:latin typeface="黑体" pitchFamily="2" charset="-122"/>
                <a:ea typeface="黑体" pitchFamily="2" charset="-122"/>
              </a:rPr>
              <a:t>a</a:t>
            </a:r>
            <a:r>
              <a:rPr lang="zh-CN" altLang="zh-CN" sz="2400" dirty="0" smtClean="0">
                <a:latin typeface="黑体" pitchFamily="2" charset="-122"/>
                <a:ea typeface="黑体" pitchFamily="2" charset="-122"/>
              </a:rPr>
              <a:t>和</a:t>
            </a:r>
            <a:r>
              <a:rPr lang="en-US" altLang="zh-CN" sz="2400" dirty="0" smtClean="0">
                <a:latin typeface="黑体" pitchFamily="2" charset="-122"/>
                <a:ea typeface="黑体" pitchFamily="2" charset="-122"/>
              </a:rPr>
              <a:t>b</a:t>
            </a:r>
            <a:r>
              <a:rPr lang="zh-CN" altLang="en-US" sz="2400" dirty="0" smtClean="0">
                <a:latin typeface="黑体" pitchFamily="2" charset="-122"/>
                <a:ea typeface="黑体" pitchFamily="2" charset="-122"/>
              </a:rPr>
              <a:t>；</a:t>
            </a:r>
            <a:endParaRPr lang="en-US" altLang="zh-CN" sz="2400" dirty="0" smtClean="0">
              <a:latin typeface="黑体" pitchFamily="2" charset="-122"/>
              <a:ea typeface="黑体" pitchFamily="2" charset="-122"/>
            </a:endParaRPr>
          </a:p>
          <a:p>
            <a:pPr marL="0" lvl="1" indent="0">
              <a:lnSpc>
                <a:spcPct val="150000"/>
              </a:lnSpc>
              <a:spcBef>
                <a:spcPct val="0"/>
              </a:spcBef>
              <a:buFont typeface="Wingdings" pitchFamily="2" charset="2"/>
              <a:buNone/>
            </a:pPr>
            <a:r>
              <a:rPr lang="en-US" altLang="zh-CN" sz="2400" dirty="0" smtClean="0">
                <a:latin typeface="黑体" pitchFamily="2" charset="-122"/>
                <a:ea typeface="黑体" pitchFamily="2" charset="-122"/>
              </a:rPr>
              <a:t>(2)</a:t>
            </a:r>
            <a:r>
              <a:rPr lang="zh-CN" altLang="zh-CN" sz="2400" dirty="0" smtClean="0">
                <a:latin typeface="黑体" pitchFamily="2" charset="-122"/>
                <a:ea typeface="黑体" pitchFamily="2" charset="-122"/>
              </a:rPr>
              <a:t>将</a:t>
            </a:r>
            <a:r>
              <a:rPr lang="en-US" altLang="zh-CN" sz="2400" dirty="0" smtClean="0">
                <a:latin typeface="黑体" pitchFamily="2" charset="-122"/>
                <a:ea typeface="黑体" pitchFamily="2" charset="-122"/>
              </a:rPr>
              <a:t>*p1</a:t>
            </a:r>
            <a:r>
              <a:rPr lang="zh-CN" altLang="zh-CN" sz="2400" dirty="0" smtClean="0">
                <a:latin typeface="黑体" pitchFamily="2" charset="-122"/>
                <a:ea typeface="黑体" pitchFamily="2" charset="-122"/>
              </a:rPr>
              <a:t>复制到</a:t>
            </a:r>
            <a:r>
              <a:rPr lang="en-US" altLang="zh-CN" sz="2400" dirty="0" smtClean="0">
                <a:latin typeface="黑体" pitchFamily="2" charset="-122"/>
                <a:ea typeface="黑体" pitchFamily="2" charset="-122"/>
              </a:rPr>
              <a:t>*p2</a:t>
            </a:r>
            <a:r>
              <a:rPr lang="zh-CN" altLang="en-US" sz="2400" dirty="0" smtClean="0">
                <a:latin typeface="黑体" pitchFamily="2" charset="-122"/>
                <a:ea typeface="黑体" pitchFamily="2" charset="-122"/>
              </a:rPr>
              <a:t>中；</a:t>
            </a:r>
            <a:endParaRPr lang="en-US" altLang="zh-CN" sz="2400" dirty="0" smtClean="0">
              <a:latin typeface="黑体" pitchFamily="2" charset="-122"/>
              <a:ea typeface="黑体" pitchFamily="2" charset="-122"/>
            </a:endParaRPr>
          </a:p>
          <a:p>
            <a:pPr marL="0" lvl="1" indent="0">
              <a:lnSpc>
                <a:spcPct val="150000"/>
              </a:lnSpc>
              <a:spcBef>
                <a:spcPct val="0"/>
              </a:spcBef>
              <a:buFont typeface="Wingdings" pitchFamily="2" charset="2"/>
              <a:buNone/>
            </a:pPr>
            <a:r>
              <a:rPr lang="en-US" altLang="zh-CN" sz="2400" dirty="0" smtClean="0">
                <a:latin typeface="黑体" pitchFamily="2" charset="-122"/>
                <a:ea typeface="黑体" pitchFamily="2" charset="-122"/>
              </a:rPr>
              <a:t>(3)</a:t>
            </a:r>
            <a:r>
              <a:rPr lang="zh-CN" altLang="zh-CN" sz="2400" dirty="0" smtClean="0">
                <a:latin typeface="黑体" pitchFamily="2" charset="-122"/>
                <a:ea typeface="黑体" pitchFamily="2" charset="-122"/>
              </a:rPr>
              <a:t>使</a:t>
            </a:r>
            <a:r>
              <a:rPr lang="en-US" altLang="zh-CN" sz="2400" dirty="0" smtClean="0">
                <a:latin typeface="黑体" pitchFamily="2" charset="-122"/>
                <a:ea typeface="黑体" pitchFamily="2" charset="-122"/>
              </a:rPr>
              <a:t>p1</a:t>
            </a:r>
            <a:r>
              <a:rPr lang="zh-CN" altLang="zh-CN" sz="2400" dirty="0" smtClean="0">
                <a:latin typeface="黑体" pitchFamily="2" charset="-122"/>
                <a:ea typeface="黑体" pitchFamily="2" charset="-122"/>
              </a:rPr>
              <a:t>和</a:t>
            </a:r>
            <a:r>
              <a:rPr lang="en-US" altLang="zh-CN" sz="2400" dirty="0" smtClean="0">
                <a:latin typeface="黑体" pitchFamily="2" charset="-122"/>
                <a:ea typeface="黑体" pitchFamily="2" charset="-122"/>
              </a:rPr>
              <a:t>p2</a:t>
            </a:r>
            <a:r>
              <a:rPr lang="zh-CN" altLang="zh-CN" sz="2400" dirty="0" smtClean="0">
                <a:latin typeface="黑体" pitchFamily="2" charset="-122"/>
                <a:ea typeface="黑体" pitchFamily="2" charset="-122"/>
              </a:rPr>
              <a:t>分别下移一个位置</a:t>
            </a:r>
            <a:r>
              <a:rPr lang="zh-CN" altLang="en-US" sz="2400" dirty="0" smtClean="0">
                <a:latin typeface="黑体" pitchFamily="2" charset="-122"/>
                <a:ea typeface="黑体" pitchFamily="2" charset="-122"/>
              </a:rPr>
              <a:t>；</a:t>
            </a:r>
            <a:endParaRPr lang="en-US" altLang="zh-CN" sz="2400" dirty="0" smtClean="0">
              <a:latin typeface="黑体" pitchFamily="2" charset="-122"/>
              <a:ea typeface="黑体" pitchFamily="2" charset="-122"/>
            </a:endParaRPr>
          </a:p>
          <a:p>
            <a:pPr marL="0" lvl="1" indent="0">
              <a:lnSpc>
                <a:spcPct val="150000"/>
              </a:lnSpc>
              <a:spcBef>
                <a:spcPct val="0"/>
              </a:spcBef>
              <a:buFont typeface="Wingdings" pitchFamily="2" charset="2"/>
              <a:buNone/>
            </a:pPr>
            <a:r>
              <a:rPr lang="en-US" altLang="zh-CN" sz="2400" dirty="0" smtClean="0">
                <a:latin typeface="黑体" pitchFamily="2" charset="-122"/>
                <a:ea typeface="黑体" pitchFamily="2" charset="-122"/>
              </a:rPr>
              <a:t>(4)</a:t>
            </a:r>
            <a:r>
              <a:rPr lang="zh-CN" altLang="zh-CN" sz="2400" dirty="0" smtClean="0">
                <a:latin typeface="黑体" pitchFamily="2" charset="-122"/>
                <a:ea typeface="黑体" pitchFamily="2" charset="-122"/>
              </a:rPr>
              <a:t>将</a:t>
            </a:r>
            <a:r>
              <a:rPr lang="en-US" altLang="zh-CN" sz="2400" dirty="0" smtClean="0">
                <a:latin typeface="黑体" pitchFamily="2" charset="-122"/>
                <a:ea typeface="黑体" pitchFamily="2" charset="-122"/>
              </a:rPr>
              <a:t>*p1</a:t>
            </a:r>
            <a:r>
              <a:rPr lang="zh-CN" altLang="zh-CN" sz="2400" dirty="0" smtClean="0">
                <a:latin typeface="黑体" pitchFamily="2" charset="-122"/>
                <a:ea typeface="黑体" pitchFamily="2" charset="-122"/>
              </a:rPr>
              <a:t>复制到</a:t>
            </a:r>
            <a:r>
              <a:rPr lang="en-US" altLang="zh-CN" sz="2400" dirty="0" smtClean="0">
                <a:latin typeface="黑体" pitchFamily="2" charset="-122"/>
                <a:ea typeface="黑体" pitchFamily="2" charset="-122"/>
              </a:rPr>
              <a:t>*p2</a:t>
            </a:r>
            <a:r>
              <a:rPr lang="zh-CN" altLang="zh-CN" sz="2400" dirty="0" smtClean="0">
                <a:latin typeface="黑体" pitchFamily="2" charset="-122"/>
                <a:ea typeface="黑体" pitchFamily="2" charset="-122"/>
              </a:rPr>
              <a:t>中</a:t>
            </a:r>
            <a:r>
              <a:rPr lang="zh-CN" altLang="en-US" sz="2400" dirty="0" smtClean="0">
                <a:latin typeface="黑体" pitchFamily="2" charset="-122"/>
                <a:ea typeface="黑体" pitchFamily="2" charset="-122"/>
              </a:rPr>
              <a:t>；</a:t>
            </a:r>
            <a:endParaRPr lang="en-US" altLang="zh-CN" sz="2400" dirty="0" smtClean="0">
              <a:latin typeface="黑体" pitchFamily="2" charset="-122"/>
              <a:ea typeface="黑体" pitchFamily="2" charset="-122"/>
            </a:endParaRPr>
          </a:p>
        </p:txBody>
      </p:sp>
      <p:pic>
        <p:nvPicPr>
          <p:cNvPr id="98307" name="图片 6" descr="Untitled2.png">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459788" y="6237288"/>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8308" name="矩形 3"/>
          <p:cNvSpPr>
            <a:spLocks noChangeArrowheads="1"/>
          </p:cNvSpPr>
          <p:nvPr/>
        </p:nvSpPr>
        <p:spPr bwMode="auto">
          <a:xfrm>
            <a:off x="2000250" y="214313"/>
            <a:ext cx="7000875" cy="2143125"/>
          </a:xfrm>
          <a:prstGeom prst="rect">
            <a:avLst/>
          </a:prstGeom>
          <a:solidFill>
            <a:srgbClr val="FFFFCC"/>
          </a:solidFill>
          <a:ln w="9525" algn="ctr">
            <a:solidFill>
              <a:schemeClr val="tx1"/>
            </a:solidFill>
            <a:miter lim="800000"/>
            <a:headEnd/>
            <a:tailEnd/>
          </a:ln>
        </p:spPr>
        <p:txBody>
          <a:bodyPr wrap="none"/>
          <a:lstStyle/>
          <a:p>
            <a:endParaRPr lang="zh-CN" altLang="en-US"/>
          </a:p>
        </p:txBody>
      </p:sp>
      <p:graphicFrame>
        <p:nvGraphicFramePr>
          <p:cNvPr id="5" name="表格 4"/>
          <p:cNvGraphicFramePr>
            <a:graphicFrameLocks noGrp="1"/>
          </p:cNvGraphicFramePr>
          <p:nvPr/>
        </p:nvGraphicFramePr>
        <p:xfrm>
          <a:off x="2500313" y="625475"/>
          <a:ext cx="6072190" cy="517662"/>
        </p:xfrm>
        <a:graphic>
          <a:graphicData uri="http://schemas.openxmlformats.org/drawingml/2006/table">
            <a:tbl>
              <a:tblPr firstRow="1" bandRow="1">
                <a:tableStyleId>{5C22544A-7EE6-4342-B048-85BDC9FD1C3A}</a:tableStyleId>
              </a:tblPr>
              <a:tblGrid>
                <a:gridCol w="482204"/>
                <a:gridCol w="482204"/>
                <a:gridCol w="482204"/>
                <a:gridCol w="482204"/>
                <a:gridCol w="482204"/>
                <a:gridCol w="482204"/>
                <a:gridCol w="482204"/>
                <a:gridCol w="482204"/>
                <a:gridCol w="482204"/>
                <a:gridCol w="482204"/>
                <a:gridCol w="482204"/>
                <a:gridCol w="767946"/>
              </a:tblGrid>
              <a:tr h="517525">
                <a:tc>
                  <a:txBody>
                    <a:bodyPr/>
                    <a:lstStyle/>
                    <a:p>
                      <a:pPr algn="ctr"/>
                      <a:r>
                        <a:rPr lang="en-US" altLang="zh-CN" sz="2800" dirty="0" smtClean="0">
                          <a:solidFill>
                            <a:srgbClr val="0000CC"/>
                          </a:solidFill>
                        </a:rPr>
                        <a:t>I</a:t>
                      </a: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2800" dirty="0" smtClean="0">
                          <a:solidFill>
                            <a:srgbClr val="0000CC"/>
                          </a:solidFill>
                        </a:rPr>
                        <a:t>a</a:t>
                      </a: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2800" dirty="0" smtClean="0">
                          <a:solidFill>
                            <a:srgbClr val="0000CC"/>
                          </a:solidFill>
                        </a:rPr>
                        <a:t>m</a:t>
                      </a: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2800" dirty="0" smtClean="0">
                          <a:solidFill>
                            <a:srgbClr val="0000CC"/>
                          </a:solidFill>
                        </a:rPr>
                        <a:t>a</a:t>
                      </a: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2800" dirty="0" smtClean="0">
                          <a:solidFill>
                            <a:srgbClr val="0000CC"/>
                          </a:solidFill>
                        </a:rPr>
                        <a:t>b</a:t>
                      </a: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2800" dirty="0" smtClean="0">
                          <a:solidFill>
                            <a:srgbClr val="0000CC"/>
                          </a:solidFill>
                        </a:rPr>
                        <a:t>o</a:t>
                      </a: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2800" dirty="0" smtClean="0">
                          <a:solidFill>
                            <a:srgbClr val="0000CC"/>
                          </a:solidFill>
                        </a:rPr>
                        <a:t>y</a:t>
                      </a: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2800" dirty="0" smtClean="0">
                          <a:solidFill>
                            <a:srgbClr val="0000CC"/>
                          </a:solidFill>
                        </a:rPr>
                        <a:t>.</a:t>
                      </a: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2800" dirty="0" smtClean="0">
                          <a:solidFill>
                            <a:srgbClr val="0000CC"/>
                          </a:solidFill>
                        </a:rPr>
                        <a:t>\0</a:t>
                      </a: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r>
            </a:tbl>
          </a:graphicData>
        </a:graphic>
      </p:graphicFrame>
      <p:cxnSp>
        <p:nvCxnSpPr>
          <p:cNvPr id="98337" name="直接箭头连接符 29"/>
          <p:cNvCxnSpPr>
            <a:cxnSpLocks noChangeShapeType="1"/>
          </p:cNvCxnSpPr>
          <p:nvPr/>
        </p:nvCxnSpPr>
        <p:spPr bwMode="auto">
          <a:xfrm rot="5400000">
            <a:off x="3001169" y="427832"/>
            <a:ext cx="428625" cy="1587"/>
          </a:xfrm>
          <a:prstGeom prst="straightConnector1">
            <a:avLst/>
          </a:prstGeom>
          <a:noFill/>
          <a:ln w="38100" algn="ctr">
            <a:solidFill>
              <a:srgbClr val="FF0000"/>
            </a:solidFill>
            <a:miter lim="800000"/>
            <a:headEnd/>
            <a:tailEnd type="arrow" w="med" len="med"/>
          </a:ln>
          <a:extLst>
            <a:ext uri="{909E8E84-426E-40DD-AFC4-6F175D3DCCD1}">
              <a14:hiddenFill xmlns:a14="http://schemas.microsoft.com/office/drawing/2010/main">
                <a:noFill/>
              </a14:hiddenFill>
            </a:ext>
          </a:extLst>
        </p:spPr>
      </p:cxnSp>
      <p:sp>
        <p:nvSpPr>
          <p:cNvPr id="8" name="TextBox 7"/>
          <p:cNvSpPr txBox="1">
            <a:spLocks noChangeArrowheads="1"/>
          </p:cNvSpPr>
          <p:nvPr/>
        </p:nvSpPr>
        <p:spPr bwMode="auto">
          <a:xfrm>
            <a:off x="2571750" y="119063"/>
            <a:ext cx="714375" cy="523875"/>
          </a:xfrm>
          <a:prstGeom prst="rect">
            <a:avLst/>
          </a:prstGeom>
          <a:noFill/>
          <a:ln w="9525">
            <a:noFill/>
            <a:miter lim="800000"/>
            <a:headEnd/>
            <a:tailEnd/>
          </a:ln>
        </p:spPr>
        <p:txBody>
          <a:bodyPr>
            <a:spAutoFit/>
          </a:bodyPr>
          <a:lstStyle/>
          <a:p>
            <a:pPr>
              <a:defRPr/>
            </a:pPr>
            <a:r>
              <a:rPr lang="en-US" altLang="zh-CN" sz="2800" b="1" dirty="0">
                <a:solidFill>
                  <a:srgbClr val="FF3300"/>
                </a:solidFill>
                <a:latin typeface="+mn-lt"/>
                <a:ea typeface="+mn-ea"/>
              </a:rPr>
              <a:t>p1</a:t>
            </a:r>
            <a:endParaRPr lang="zh-CN" altLang="en-US" sz="2800" b="1" dirty="0">
              <a:solidFill>
                <a:srgbClr val="FF3300"/>
              </a:solidFill>
              <a:latin typeface="+mn-lt"/>
              <a:ea typeface="+mn-ea"/>
            </a:endParaRPr>
          </a:p>
        </p:txBody>
      </p:sp>
      <p:sp>
        <p:nvSpPr>
          <p:cNvPr id="9" name="TextBox 8"/>
          <p:cNvSpPr txBox="1">
            <a:spLocks noChangeArrowheads="1"/>
          </p:cNvSpPr>
          <p:nvPr/>
        </p:nvSpPr>
        <p:spPr bwMode="auto">
          <a:xfrm>
            <a:off x="2071688" y="571500"/>
            <a:ext cx="428625" cy="523875"/>
          </a:xfrm>
          <a:prstGeom prst="rect">
            <a:avLst/>
          </a:prstGeom>
          <a:noFill/>
          <a:ln w="9525">
            <a:noFill/>
            <a:miter lim="800000"/>
            <a:headEnd/>
            <a:tailEnd/>
          </a:ln>
        </p:spPr>
        <p:txBody>
          <a:bodyPr>
            <a:spAutoFit/>
          </a:bodyPr>
          <a:lstStyle/>
          <a:p>
            <a:pPr>
              <a:defRPr/>
            </a:pPr>
            <a:r>
              <a:rPr lang="en-US" altLang="zh-CN" sz="2800" b="1" dirty="0">
                <a:solidFill>
                  <a:srgbClr val="0000CC"/>
                </a:solidFill>
                <a:latin typeface="+mn-lt"/>
                <a:ea typeface="+mn-ea"/>
              </a:rPr>
              <a:t>a</a:t>
            </a:r>
            <a:endParaRPr lang="zh-CN" altLang="en-US" sz="2800" b="1" dirty="0">
              <a:solidFill>
                <a:srgbClr val="0000CC"/>
              </a:solidFill>
              <a:latin typeface="+mn-lt"/>
              <a:ea typeface="+mn-ea"/>
            </a:endParaRPr>
          </a:p>
        </p:txBody>
      </p:sp>
      <p:graphicFrame>
        <p:nvGraphicFramePr>
          <p:cNvPr id="10" name="表格 9"/>
          <p:cNvGraphicFramePr>
            <a:graphicFrameLocks noGrp="1"/>
          </p:cNvGraphicFramePr>
          <p:nvPr/>
        </p:nvGraphicFramePr>
        <p:xfrm>
          <a:off x="2500313" y="1428750"/>
          <a:ext cx="6072190" cy="517662"/>
        </p:xfrm>
        <a:graphic>
          <a:graphicData uri="http://schemas.openxmlformats.org/drawingml/2006/table">
            <a:tbl>
              <a:tblPr firstRow="1" bandRow="1">
                <a:tableStyleId>{5C22544A-7EE6-4342-B048-85BDC9FD1C3A}</a:tableStyleId>
              </a:tblPr>
              <a:tblGrid>
                <a:gridCol w="482204"/>
                <a:gridCol w="482204"/>
                <a:gridCol w="482204"/>
                <a:gridCol w="482204"/>
                <a:gridCol w="482204"/>
                <a:gridCol w="482204"/>
                <a:gridCol w="482204"/>
                <a:gridCol w="482204"/>
                <a:gridCol w="482204"/>
                <a:gridCol w="482204"/>
                <a:gridCol w="482204"/>
                <a:gridCol w="767946"/>
              </a:tblGrid>
              <a:tr h="517525">
                <a:tc>
                  <a:txBody>
                    <a:bodyPr/>
                    <a:lstStyle/>
                    <a:p>
                      <a:pPr algn="ct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r>
            </a:tbl>
          </a:graphicData>
        </a:graphic>
      </p:graphicFrame>
      <p:sp>
        <p:nvSpPr>
          <p:cNvPr id="11" name="TextBox 10"/>
          <p:cNvSpPr txBox="1">
            <a:spLocks noChangeArrowheads="1"/>
          </p:cNvSpPr>
          <p:nvPr/>
        </p:nvSpPr>
        <p:spPr bwMode="auto">
          <a:xfrm>
            <a:off x="2071688" y="1374775"/>
            <a:ext cx="428625" cy="523875"/>
          </a:xfrm>
          <a:prstGeom prst="rect">
            <a:avLst/>
          </a:prstGeom>
          <a:noFill/>
          <a:ln w="9525">
            <a:noFill/>
            <a:miter lim="800000"/>
            <a:headEnd/>
            <a:tailEnd/>
          </a:ln>
        </p:spPr>
        <p:txBody>
          <a:bodyPr>
            <a:spAutoFit/>
          </a:bodyPr>
          <a:lstStyle/>
          <a:p>
            <a:pPr>
              <a:defRPr/>
            </a:pPr>
            <a:r>
              <a:rPr lang="en-US" altLang="zh-CN" sz="2800" b="1" dirty="0">
                <a:solidFill>
                  <a:srgbClr val="0000CC"/>
                </a:solidFill>
                <a:latin typeface="+mn-lt"/>
                <a:ea typeface="+mn-ea"/>
              </a:rPr>
              <a:t>b</a:t>
            </a:r>
            <a:endParaRPr lang="zh-CN" altLang="en-US" sz="2800" b="1" dirty="0">
              <a:solidFill>
                <a:srgbClr val="0000CC"/>
              </a:solidFill>
              <a:latin typeface="+mn-lt"/>
              <a:ea typeface="+mn-ea"/>
            </a:endParaRPr>
          </a:p>
        </p:txBody>
      </p:sp>
      <p:cxnSp>
        <p:nvCxnSpPr>
          <p:cNvPr id="98369" name="直接箭头连接符 29"/>
          <p:cNvCxnSpPr>
            <a:cxnSpLocks noChangeShapeType="1"/>
          </p:cNvCxnSpPr>
          <p:nvPr/>
        </p:nvCxnSpPr>
        <p:spPr bwMode="auto">
          <a:xfrm rot="16200000" flipV="1">
            <a:off x="3001169" y="2142332"/>
            <a:ext cx="428625" cy="1587"/>
          </a:xfrm>
          <a:prstGeom prst="straightConnector1">
            <a:avLst/>
          </a:prstGeom>
          <a:noFill/>
          <a:ln w="38100" algn="ctr">
            <a:solidFill>
              <a:srgbClr val="FF0000"/>
            </a:solidFill>
            <a:miter lim="800000"/>
            <a:headEnd/>
            <a:tailEnd type="arrow" w="med" len="med"/>
          </a:ln>
          <a:extLst>
            <a:ext uri="{909E8E84-426E-40DD-AFC4-6F175D3DCCD1}">
              <a14:hiddenFill xmlns:a14="http://schemas.microsoft.com/office/drawing/2010/main">
                <a:noFill/>
              </a14:hiddenFill>
            </a:ext>
          </a:extLst>
        </p:spPr>
      </p:cxnSp>
      <p:sp>
        <p:nvSpPr>
          <p:cNvPr id="14" name="TextBox 13"/>
          <p:cNvSpPr txBox="1">
            <a:spLocks noChangeArrowheads="1"/>
          </p:cNvSpPr>
          <p:nvPr/>
        </p:nvSpPr>
        <p:spPr bwMode="auto">
          <a:xfrm>
            <a:off x="2500313" y="1857375"/>
            <a:ext cx="714375" cy="523875"/>
          </a:xfrm>
          <a:prstGeom prst="rect">
            <a:avLst/>
          </a:prstGeom>
          <a:noFill/>
          <a:ln w="9525">
            <a:noFill/>
            <a:miter lim="800000"/>
            <a:headEnd/>
            <a:tailEnd/>
          </a:ln>
        </p:spPr>
        <p:txBody>
          <a:bodyPr>
            <a:spAutoFit/>
          </a:bodyPr>
          <a:lstStyle/>
          <a:p>
            <a:pPr>
              <a:defRPr/>
            </a:pPr>
            <a:r>
              <a:rPr lang="en-US" altLang="zh-CN" sz="2800" b="1" dirty="0">
                <a:solidFill>
                  <a:srgbClr val="FF3300"/>
                </a:solidFill>
                <a:latin typeface="+mn-lt"/>
                <a:ea typeface="+mn-ea"/>
              </a:rPr>
              <a:t>p2</a:t>
            </a:r>
            <a:endParaRPr lang="zh-CN" altLang="en-US" sz="2800" b="1" dirty="0">
              <a:solidFill>
                <a:srgbClr val="FF3300"/>
              </a:solidFill>
              <a:latin typeface="+mn-lt"/>
              <a:ea typeface="+mn-ea"/>
            </a:endParaRPr>
          </a:p>
        </p:txBody>
      </p:sp>
      <p:sp>
        <p:nvSpPr>
          <p:cNvPr id="13" name="TextBox 12"/>
          <p:cNvSpPr txBox="1">
            <a:spLocks noChangeArrowheads="1"/>
          </p:cNvSpPr>
          <p:nvPr/>
        </p:nvSpPr>
        <p:spPr bwMode="auto">
          <a:xfrm>
            <a:off x="2571750" y="1428750"/>
            <a:ext cx="428625" cy="523875"/>
          </a:xfrm>
          <a:prstGeom prst="rect">
            <a:avLst/>
          </a:prstGeom>
          <a:noFill/>
          <a:ln w="9525">
            <a:noFill/>
            <a:miter lim="800000"/>
            <a:headEnd/>
            <a:tailEnd/>
          </a:ln>
        </p:spPr>
        <p:txBody>
          <a:bodyPr>
            <a:spAutoFit/>
          </a:bodyPr>
          <a:lstStyle/>
          <a:p>
            <a:pPr>
              <a:defRPr/>
            </a:pPr>
            <a:r>
              <a:rPr lang="en-US" altLang="zh-CN" sz="2800" b="1" dirty="0">
                <a:solidFill>
                  <a:srgbClr val="0000CC"/>
                </a:solidFill>
                <a:latin typeface="+mn-lt"/>
                <a:ea typeface="+mn-ea"/>
              </a:rPr>
              <a:t>I</a:t>
            </a:r>
            <a:endParaRPr lang="zh-CN" altLang="en-US" sz="2800" b="1" dirty="0">
              <a:solidFill>
                <a:srgbClr val="0000CC"/>
              </a:solidFill>
              <a:latin typeface="+mn-lt"/>
              <a:ea typeface="+mn-ea"/>
            </a:endParaRPr>
          </a:p>
        </p:txBody>
      </p:sp>
    </p:spTree>
    <p:extLst>
      <p:ext uri="{BB962C8B-B14F-4D97-AF65-F5344CB8AC3E}">
        <p14:creationId xmlns:p14="http://schemas.microsoft.com/office/powerpoint/2010/main" val="3864223567"/>
      </p:ext>
    </p:extLst>
  </p:cSld>
  <p:clrMapOvr>
    <a:masterClrMapping/>
  </p:clrMapOvr>
  <p:transition>
    <p:checker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65539">
                                            <p:txEl>
                                              <p:pRg st="4" end="4"/>
                                            </p:txEl>
                                          </p:spTgt>
                                        </p:tgtEl>
                                        <p:attrNameLst>
                                          <p:attrName>style.visibility</p:attrName>
                                        </p:attrNameLst>
                                      </p:cBhvr>
                                      <p:to>
                                        <p:strVal val="visible"/>
                                      </p:to>
                                    </p:set>
                                    <p:animEffect transition="in" filter="blinds(horizontal)">
                                      <p:cBhvr>
                                        <p:cTn id="7" dur="500"/>
                                        <p:tgtEl>
                                          <p:spTgt spid="6553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9330" name="Rectangle 7"/>
          <p:cNvSpPr>
            <a:spLocks noGrp="1" noChangeArrowheads="1"/>
          </p:cNvSpPr>
          <p:nvPr>
            <p:ph type="body" sz="half" idx="1"/>
          </p:nvPr>
        </p:nvSpPr>
        <p:spPr>
          <a:xfrm>
            <a:off x="498903" y="2564904"/>
            <a:ext cx="8429625" cy="3384376"/>
          </a:xfrm>
        </p:spPr>
        <p:txBody>
          <a:bodyPr/>
          <a:lstStyle/>
          <a:p>
            <a:pPr marL="0" indent="0">
              <a:lnSpc>
                <a:spcPct val="150000"/>
              </a:lnSpc>
              <a:spcBef>
                <a:spcPct val="0"/>
              </a:spcBef>
            </a:pPr>
            <a:r>
              <a:rPr lang="zh-CN" altLang="zh-CN" dirty="0" smtClean="0">
                <a:latin typeface="黑体" pitchFamily="2" charset="-122"/>
                <a:ea typeface="黑体" pitchFamily="2" charset="-122"/>
              </a:rPr>
              <a:t>编程思路：</a:t>
            </a:r>
            <a:endParaRPr lang="en-US" altLang="zh-CN" dirty="0" smtClean="0">
              <a:latin typeface="黑体" pitchFamily="2" charset="-122"/>
              <a:ea typeface="黑体" pitchFamily="2" charset="-122"/>
            </a:endParaRPr>
          </a:p>
          <a:p>
            <a:pPr marL="0" lvl="1" indent="0">
              <a:lnSpc>
                <a:spcPct val="150000"/>
              </a:lnSpc>
              <a:spcBef>
                <a:spcPct val="0"/>
              </a:spcBef>
              <a:buFont typeface="Wingdings" pitchFamily="2" charset="2"/>
              <a:buNone/>
            </a:pPr>
            <a:r>
              <a:rPr lang="en-US" altLang="zh-CN" sz="2400" dirty="0" smtClean="0">
                <a:latin typeface="黑体" pitchFamily="2" charset="-122"/>
                <a:ea typeface="黑体" pitchFamily="2" charset="-122"/>
              </a:rPr>
              <a:t>(1)</a:t>
            </a:r>
            <a:r>
              <a:rPr lang="zh-CN" altLang="en-US" sz="2400" dirty="0" smtClean="0">
                <a:latin typeface="黑体" pitchFamily="2" charset="-122"/>
                <a:ea typeface="黑体" pitchFamily="2" charset="-122"/>
              </a:rPr>
              <a:t>使</a:t>
            </a:r>
            <a:r>
              <a:rPr lang="zh-CN" altLang="zh-CN" sz="2400" dirty="0" smtClean="0">
                <a:latin typeface="黑体" pitchFamily="2" charset="-122"/>
                <a:ea typeface="黑体" pitchFamily="2" charset="-122"/>
              </a:rPr>
              <a:t>两个指针</a:t>
            </a:r>
            <a:r>
              <a:rPr lang="en-US" altLang="zh-CN" sz="2400" dirty="0" smtClean="0">
                <a:latin typeface="黑体" pitchFamily="2" charset="-122"/>
                <a:ea typeface="黑体" pitchFamily="2" charset="-122"/>
              </a:rPr>
              <a:t>p1</a:t>
            </a:r>
            <a:r>
              <a:rPr lang="zh-CN" altLang="zh-CN" sz="2400" dirty="0" smtClean="0">
                <a:latin typeface="黑体" pitchFamily="2" charset="-122"/>
                <a:ea typeface="黑体" pitchFamily="2" charset="-122"/>
              </a:rPr>
              <a:t>和</a:t>
            </a:r>
            <a:r>
              <a:rPr lang="en-US" altLang="zh-CN" sz="2400" dirty="0" smtClean="0">
                <a:latin typeface="黑体" pitchFamily="2" charset="-122"/>
                <a:ea typeface="黑体" pitchFamily="2" charset="-122"/>
              </a:rPr>
              <a:t>p2</a:t>
            </a:r>
            <a:r>
              <a:rPr lang="zh-CN" altLang="zh-CN" sz="2400" dirty="0" smtClean="0">
                <a:latin typeface="黑体" pitchFamily="2" charset="-122"/>
                <a:ea typeface="黑体" pitchFamily="2" charset="-122"/>
              </a:rPr>
              <a:t>分别指向字符串</a:t>
            </a:r>
            <a:r>
              <a:rPr lang="en-US" altLang="zh-CN" sz="2400" dirty="0" smtClean="0">
                <a:latin typeface="黑体" pitchFamily="2" charset="-122"/>
                <a:ea typeface="黑体" pitchFamily="2" charset="-122"/>
              </a:rPr>
              <a:t>a</a:t>
            </a:r>
            <a:r>
              <a:rPr lang="zh-CN" altLang="zh-CN" sz="2400" dirty="0" smtClean="0">
                <a:latin typeface="黑体" pitchFamily="2" charset="-122"/>
                <a:ea typeface="黑体" pitchFamily="2" charset="-122"/>
              </a:rPr>
              <a:t>和</a:t>
            </a:r>
            <a:r>
              <a:rPr lang="en-US" altLang="zh-CN" sz="2400" dirty="0" smtClean="0">
                <a:latin typeface="黑体" pitchFamily="2" charset="-122"/>
                <a:ea typeface="黑体" pitchFamily="2" charset="-122"/>
              </a:rPr>
              <a:t>b</a:t>
            </a:r>
            <a:r>
              <a:rPr lang="zh-CN" altLang="en-US" sz="2400" dirty="0" smtClean="0">
                <a:latin typeface="黑体" pitchFamily="2" charset="-122"/>
                <a:ea typeface="黑体" pitchFamily="2" charset="-122"/>
              </a:rPr>
              <a:t>；</a:t>
            </a:r>
            <a:endParaRPr lang="en-US" altLang="zh-CN" sz="2400" dirty="0" smtClean="0">
              <a:latin typeface="黑体" pitchFamily="2" charset="-122"/>
              <a:ea typeface="黑体" pitchFamily="2" charset="-122"/>
            </a:endParaRPr>
          </a:p>
          <a:p>
            <a:pPr marL="0" lvl="1" indent="0">
              <a:lnSpc>
                <a:spcPct val="150000"/>
              </a:lnSpc>
              <a:spcBef>
                <a:spcPct val="0"/>
              </a:spcBef>
              <a:buFont typeface="Wingdings" pitchFamily="2" charset="2"/>
              <a:buNone/>
            </a:pPr>
            <a:r>
              <a:rPr lang="en-US" altLang="zh-CN" sz="2400" dirty="0" smtClean="0">
                <a:latin typeface="黑体" pitchFamily="2" charset="-122"/>
                <a:ea typeface="黑体" pitchFamily="2" charset="-122"/>
              </a:rPr>
              <a:t>(2)</a:t>
            </a:r>
            <a:r>
              <a:rPr lang="zh-CN" altLang="zh-CN" sz="2400" dirty="0" smtClean="0">
                <a:latin typeface="黑体" pitchFamily="2" charset="-122"/>
                <a:ea typeface="黑体" pitchFamily="2" charset="-122"/>
              </a:rPr>
              <a:t>将</a:t>
            </a:r>
            <a:r>
              <a:rPr lang="en-US" altLang="zh-CN" sz="2400" dirty="0" smtClean="0">
                <a:latin typeface="黑体" pitchFamily="2" charset="-122"/>
                <a:ea typeface="黑体" pitchFamily="2" charset="-122"/>
              </a:rPr>
              <a:t>*p1</a:t>
            </a:r>
            <a:r>
              <a:rPr lang="zh-CN" altLang="zh-CN" sz="2400" dirty="0" smtClean="0">
                <a:latin typeface="黑体" pitchFamily="2" charset="-122"/>
                <a:ea typeface="黑体" pitchFamily="2" charset="-122"/>
              </a:rPr>
              <a:t>复制到</a:t>
            </a:r>
            <a:r>
              <a:rPr lang="en-US" altLang="zh-CN" sz="2400" dirty="0" smtClean="0">
                <a:latin typeface="黑体" pitchFamily="2" charset="-122"/>
                <a:ea typeface="黑体" pitchFamily="2" charset="-122"/>
              </a:rPr>
              <a:t>*p2</a:t>
            </a:r>
            <a:r>
              <a:rPr lang="zh-CN" altLang="en-US" sz="2400" dirty="0" smtClean="0">
                <a:latin typeface="黑体" pitchFamily="2" charset="-122"/>
                <a:ea typeface="黑体" pitchFamily="2" charset="-122"/>
              </a:rPr>
              <a:t>中；</a:t>
            </a:r>
            <a:endParaRPr lang="en-US" altLang="zh-CN" sz="2400" dirty="0" smtClean="0">
              <a:latin typeface="黑体" pitchFamily="2" charset="-122"/>
              <a:ea typeface="黑体" pitchFamily="2" charset="-122"/>
            </a:endParaRPr>
          </a:p>
          <a:p>
            <a:pPr marL="0" lvl="1" indent="0">
              <a:lnSpc>
                <a:spcPct val="150000"/>
              </a:lnSpc>
              <a:spcBef>
                <a:spcPct val="0"/>
              </a:spcBef>
              <a:buFont typeface="Wingdings" pitchFamily="2" charset="2"/>
              <a:buNone/>
            </a:pPr>
            <a:r>
              <a:rPr lang="en-US" altLang="zh-CN" sz="2400" dirty="0" smtClean="0">
                <a:latin typeface="黑体" pitchFamily="2" charset="-122"/>
                <a:ea typeface="黑体" pitchFamily="2" charset="-122"/>
              </a:rPr>
              <a:t>(3)</a:t>
            </a:r>
            <a:r>
              <a:rPr lang="zh-CN" altLang="zh-CN" sz="2400" dirty="0" smtClean="0">
                <a:latin typeface="黑体" pitchFamily="2" charset="-122"/>
                <a:ea typeface="黑体" pitchFamily="2" charset="-122"/>
              </a:rPr>
              <a:t>使</a:t>
            </a:r>
            <a:r>
              <a:rPr lang="en-US" altLang="zh-CN" sz="2400" dirty="0" smtClean="0">
                <a:latin typeface="黑体" pitchFamily="2" charset="-122"/>
                <a:ea typeface="黑体" pitchFamily="2" charset="-122"/>
              </a:rPr>
              <a:t>p1</a:t>
            </a:r>
            <a:r>
              <a:rPr lang="zh-CN" altLang="zh-CN" sz="2400" dirty="0" smtClean="0">
                <a:latin typeface="黑体" pitchFamily="2" charset="-122"/>
                <a:ea typeface="黑体" pitchFamily="2" charset="-122"/>
              </a:rPr>
              <a:t>和</a:t>
            </a:r>
            <a:r>
              <a:rPr lang="en-US" altLang="zh-CN" sz="2400" dirty="0" smtClean="0">
                <a:latin typeface="黑体" pitchFamily="2" charset="-122"/>
                <a:ea typeface="黑体" pitchFamily="2" charset="-122"/>
              </a:rPr>
              <a:t>p2</a:t>
            </a:r>
            <a:r>
              <a:rPr lang="zh-CN" altLang="zh-CN" sz="2400" dirty="0" smtClean="0">
                <a:latin typeface="黑体" pitchFamily="2" charset="-122"/>
                <a:ea typeface="黑体" pitchFamily="2" charset="-122"/>
              </a:rPr>
              <a:t>分别下移一个位置</a:t>
            </a:r>
            <a:r>
              <a:rPr lang="zh-CN" altLang="en-US" sz="2400" dirty="0" smtClean="0">
                <a:latin typeface="黑体" pitchFamily="2" charset="-122"/>
                <a:ea typeface="黑体" pitchFamily="2" charset="-122"/>
              </a:rPr>
              <a:t>；</a:t>
            </a:r>
            <a:endParaRPr lang="en-US" altLang="zh-CN" sz="2400" dirty="0" smtClean="0">
              <a:latin typeface="黑体" pitchFamily="2" charset="-122"/>
              <a:ea typeface="黑体" pitchFamily="2" charset="-122"/>
            </a:endParaRPr>
          </a:p>
          <a:p>
            <a:pPr marL="0" lvl="1" indent="0">
              <a:lnSpc>
                <a:spcPct val="150000"/>
              </a:lnSpc>
              <a:spcBef>
                <a:spcPct val="0"/>
              </a:spcBef>
              <a:buFont typeface="Wingdings" pitchFamily="2" charset="2"/>
              <a:buNone/>
            </a:pPr>
            <a:r>
              <a:rPr lang="en-US" altLang="zh-CN" sz="2400" dirty="0" smtClean="0">
                <a:latin typeface="黑体" pitchFamily="2" charset="-122"/>
                <a:ea typeface="黑体" pitchFamily="2" charset="-122"/>
              </a:rPr>
              <a:t>(4)</a:t>
            </a:r>
            <a:r>
              <a:rPr lang="zh-CN" altLang="zh-CN" sz="2400" dirty="0" smtClean="0">
                <a:latin typeface="黑体" pitchFamily="2" charset="-122"/>
                <a:ea typeface="黑体" pitchFamily="2" charset="-122"/>
              </a:rPr>
              <a:t>将</a:t>
            </a:r>
            <a:r>
              <a:rPr lang="en-US" altLang="zh-CN" sz="2400" dirty="0" smtClean="0">
                <a:latin typeface="黑体" pitchFamily="2" charset="-122"/>
                <a:ea typeface="黑体" pitchFamily="2" charset="-122"/>
              </a:rPr>
              <a:t>*p1</a:t>
            </a:r>
            <a:r>
              <a:rPr lang="zh-CN" altLang="zh-CN" sz="2400" dirty="0" smtClean="0">
                <a:latin typeface="黑体" pitchFamily="2" charset="-122"/>
                <a:ea typeface="黑体" pitchFamily="2" charset="-122"/>
              </a:rPr>
              <a:t>复制到</a:t>
            </a:r>
            <a:r>
              <a:rPr lang="en-US" altLang="zh-CN" sz="2400" dirty="0" smtClean="0">
                <a:latin typeface="黑体" pitchFamily="2" charset="-122"/>
                <a:ea typeface="黑体" pitchFamily="2" charset="-122"/>
              </a:rPr>
              <a:t>*p2</a:t>
            </a:r>
            <a:r>
              <a:rPr lang="zh-CN" altLang="zh-CN" sz="2400" dirty="0" smtClean="0">
                <a:latin typeface="黑体" pitchFamily="2" charset="-122"/>
                <a:ea typeface="黑体" pitchFamily="2" charset="-122"/>
              </a:rPr>
              <a:t>中</a:t>
            </a:r>
            <a:r>
              <a:rPr lang="zh-CN" altLang="en-US" sz="2400" dirty="0" smtClean="0">
                <a:latin typeface="黑体" pitchFamily="2" charset="-122"/>
                <a:ea typeface="黑体" pitchFamily="2" charset="-122"/>
              </a:rPr>
              <a:t>；</a:t>
            </a:r>
            <a:endParaRPr lang="en-US" altLang="zh-CN" sz="2400" dirty="0" smtClean="0">
              <a:latin typeface="黑体" pitchFamily="2" charset="-122"/>
              <a:ea typeface="黑体" pitchFamily="2" charset="-122"/>
            </a:endParaRPr>
          </a:p>
          <a:p>
            <a:pPr marL="0" lvl="1" indent="0">
              <a:lnSpc>
                <a:spcPct val="150000"/>
              </a:lnSpc>
              <a:spcBef>
                <a:spcPct val="0"/>
              </a:spcBef>
              <a:buFont typeface="Wingdings" pitchFamily="2" charset="2"/>
              <a:buNone/>
            </a:pPr>
            <a:r>
              <a:rPr lang="en-US" altLang="zh-CN" sz="2400" dirty="0" smtClean="0">
                <a:latin typeface="黑体" pitchFamily="2" charset="-122"/>
                <a:ea typeface="黑体" pitchFamily="2" charset="-122"/>
              </a:rPr>
              <a:t>(5)</a:t>
            </a:r>
            <a:r>
              <a:rPr lang="zh-CN" altLang="zh-CN" sz="2400" dirty="0" smtClean="0">
                <a:latin typeface="黑体" pitchFamily="2" charset="-122"/>
                <a:ea typeface="黑体" pitchFamily="2" charset="-122"/>
              </a:rPr>
              <a:t>再使</a:t>
            </a:r>
            <a:r>
              <a:rPr lang="en-US" altLang="zh-CN" sz="2400" dirty="0" smtClean="0">
                <a:latin typeface="黑体" pitchFamily="2" charset="-122"/>
                <a:ea typeface="黑体" pitchFamily="2" charset="-122"/>
              </a:rPr>
              <a:t>p1</a:t>
            </a:r>
            <a:r>
              <a:rPr lang="zh-CN" altLang="zh-CN" sz="2400" dirty="0" smtClean="0">
                <a:latin typeface="黑体" pitchFamily="2" charset="-122"/>
                <a:ea typeface="黑体" pitchFamily="2" charset="-122"/>
              </a:rPr>
              <a:t>和</a:t>
            </a:r>
            <a:r>
              <a:rPr lang="en-US" altLang="zh-CN" sz="2400" dirty="0" smtClean="0">
                <a:latin typeface="黑体" pitchFamily="2" charset="-122"/>
                <a:ea typeface="黑体" pitchFamily="2" charset="-122"/>
              </a:rPr>
              <a:t>p2</a:t>
            </a:r>
            <a:r>
              <a:rPr lang="zh-CN" altLang="zh-CN" sz="2400" dirty="0" smtClean="0">
                <a:latin typeface="黑体" pitchFamily="2" charset="-122"/>
                <a:ea typeface="黑体" pitchFamily="2" charset="-122"/>
              </a:rPr>
              <a:t>分别下移一个位置</a:t>
            </a:r>
            <a:r>
              <a:rPr lang="zh-CN" altLang="en-US" sz="2400" dirty="0" smtClean="0">
                <a:latin typeface="黑体" pitchFamily="2" charset="-122"/>
                <a:ea typeface="黑体" pitchFamily="2" charset="-122"/>
              </a:rPr>
              <a:t>；</a:t>
            </a:r>
            <a:endParaRPr lang="en-US" altLang="zh-CN" sz="2400" dirty="0" smtClean="0">
              <a:latin typeface="黑体" pitchFamily="2" charset="-122"/>
              <a:ea typeface="黑体" pitchFamily="2" charset="-122"/>
            </a:endParaRPr>
          </a:p>
        </p:txBody>
      </p:sp>
      <p:pic>
        <p:nvPicPr>
          <p:cNvPr id="99331" name="图片 6" descr="Untitled2.png">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459788" y="6237288"/>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9332" name="矩形 3"/>
          <p:cNvSpPr>
            <a:spLocks noChangeArrowheads="1"/>
          </p:cNvSpPr>
          <p:nvPr/>
        </p:nvSpPr>
        <p:spPr bwMode="auto">
          <a:xfrm>
            <a:off x="2000250" y="214313"/>
            <a:ext cx="7000875" cy="2143125"/>
          </a:xfrm>
          <a:prstGeom prst="rect">
            <a:avLst/>
          </a:prstGeom>
          <a:solidFill>
            <a:srgbClr val="FFFFCC"/>
          </a:solidFill>
          <a:ln w="9525" algn="ctr">
            <a:solidFill>
              <a:schemeClr val="tx1"/>
            </a:solidFill>
            <a:miter lim="800000"/>
            <a:headEnd/>
            <a:tailEnd/>
          </a:ln>
        </p:spPr>
        <p:txBody>
          <a:bodyPr wrap="none"/>
          <a:lstStyle/>
          <a:p>
            <a:endParaRPr lang="zh-CN" altLang="en-US"/>
          </a:p>
        </p:txBody>
      </p:sp>
      <p:graphicFrame>
        <p:nvGraphicFramePr>
          <p:cNvPr id="5" name="表格 4"/>
          <p:cNvGraphicFramePr>
            <a:graphicFrameLocks noGrp="1"/>
          </p:cNvGraphicFramePr>
          <p:nvPr/>
        </p:nvGraphicFramePr>
        <p:xfrm>
          <a:off x="2500313" y="625475"/>
          <a:ext cx="6072190" cy="517662"/>
        </p:xfrm>
        <a:graphic>
          <a:graphicData uri="http://schemas.openxmlformats.org/drawingml/2006/table">
            <a:tbl>
              <a:tblPr firstRow="1" bandRow="1">
                <a:tableStyleId>{5C22544A-7EE6-4342-B048-85BDC9FD1C3A}</a:tableStyleId>
              </a:tblPr>
              <a:tblGrid>
                <a:gridCol w="482204"/>
                <a:gridCol w="482204"/>
                <a:gridCol w="482204"/>
                <a:gridCol w="482204"/>
                <a:gridCol w="482204"/>
                <a:gridCol w="482204"/>
                <a:gridCol w="482204"/>
                <a:gridCol w="482204"/>
                <a:gridCol w="482204"/>
                <a:gridCol w="482204"/>
                <a:gridCol w="482204"/>
                <a:gridCol w="767946"/>
              </a:tblGrid>
              <a:tr h="517525">
                <a:tc>
                  <a:txBody>
                    <a:bodyPr/>
                    <a:lstStyle/>
                    <a:p>
                      <a:pPr algn="ctr"/>
                      <a:r>
                        <a:rPr lang="en-US" altLang="zh-CN" sz="2800" dirty="0" smtClean="0">
                          <a:solidFill>
                            <a:srgbClr val="0000CC"/>
                          </a:solidFill>
                        </a:rPr>
                        <a:t>I</a:t>
                      </a: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2800" dirty="0" smtClean="0">
                          <a:solidFill>
                            <a:srgbClr val="0000CC"/>
                          </a:solidFill>
                        </a:rPr>
                        <a:t>a</a:t>
                      </a: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2800" dirty="0" smtClean="0">
                          <a:solidFill>
                            <a:srgbClr val="0000CC"/>
                          </a:solidFill>
                        </a:rPr>
                        <a:t>m</a:t>
                      </a: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2800" dirty="0" smtClean="0">
                          <a:solidFill>
                            <a:srgbClr val="0000CC"/>
                          </a:solidFill>
                        </a:rPr>
                        <a:t>a</a:t>
                      </a: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2800" dirty="0" smtClean="0">
                          <a:solidFill>
                            <a:srgbClr val="0000CC"/>
                          </a:solidFill>
                        </a:rPr>
                        <a:t>b</a:t>
                      </a: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2800" dirty="0" smtClean="0">
                          <a:solidFill>
                            <a:srgbClr val="0000CC"/>
                          </a:solidFill>
                        </a:rPr>
                        <a:t>o</a:t>
                      </a: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2800" dirty="0" smtClean="0">
                          <a:solidFill>
                            <a:srgbClr val="0000CC"/>
                          </a:solidFill>
                        </a:rPr>
                        <a:t>y</a:t>
                      </a: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2800" dirty="0" smtClean="0">
                          <a:solidFill>
                            <a:srgbClr val="0000CC"/>
                          </a:solidFill>
                        </a:rPr>
                        <a:t>.</a:t>
                      </a: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2800" dirty="0" smtClean="0">
                          <a:solidFill>
                            <a:srgbClr val="0000CC"/>
                          </a:solidFill>
                        </a:rPr>
                        <a:t>\0</a:t>
                      </a: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r>
            </a:tbl>
          </a:graphicData>
        </a:graphic>
      </p:graphicFrame>
      <p:cxnSp>
        <p:nvCxnSpPr>
          <p:cNvPr id="99361" name="直接箭头连接符 29"/>
          <p:cNvCxnSpPr>
            <a:cxnSpLocks noChangeShapeType="1"/>
          </p:cNvCxnSpPr>
          <p:nvPr/>
        </p:nvCxnSpPr>
        <p:spPr bwMode="auto">
          <a:xfrm rot="5400000">
            <a:off x="3429794" y="427832"/>
            <a:ext cx="428625" cy="1587"/>
          </a:xfrm>
          <a:prstGeom prst="straightConnector1">
            <a:avLst/>
          </a:prstGeom>
          <a:noFill/>
          <a:ln w="38100" algn="ctr">
            <a:solidFill>
              <a:srgbClr val="FF0000"/>
            </a:solidFill>
            <a:miter lim="800000"/>
            <a:headEnd/>
            <a:tailEnd type="arrow" w="med" len="med"/>
          </a:ln>
          <a:extLst>
            <a:ext uri="{909E8E84-426E-40DD-AFC4-6F175D3DCCD1}">
              <a14:hiddenFill xmlns:a14="http://schemas.microsoft.com/office/drawing/2010/main">
                <a:noFill/>
              </a14:hiddenFill>
            </a:ext>
          </a:extLst>
        </p:spPr>
      </p:cxnSp>
      <p:sp>
        <p:nvSpPr>
          <p:cNvPr id="8" name="TextBox 7"/>
          <p:cNvSpPr txBox="1">
            <a:spLocks noChangeArrowheads="1"/>
          </p:cNvSpPr>
          <p:nvPr/>
        </p:nvSpPr>
        <p:spPr bwMode="auto">
          <a:xfrm>
            <a:off x="3000375" y="119063"/>
            <a:ext cx="714375" cy="523875"/>
          </a:xfrm>
          <a:prstGeom prst="rect">
            <a:avLst/>
          </a:prstGeom>
          <a:noFill/>
          <a:ln w="9525">
            <a:noFill/>
            <a:miter lim="800000"/>
            <a:headEnd/>
            <a:tailEnd/>
          </a:ln>
        </p:spPr>
        <p:txBody>
          <a:bodyPr>
            <a:spAutoFit/>
          </a:bodyPr>
          <a:lstStyle/>
          <a:p>
            <a:pPr>
              <a:defRPr/>
            </a:pPr>
            <a:r>
              <a:rPr lang="en-US" altLang="zh-CN" sz="2800" b="1" dirty="0">
                <a:solidFill>
                  <a:srgbClr val="FF3300"/>
                </a:solidFill>
                <a:latin typeface="+mn-lt"/>
                <a:ea typeface="+mn-ea"/>
              </a:rPr>
              <a:t>p1</a:t>
            </a:r>
            <a:endParaRPr lang="zh-CN" altLang="en-US" sz="2800" b="1" dirty="0">
              <a:solidFill>
                <a:srgbClr val="FF3300"/>
              </a:solidFill>
              <a:latin typeface="+mn-lt"/>
              <a:ea typeface="+mn-ea"/>
            </a:endParaRPr>
          </a:p>
        </p:txBody>
      </p:sp>
      <p:sp>
        <p:nvSpPr>
          <p:cNvPr id="9" name="TextBox 8"/>
          <p:cNvSpPr txBox="1">
            <a:spLocks noChangeArrowheads="1"/>
          </p:cNvSpPr>
          <p:nvPr/>
        </p:nvSpPr>
        <p:spPr bwMode="auto">
          <a:xfrm>
            <a:off x="2071688" y="571500"/>
            <a:ext cx="428625" cy="523875"/>
          </a:xfrm>
          <a:prstGeom prst="rect">
            <a:avLst/>
          </a:prstGeom>
          <a:noFill/>
          <a:ln w="9525">
            <a:noFill/>
            <a:miter lim="800000"/>
            <a:headEnd/>
            <a:tailEnd/>
          </a:ln>
        </p:spPr>
        <p:txBody>
          <a:bodyPr>
            <a:spAutoFit/>
          </a:bodyPr>
          <a:lstStyle/>
          <a:p>
            <a:pPr>
              <a:defRPr/>
            </a:pPr>
            <a:r>
              <a:rPr lang="en-US" altLang="zh-CN" sz="2800" b="1" dirty="0">
                <a:solidFill>
                  <a:srgbClr val="0000CC"/>
                </a:solidFill>
                <a:latin typeface="+mn-lt"/>
                <a:ea typeface="+mn-ea"/>
              </a:rPr>
              <a:t>a</a:t>
            </a:r>
            <a:endParaRPr lang="zh-CN" altLang="en-US" sz="2800" b="1" dirty="0">
              <a:solidFill>
                <a:srgbClr val="0000CC"/>
              </a:solidFill>
              <a:latin typeface="+mn-lt"/>
              <a:ea typeface="+mn-ea"/>
            </a:endParaRPr>
          </a:p>
        </p:txBody>
      </p:sp>
      <p:graphicFrame>
        <p:nvGraphicFramePr>
          <p:cNvPr id="10" name="表格 9"/>
          <p:cNvGraphicFramePr>
            <a:graphicFrameLocks noGrp="1"/>
          </p:cNvGraphicFramePr>
          <p:nvPr/>
        </p:nvGraphicFramePr>
        <p:xfrm>
          <a:off x="2500313" y="1428750"/>
          <a:ext cx="6072190" cy="517662"/>
        </p:xfrm>
        <a:graphic>
          <a:graphicData uri="http://schemas.openxmlformats.org/drawingml/2006/table">
            <a:tbl>
              <a:tblPr firstRow="1" bandRow="1">
                <a:tableStyleId>{5C22544A-7EE6-4342-B048-85BDC9FD1C3A}</a:tableStyleId>
              </a:tblPr>
              <a:tblGrid>
                <a:gridCol w="482204"/>
                <a:gridCol w="482204"/>
                <a:gridCol w="482204"/>
                <a:gridCol w="482204"/>
                <a:gridCol w="482204"/>
                <a:gridCol w="482204"/>
                <a:gridCol w="482204"/>
                <a:gridCol w="482204"/>
                <a:gridCol w="482204"/>
                <a:gridCol w="482204"/>
                <a:gridCol w="482204"/>
                <a:gridCol w="767946"/>
              </a:tblGrid>
              <a:tr h="517525">
                <a:tc>
                  <a:txBody>
                    <a:bodyPr/>
                    <a:lstStyle/>
                    <a:p>
                      <a:pPr algn="ct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r>
            </a:tbl>
          </a:graphicData>
        </a:graphic>
      </p:graphicFrame>
      <p:sp>
        <p:nvSpPr>
          <p:cNvPr id="11" name="TextBox 10"/>
          <p:cNvSpPr txBox="1">
            <a:spLocks noChangeArrowheads="1"/>
          </p:cNvSpPr>
          <p:nvPr/>
        </p:nvSpPr>
        <p:spPr bwMode="auto">
          <a:xfrm>
            <a:off x="2071688" y="1374775"/>
            <a:ext cx="428625" cy="523875"/>
          </a:xfrm>
          <a:prstGeom prst="rect">
            <a:avLst/>
          </a:prstGeom>
          <a:noFill/>
          <a:ln w="9525">
            <a:noFill/>
            <a:miter lim="800000"/>
            <a:headEnd/>
            <a:tailEnd/>
          </a:ln>
        </p:spPr>
        <p:txBody>
          <a:bodyPr>
            <a:spAutoFit/>
          </a:bodyPr>
          <a:lstStyle/>
          <a:p>
            <a:pPr>
              <a:defRPr/>
            </a:pPr>
            <a:r>
              <a:rPr lang="en-US" altLang="zh-CN" sz="2800" b="1" dirty="0">
                <a:solidFill>
                  <a:srgbClr val="0000CC"/>
                </a:solidFill>
                <a:latin typeface="+mn-lt"/>
                <a:ea typeface="+mn-ea"/>
              </a:rPr>
              <a:t>b</a:t>
            </a:r>
            <a:endParaRPr lang="zh-CN" altLang="en-US" sz="2800" b="1" dirty="0">
              <a:solidFill>
                <a:srgbClr val="0000CC"/>
              </a:solidFill>
              <a:latin typeface="+mn-lt"/>
              <a:ea typeface="+mn-ea"/>
            </a:endParaRPr>
          </a:p>
        </p:txBody>
      </p:sp>
      <p:cxnSp>
        <p:nvCxnSpPr>
          <p:cNvPr id="99393" name="直接箭头连接符 29"/>
          <p:cNvCxnSpPr>
            <a:cxnSpLocks noChangeShapeType="1"/>
          </p:cNvCxnSpPr>
          <p:nvPr/>
        </p:nvCxnSpPr>
        <p:spPr bwMode="auto">
          <a:xfrm rot="16200000" flipV="1">
            <a:off x="3429794" y="2142332"/>
            <a:ext cx="428625" cy="1587"/>
          </a:xfrm>
          <a:prstGeom prst="straightConnector1">
            <a:avLst/>
          </a:prstGeom>
          <a:noFill/>
          <a:ln w="38100" algn="ctr">
            <a:solidFill>
              <a:srgbClr val="FF0000"/>
            </a:solidFill>
            <a:miter lim="800000"/>
            <a:headEnd/>
            <a:tailEnd type="arrow" w="med" len="med"/>
          </a:ln>
          <a:extLst>
            <a:ext uri="{909E8E84-426E-40DD-AFC4-6F175D3DCCD1}">
              <a14:hiddenFill xmlns:a14="http://schemas.microsoft.com/office/drawing/2010/main">
                <a:noFill/>
              </a14:hiddenFill>
            </a:ext>
          </a:extLst>
        </p:spPr>
      </p:cxnSp>
      <p:sp>
        <p:nvSpPr>
          <p:cNvPr id="14" name="TextBox 13"/>
          <p:cNvSpPr txBox="1">
            <a:spLocks noChangeArrowheads="1"/>
          </p:cNvSpPr>
          <p:nvPr/>
        </p:nvSpPr>
        <p:spPr bwMode="auto">
          <a:xfrm>
            <a:off x="2928938" y="1857375"/>
            <a:ext cx="714375" cy="523875"/>
          </a:xfrm>
          <a:prstGeom prst="rect">
            <a:avLst/>
          </a:prstGeom>
          <a:noFill/>
          <a:ln w="9525">
            <a:noFill/>
            <a:miter lim="800000"/>
            <a:headEnd/>
            <a:tailEnd/>
          </a:ln>
        </p:spPr>
        <p:txBody>
          <a:bodyPr>
            <a:spAutoFit/>
          </a:bodyPr>
          <a:lstStyle/>
          <a:p>
            <a:pPr>
              <a:defRPr/>
            </a:pPr>
            <a:r>
              <a:rPr lang="en-US" altLang="zh-CN" sz="2800" b="1" dirty="0">
                <a:solidFill>
                  <a:srgbClr val="FF3300"/>
                </a:solidFill>
                <a:latin typeface="+mn-lt"/>
                <a:ea typeface="+mn-ea"/>
              </a:rPr>
              <a:t>p2</a:t>
            </a:r>
            <a:endParaRPr lang="zh-CN" altLang="en-US" sz="2800" b="1" dirty="0">
              <a:solidFill>
                <a:srgbClr val="FF3300"/>
              </a:solidFill>
              <a:latin typeface="+mn-lt"/>
              <a:ea typeface="+mn-ea"/>
            </a:endParaRPr>
          </a:p>
        </p:txBody>
      </p:sp>
      <p:sp>
        <p:nvSpPr>
          <p:cNvPr id="13" name="TextBox 12"/>
          <p:cNvSpPr txBox="1">
            <a:spLocks noChangeArrowheads="1"/>
          </p:cNvSpPr>
          <p:nvPr/>
        </p:nvSpPr>
        <p:spPr bwMode="auto">
          <a:xfrm>
            <a:off x="2571750" y="1428750"/>
            <a:ext cx="428625" cy="523875"/>
          </a:xfrm>
          <a:prstGeom prst="rect">
            <a:avLst/>
          </a:prstGeom>
          <a:noFill/>
          <a:ln w="9525">
            <a:noFill/>
            <a:miter lim="800000"/>
            <a:headEnd/>
            <a:tailEnd/>
          </a:ln>
        </p:spPr>
        <p:txBody>
          <a:bodyPr>
            <a:spAutoFit/>
          </a:bodyPr>
          <a:lstStyle/>
          <a:p>
            <a:pPr>
              <a:defRPr/>
            </a:pPr>
            <a:r>
              <a:rPr lang="en-US" altLang="zh-CN" sz="2800" b="1" dirty="0">
                <a:solidFill>
                  <a:srgbClr val="0000CC"/>
                </a:solidFill>
                <a:latin typeface="+mn-lt"/>
                <a:ea typeface="+mn-ea"/>
              </a:rPr>
              <a:t>I</a:t>
            </a:r>
            <a:endParaRPr lang="zh-CN" altLang="en-US" sz="2800" b="1" dirty="0">
              <a:solidFill>
                <a:srgbClr val="0000CC"/>
              </a:solidFill>
              <a:latin typeface="+mn-lt"/>
              <a:ea typeface="+mn-ea"/>
            </a:endParaRPr>
          </a:p>
        </p:txBody>
      </p:sp>
      <p:sp>
        <p:nvSpPr>
          <p:cNvPr id="15" name="TextBox 14"/>
          <p:cNvSpPr txBox="1">
            <a:spLocks noChangeArrowheads="1"/>
          </p:cNvSpPr>
          <p:nvPr/>
        </p:nvSpPr>
        <p:spPr bwMode="auto">
          <a:xfrm>
            <a:off x="3500438" y="1428750"/>
            <a:ext cx="428625" cy="523875"/>
          </a:xfrm>
          <a:prstGeom prst="rect">
            <a:avLst/>
          </a:prstGeom>
          <a:noFill/>
          <a:ln w="9525">
            <a:noFill/>
            <a:miter lim="800000"/>
            <a:headEnd/>
            <a:tailEnd/>
          </a:ln>
        </p:spPr>
        <p:txBody>
          <a:bodyPr>
            <a:spAutoFit/>
          </a:bodyPr>
          <a:lstStyle/>
          <a:p>
            <a:pPr>
              <a:defRPr/>
            </a:pPr>
            <a:r>
              <a:rPr lang="en-US" altLang="zh-CN" sz="2800" b="1" dirty="0">
                <a:solidFill>
                  <a:srgbClr val="0000CC"/>
                </a:solidFill>
                <a:latin typeface="+mn-lt"/>
                <a:ea typeface="+mn-ea"/>
              </a:rPr>
              <a:t>a</a:t>
            </a:r>
            <a:endParaRPr lang="zh-CN" altLang="en-US" sz="2800" b="1" dirty="0">
              <a:solidFill>
                <a:srgbClr val="0000CC"/>
              </a:solidFill>
              <a:latin typeface="+mn-lt"/>
              <a:ea typeface="+mn-ea"/>
            </a:endParaRPr>
          </a:p>
        </p:txBody>
      </p:sp>
    </p:spTree>
    <p:extLst>
      <p:ext uri="{BB962C8B-B14F-4D97-AF65-F5344CB8AC3E}">
        <p14:creationId xmlns:p14="http://schemas.microsoft.com/office/powerpoint/2010/main" val="272662970"/>
      </p:ext>
    </p:extLst>
  </p:cSld>
  <p:clrMapOvr>
    <a:masterClrMapping/>
  </p:clrMapOvr>
  <p:transition>
    <p:checker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blinds(horizontal)">
                                      <p:cBhvr>
                                        <p:cTn id="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9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5539" name="Rectangle 7"/>
          <p:cNvSpPr>
            <a:spLocks noGrp="1" noChangeArrowheads="1"/>
          </p:cNvSpPr>
          <p:nvPr>
            <p:ph type="body" sz="half" idx="1"/>
          </p:nvPr>
        </p:nvSpPr>
        <p:spPr>
          <a:xfrm>
            <a:off x="265113" y="1928813"/>
            <a:ext cx="8429625" cy="5715000"/>
          </a:xfrm>
        </p:spPr>
        <p:txBody>
          <a:bodyPr/>
          <a:lstStyle/>
          <a:p>
            <a:pPr marL="0" indent="0">
              <a:lnSpc>
                <a:spcPct val="150000"/>
              </a:lnSpc>
              <a:spcBef>
                <a:spcPct val="0"/>
              </a:spcBef>
            </a:pPr>
            <a:r>
              <a:rPr lang="zh-CN" altLang="zh-CN" dirty="0" smtClean="0">
                <a:latin typeface="黑体" pitchFamily="2" charset="-122"/>
                <a:ea typeface="黑体" pitchFamily="2" charset="-122"/>
              </a:rPr>
              <a:t>编程思路：</a:t>
            </a:r>
            <a:endParaRPr lang="en-US" altLang="zh-CN" dirty="0" smtClean="0">
              <a:latin typeface="黑体" pitchFamily="2" charset="-122"/>
              <a:ea typeface="黑体" pitchFamily="2" charset="-122"/>
            </a:endParaRPr>
          </a:p>
          <a:p>
            <a:pPr marL="0" lvl="1" indent="0">
              <a:lnSpc>
                <a:spcPct val="150000"/>
              </a:lnSpc>
              <a:spcBef>
                <a:spcPct val="0"/>
              </a:spcBef>
              <a:buFont typeface="Wingdings" pitchFamily="2" charset="2"/>
              <a:buNone/>
            </a:pPr>
            <a:r>
              <a:rPr lang="en-US" altLang="zh-CN" sz="2400" dirty="0" smtClean="0">
                <a:latin typeface="黑体" pitchFamily="2" charset="-122"/>
                <a:ea typeface="黑体" pitchFamily="2" charset="-122"/>
              </a:rPr>
              <a:t>(1)</a:t>
            </a:r>
            <a:r>
              <a:rPr lang="zh-CN" altLang="en-US" sz="2400" dirty="0" smtClean="0">
                <a:latin typeface="黑体" pitchFamily="2" charset="-122"/>
                <a:ea typeface="黑体" pitchFamily="2" charset="-122"/>
              </a:rPr>
              <a:t>使</a:t>
            </a:r>
            <a:r>
              <a:rPr lang="zh-CN" altLang="zh-CN" sz="2400" dirty="0" smtClean="0">
                <a:latin typeface="黑体" pitchFamily="2" charset="-122"/>
                <a:ea typeface="黑体" pitchFamily="2" charset="-122"/>
              </a:rPr>
              <a:t>两个指针</a:t>
            </a:r>
            <a:r>
              <a:rPr lang="en-US" altLang="zh-CN" sz="2400" dirty="0" smtClean="0">
                <a:latin typeface="黑体" pitchFamily="2" charset="-122"/>
                <a:ea typeface="黑体" pitchFamily="2" charset="-122"/>
              </a:rPr>
              <a:t>p1</a:t>
            </a:r>
            <a:r>
              <a:rPr lang="zh-CN" altLang="zh-CN" sz="2400" dirty="0" smtClean="0">
                <a:latin typeface="黑体" pitchFamily="2" charset="-122"/>
                <a:ea typeface="黑体" pitchFamily="2" charset="-122"/>
              </a:rPr>
              <a:t>和</a:t>
            </a:r>
            <a:r>
              <a:rPr lang="en-US" altLang="zh-CN" sz="2400" dirty="0" smtClean="0">
                <a:latin typeface="黑体" pitchFamily="2" charset="-122"/>
                <a:ea typeface="黑体" pitchFamily="2" charset="-122"/>
              </a:rPr>
              <a:t>p2</a:t>
            </a:r>
            <a:r>
              <a:rPr lang="zh-CN" altLang="zh-CN" sz="2400" dirty="0" smtClean="0">
                <a:latin typeface="黑体" pitchFamily="2" charset="-122"/>
                <a:ea typeface="黑体" pitchFamily="2" charset="-122"/>
              </a:rPr>
              <a:t>分别指向字符串</a:t>
            </a:r>
            <a:r>
              <a:rPr lang="en-US" altLang="zh-CN" sz="2400" dirty="0" smtClean="0">
                <a:latin typeface="黑体" pitchFamily="2" charset="-122"/>
                <a:ea typeface="黑体" pitchFamily="2" charset="-122"/>
              </a:rPr>
              <a:t>a</a:t>
            </a:r>
            <a:r>
              <a:rPr lang="zh-CN" altLang="zh-CN" sz="2400" dirty="0" smtClean="0">
                <a:latin typeface="黑体" pitchFamily="2" charset="-122"/>
                <a:ea typeface="黑体" pitchFamily="2" charset="-122"/>
              </a:rPr>
              <a:t>和</a:t>
            </a:r>
            <a:r>
              <a:rPr lang="en-US" altLang="zh-CN" sz="2400" dirty="0" smtClean="0">
                <a:latin typeface="黑体" pitchFamily="2" charset="-122"/>
                <a:ea typeface="黑体" pitchFamily="2" charset="-122"/>
              </a:rPr>
              <a:t>b</a:t>
            </a:r>
            <a:r>
              <a:rPr lang="zh-CN" altLang="en-US" sz="2400" dirty="0" smtClean="0">
                <a:latin typeface="黑体" pitchFamily="2" charset="-122"/>
                <a:ea typeface="黑体" pitchFamily="2" charset="-122"/>
              </a:rPr>
              <a:t>；</a:t>
            </a:r>
            <a:endParaRPr lang="en-US" altLang="zh-CN" sz="2400" dirty="0" smtClean="0">
              <a:latin typeface="黑体" pitchFamily="2" charset="-122"/>
              <a:ea typeface="黑体" pitchFamily="2" charset="-122"/>
            </a:endParaRPr>
          </a:p>
          <a:p>
            <a:pPr marL="0" lvl="1" indent="0">
              <a:lnSpc>
                <a:spcPct val="150000"/>
              </a:lnSpc>
              <a:spcBef>
                <a:spcPct val="0"/>
              </a:spcBef>
              <a:buFont typeface="Wingdings" pitchFamily="2" charset="2"/>
              <a:buNone/>
            </a:pPr>
            <a:r>
              <a:rPr lang="en-US" altLang="zh-CN" sz="2400" dirty="0" smtClean="0">
                <a:latin typeface="黑体" pitchFamily="2" charset="-122"/>
                <a:ea typeface="黑体" pitchFamily="2" charset="-122"/>
              </a:rPr>
              <a:t>(2)</a:t>
            </a:r>
            <a:r>
              <a:rPr lang="zh-CN" altLang="zh-CN" sz="2400" dirty="0" smtClean="0">
                <a:latin typeface="黑体" pitchFamily="2" charset="-122"/>
                <a:ea typeface="黑体" pitchFamily="2" charset="-122"/>
              </a:rPr>
              <a:t>将</a:t>
            </a:r>
            <a:r>
              <a:rPr lang="en-US" altLang="zh-CN" sz="2400" dirty="0" smtClean="0">
                <a:latin typeface="黑体" pitchFamily="2" charset="-122"/>
                <a:ea typeface="黑体" pitchFamily="2" charset="-122"/>
              </a:rPr>
              <a:t>*p1</a:t>
            </a:r>
            <a:r>
              <a:rPr lang="zh-CN" altLang="zh-CN" sz="2400" dirty="0" smtClean="0">
                <a:latin typeface="黑体" pitchFamily="2" charset="-122"/>
                <a:ea typeface="黑体" pitchFamily="2" charset="-122"/>
              </a:rPr>
              <a:t>复制到</a:t>
            </a:r>
            <a:r>
              <a:rPr lang="en-US" altLang="zh-CN" sz="2400" dirty="0" smtClean="0">
                <a:latin typeface="黑体" pitchFamily="2" charset="-122"/>
                <a:ea typeface="黑体" pitchFamily="2" charset="-122"/>
              </a:rPr>
              <a:t>*p2</a:t>
            </a:r>
            <a:r>
              <a:rPr lang="zh-CN" altLang="en-US" sz="2400" dirty="0" smtClean="0">
                <a:latin typeface="黑体" pitchFamily="2" charset="-122"/>
                <a:ea typeface="黑体" pitchFamily="2" charset="-122"/>
              </a:rPr>
              <a:t>中；</a:t>
            </a:r>
            <a:endParaRPr lang="en-US" altLang="zh-CN" sz="2400" dirty="0" smtClean="0">
              <a:latin typeface="黑体" pitchFamily="2" charset="-122"/>
              <a:ea typeface="黑体" pitchFamily="2" charset="-122"/>
            </a:endParaRPr>
          </a:p>
          <a:p>
            <a:pPr marL="0" lvl="1" indent="0">
              <a:lnSpc>
                <a:spcPct val="150000"/>
              </a:lnSpc>
              <a:spcBef>
                <a:spcPct val="0"/>
              </a:spcBef>
              <a:buFont typeface="Wingdings" pitchFamily="2" charset="2"/>
              <a:buNone/>
            </a:pPr>
            <a:r>
              <a:rPr lang="en-US" altLang="zh-CN" sz="2400" dirty="0" smtClean="0">
                <a:latin typeface="黑体" pitchFamily="2" charset="-122"/>
                <a:ea typeface="黑体" pitchFamily="2" charset="-122"/>
              </a:rPr>
              <a:t>(3)</a:t>
            </a:r>
            <a:r>
              <a:rPr lang="zh-CN" altLang="zh-CN" sz="2400" dirty="0" smtClean="0">
                <a:latin typeface="黑体" pitchFamily="2" charset="-122"/>
                <a:ea typeface="黑体" pitchFamily="2" charset="-122"/>
              </a:rPr>
              <a:t>使</a:t>
            </a:r>
            <a:r>
              <a:rPr lang="en-US" altLang="zh-CN" sz="2400" dirty="0" smtClean="0">
                <a:latin typeface="黑体" pitchFamily="2" charset="-122"/>
                <a:ea typeface="黑体" pitchFamily="2" charset="-122"/>
              </a:rPr>
              <a:t>p1</a:t>
            </a:r>
            <a:r>
              <a:rPr lang="zh-CN" altLang="zh-CN" sz="2400" dirty="0" smtClean="0">
                <a:latin typeface="黑体" pitchFamily="2" charset="-122"/>
                <a:ea typeface="黑体" pitchFamily="2" charset="-122"/>
              </a:rPr>
              <a:t>和</a:t>
            </a:r>
            <a:r>
              <a:rPr lang="en-US" altLang="zh-CN" sz="2400" dirty="0" smtClean="0">
                <a:latin typeface="黑体" pitchFamily="2" charset="-122"/>
                <a:ea typeface="黑体" pitchFamily="2" charset="-122"/>
              </a:rPr>
              <a:t>p2</a:t>
            </a:r>
            <a:r>
              <a:rPr lang="zh-CN" altLang="zh-CN" sz="2400" dirty="0" smtClean="0">
                <a:latin typeface="黑体" pitchFamily="2" charset="-122"/>
                <a:ea typeface="黑体" pitchFamily="2" charset="-122"/>
              </a:rPr>
              <a:t>分别下移一个位置</a:t>
            </a:r>
            <a:r>
              <a:rPr lang="zh-CN" altLang="en-US" sz="2400" dirty="0" smtClean="0">
                <a:latin typeface="黑体" pitchFamily="2" charset="-122"/>
                <a:ea typeface="黑体" pitchFamily="2" charset="-122"/>
              </a:rPr>
              <a:t>；</a:t>
            </a:r>
            <a:endParaRPr lang="en-US" altLang="zh-CN" sz="2400" dirty="0" smtClean="0">
              <a:latin typeface="黑体" pitchFamily="2" charset="-122"/>
              <a:ea typeface="黑体" pitchFamily="2" charset="-122"/>
            </a:endParaRPr>
          </a:p>
          <a:p>
            <a:pPr marL="0" lvl="1" indent="0">
              <a:lnSpc>
                <a:spcPct val="150000"/>
              </a:lnSpc>
              <a:spcBef>
                <a:spcPct val="0"/>
              </a:spcBef>
              <a:buFont typeface="Wingdings" pitchFamily="2" charset="2"/>
              <a:buNone/>
            </a:pPr>
            <a:r>
              <a:rPr lang="en-US" altLang="zh-CN" sz="2400" dirty="0" smtClean="0">
                <a:latin typeface="黑体" pitchFamily="2" charset="-122"/>
                <a:ea typeface="黑体" pitchFamily="2" charset="-122"/>
              </a:rPr>
              <a:t>(4)</a:t>
            </a:r>
            <a:r>
              <a:rPr lang="zh-CN" altLang="zh-CN" sz="2400" dirty="0" smtClean="0">
                <a:latin typeface="黑体" pitchFamily="2" charset="-122"/>
                <a:ea typeface="黑体" pitchFamily="2" charset="-122"/>
              </a:rPr>
              <a:t>将</a:t>
            </a:r>
            <a:r>
              <a:rPr lang="en-US" altLang="zh-CN" sz="2400" dirty="0" smtClean="0">
                <a:latin typeface="黑体" pitchFamily="2" charset="-122"/>
                <a:ea typeface="黑体" pitchFamily="2" charset="-122"/>
              </a:rPr>
              <a:t>*p1</a:t>
            </a:r>
            <a:r>
              <a:rPr lang="zh-CN" altLang="zh-CN" sz="2400" dirty="0" smtClean="0">
                <a:latin typeface="黑体" pitchFamily="2" charset="-122"/>
                <a:ea typeface="黑体" pitchFamily="2" charset="-122"/>
              </a:rPr>
              <a:t>复制到</a:t>
            </a:r>
            <a:r>
              <a:rPr lang="en-US" altLang="zh-CN" sz="2400" dirty="0" smtClean="0">
                <a:latin typeface="黑体" pitchFamily="2" charset="-122"/>
                <a:ea typeface="黑体" pitchFamily="2" charset="-122"/>
              </a:rPr>
              <a:t>*p2</a:t>
            </a:r>
            <a:r>
              <a:rPr lang="zh-CN" altLang="zh-CN" sz="2400" dirty="0" smtClean="0">
                <a:latin typeface="黑体" pitchFamily="2" charset="-122"/>
                <a:ea typeface="黑体" pitchFamily="2" charset="-122"/>
              </a:rPr>
              <a:t>中</a:t>
            </a:r>
            <a:r>
              <a:rPr lang="zh-CN" altLang="en-US" sz="2400" dirty="0" smtClean="0">
                <a:latin typeface="黑体" pitchFamily="2" charset="-122"/>
                <a:ea typeface="黑体" pitchFamily="2" charset="-122"/>
              </a:rPr>
              <a:t>；</a:t>
            </a:r>
            <a:endParaRPr lang="en-US" altLang="zh-CN" sz="2400" dirty="0" smtClean="0">
              <a:latin typeface="黑体" pitchFamily="2" charset="-122"/>
              <a:ea typeface="黑体" pitchFamily="2" charset="-122"/>
            </a:endParaRPr>
          </a:p>
          <a:p>
            <a:pPr marL="0" lvl="1" indent="0">
              <a:lnSpc>
                <a:spcPct val="150000"/>
              </a:lnSpc>
              <a:spcBef>
                <a:spcPct val="0"/>
              </a:spcBef>
              <a:buFont typeface="Wingdings" pitchFamily="2" charset="2"/>
              <a:buNone/>
            </a:pPr>
            <a:r>
              <a:rPr lang="en-US" altLang="zh-CN" sz="2400" dirty="0" smtClean="0">
                <a:latin typeface="黑体" pitchFamily="2" charset="-122"/>
                <a:ea typeface="黑体" pitchFamily="2" charset="-122"/>
              </a:rPr>
              <a:t>(5)</a:t>
            </a:r>
            <a:r>
              <a:rPr lang="zh-CN" altLang="zh-CN" sz="2400" dirty="0" smtClean="0">
                <a:latin typeface="黑体" pitchFamily="2" charset="-122"/>
                <a:ea typeface="黑体" pitchFamily="2" charset="-122"/>
              </a:rPr>
              <a:t>再使</a:t>
            </a:r>
            <a:r>
              <a:rPr lang="en-US" altLang="zh-CN" sz="2400" dirty="0" smtClean="0">
                <a:latin typeface="黑体" pitchFamily="2" charset="-122"/>
                <a:ea typeface="黑体" pitchFamily="2" charset="-122"/>
              </a:rPr>
              <a:t>p1</a:t>
            </a:r>
            <a:r>
              <a:rPr lang="zh-CN" altLang="zh-CN" sz="2400" dirty="0" smtClean="0">
                <a:latin typeface="黑体" pitchFamily="2" charset="-122"/>
                <a:ea typeface="黑体" pitchFamily="2" charset="-122"/>
              </a:rPr>
              <a:t>和</a:t>
            </a:r>
            <a:r>
              <a:rPr lang="en-US" altLang="zh-CN" sz="2400" dirty="0" smtClean="0">
                <a:latin typeface="黑体" pitchFamily="2" charset="-122"/>
                <a:ea typeface="黑体" pitchFamily="2" charset="-122"/>
              </a:rPr>
              <a:t>p2</a:t>
            </a:r>
            <a:r>
              <a:rPr lang="zh-CN" altLang="zh-CN" sz="2400" dirty="0" smtClean="0">
                <a:latin typeface="黑体" pitchFamily="2" charset="-122"/>
                <a:ea typeface="黑体" pitchFamily="2" charset="-122"/>
              </a:rPr>
              <a:t>分别下移一个位置</a:t>
            </a:r>
            <a:r>
              <a:rPr lang="zh-CN" altLang="en-US" sz="2400" dirty="0" smtClean="0">
                <a:latin typeface="黑体" pitchFamily="2" charset="-122"/>
                <a:ea typeface="黑体" pitchFamily="2" charset="-122"/>
              </a:rPr>
              <a:t>；</a:t>
            </a:r>
            <a:endParaRPr lang="en-US" altLang="zh-CN" sz="2400" dirty="0" smtClean="0">
              <a:latin typeface="黑体" pitchFamily="2" charset="-122"/>
              <a:ea typeface="黑体" pitchFamily="2" charset="-122"/>
            </a:endParaRPr>
          </a:p>
          <a:p>
            <a:pPr marL="0" lvl="1" indent="0">
              <a:lnSpc>
                <a:spcPct val="150000"/>
              </a:lnSpc>
              <a:spcBef>
                <a:spcPct val="0"/>
              </a:spcBef>
              <a:buFont typeface="Wingdings" pitchFamily="2" charset="2"/>
              <a:buNone/>
            </a:pPr>
            <a:r>
              <a:rPr lang="zh-CN" altLang="zh-CN" sz="2400" dirty="0" smtClean="0">
                <a:latin typeface="黑体" pitchFamily="2" charset="-122"/>
                <a:ea typeface="黑体" pitchFamily="2" charset="-122"/>
              </a:rPr>
              <a:t>……发现</a:t>
            </a:r>
            <a:r>
              <a:rPr lang="en-US" altLang="zh-CN" sz="2400" dirty="0" smtClean="0">
                <a:latin typeface="黑体" pitchFamily="2" charset="-122"/>
                <a:ea typeface="黑体" pitchFamily="2" charset="-122"/>
              </a:rPr>
              <a:t>p1</a:t>
            </a:r>
            <a:r>
              <a:rPr lang="zh-CN" altLang="zh-CN" sz="2400" dirty="0" smtClean="0">
                <a:latin typeface="黑体" pitchFamily="2" charset="-122"/>
                <a:ea typeface="黑体" pitchFamily="2" charset="-122"/>
              </a:rPr>
              <a:t>指向的字符是</a:t>
            </a:r>
            <a:r>
              <a:rPr lang="en-US" altLang="zh-CN" sz="2400" dirty="0" smtClean="0">
                <a:latin typeface="黑体" pitchFamily="2" charset="-122"/>
                <a:ea typeface="黑体" pitchFamily="2" charset="-122"/>
              </a:rPr>
              <a:t>’\0’</a:t>
            </a:r>
            <a:r>
              <a:rPr lang="zh-CN" altLang="zh-CN" sz="2400" dirty="0" smtClean="0">
                <a:latin typeface="黑体" pitchFamily="2" charset="-122"/>
                <a:ea typeface="黑体" pitchFamily="2" charset="-122"/>
              </a:rPr>
              <a:t>时不再进行复制</a:t>
            </a:r>
            <a:r>
              <a:rPr lang="zh-CN" altLang="en-US" sz="2400" dirty="0" smtClean="0">
                <a:latin typeface="黑体" pitchFamily="2" charset="-122"/>
                <a:ea typeface="黑体" pitchFamily="2" charset="-122"/>
              </a:rPr>
              <a:t>；</a:t>
            </a:r>
            <a:endParaRPr lang="en-US" altLang="zh-CN" sz="2400" dirty="0" smtClean="0">
              <a:latin typeface="黑体" pitchFamily="2" charset="-122"/>
              <a:ea typeface="黑体" pitchFamily="2" charset="-122"/>
            </a:endParaRPr>
          </a:p>
          <a:p>
            <a:pPr marL="0" lvl="1" indent="0">
              <a:lnSpc>
                <a:spcPct val="150000"/>
              </a:lnSpc>
              <a:spcBef>
                <a:spcPct val="0"/>
              </a:spcBef>
              <a:buFont typeface="Wingdings" pitchFamily="2" charset="2"/>
              <a:buNone/>
            </a:pPr>
            <a:r>
              <a:rPr lang="en-US" altLang="zh-CN" sz="2400" dirty="0" smtClean="0">
                <a:latin typeface="黑体" pitchFamily="2" charset="-122"/>
                <a:ea typeface="黑体" pitchFamily="2" charset="-122"/>
              </a:rPr>
              <a:t>(6)</a:t>
            </a:r>
            <a:r>
              <a:rPr lang="zh-CN" altLang="zh-CN" sz="2400" dirty="0" smtClean="0">
                <a:latin typeface="黑体" pitchFamily="2" charset="-122"/>
                <a:ea typeface="黑体" pitchFamily="2" charset="-122"/>
              </a:rPr>
              <a:t> 在</a:t>
            </a:r>
            <a:r>
              <a:rPr lang="en-US" altLang="zh-CN" sz="2400" dirty="0" smtClean="0">
                <a:latin typeface="黑体" pitchFamily="2" charset="-122"/>
                <a:ea typeface="黑体" pitchFamily="2" charset="-122"/>
              </a:rPr>
              <a:t>p2</a:t>
            </a:r>
            <a:r>
              <a:rPr lang="zh-CN" altLang="zh-CN" sz="2400" dirty="0" smtClean="0">
                <a:latin typeface="黑体" pitchFamily="2" charset="-122"/>
                <a:ea typeface="黑体" pitchFamily="2" charset="-122"/>
              </a:rPr>
              <a:t>所指的位置上赋予</a:t>
            </a:r>
            <a:r>
              <a:rPr lang="en-US" altLang="zh-CN" sz="2400" dirty="0" smtClean="0">
                <a:latin typeface="黑体" pitchFamily="2" charset="-122"/>
                <a:ea typeface="黑体" pitchFamily="2" charset="-122"/>
              </a:rPr>
              <a:t>’\0’</a:t>
            </a:r>
            <a:r>
              <a:rPr lang="zh-CN" altLang="en-US" sz="2400" dirty="0" smtClean="0">
                <a:latin typeface="黑体" pitchFamily="2" charset="-122"/>
                <a:ea typeface="黑体" pitchFamily="2" charset="-122"/>
              </a:rPr>
              <a:t>。</a:t>
            </a:r>
            <a:endParaRPr lang="zh-CN" altLang="zh-CN" sz="2400" dirty="0" smtClean="0">
              <a:latin typeface="黑体" pitchFamily="2" charset="-122"/>
              <a:ea typeface="黑体" pitchFamily="2" charset="-122"/>
            </a:endParaRPr>
          </a:p>
        </p:txBody>
      </p:sp>
      <p:pic>
        <p:nvPicPr>
          <p:cNvPr id="100355" name="图片 6" descr="Untitled2.png">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459788" y="6237288"/>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0356" name="矩形 3"/>
          <p:cNvSpPr>
            <a:spLocks noChangeArrowheads="1"/>
          </p:cNvSpPr>
          <p:nvPr/>
        </p:nvSpPr>
        <p:spPr bwMode="auto">
          <a:xfrm>
            <a:off x="2000250" y="214313"/>
            <a:ext cx="7000875" cy="2143125"/>
          </a:xfrm>
          <a:prstGeom prst="rect">
            <a:avLst/>
          </a:prstGeom>
          <a:solidFill>
            <a:srgbClr val="FFFFCC"/>
          </a:solidFill>
          <a:ln w="9525" algn="ctr">
            <a:solidFill>
              <a:schemeClr val="tx1"/>
            </a:solidFill>
            <a:miter lim="800000"/>
            <a:headEnd/>
            <a:tailEnd/>
          </a:ln>
        </p:spPr>
        <p:txBody>
          <a:bodyPr wrap="none"/>
          <a:lstStyle/>
          <a:p>
            <a:endParaRPr lang="zh-CN" altLang="en-US"/>
          </a:p>
        </p:txBody>
      </p:sp>
      <p:graphicFrame>
        <p:nvGraphicFramePr>
          <p:cNvPr id="5" name="表格 4"/>
          <p:cNvGraphicFramePr>
            <a:graphicFrameLocks noGrp="1"/>
          </p:cNvGraphicFramePr>
          <p:nvPr/>
        </p:nvGraphicFramePr>
        <p:xfrm>
          <a:off x="2500313" y="625475"/>
          <a:ext cx="6072190" cy="517662"/>
        </p:xfrm>
        <a:graphic>
          <a:graphicData uri="http://schemas.openxmlformats.org/drawingml/2006/table">
            <a:tbl>
              <a:tblPr firstRow="1" bandRow="1">
                <a:tableStyleId>{5C22544A-7EE6-4342-B048-85BDC9FD1C3A}</a:tableStyleId>
              </a:tblPr>
              <a:tblGrid>
                <a:gridCol w="482204"/>
                <a:gridCol w="482204"/>
                <a:gridCol w="482204"/>
                <a:gridCol w="482204"/>
                <a:gridCol w="482204"/>
                <a:gridCol w="482204"/>
                <a:gridCol w="482204"/>
                <a:gridCol w="482204"/>
                <a:gridCol w="482204"/>
                <a:gridCol w="482204"/>
                <a:gridCol w="482204"/>
                <a:gridCol w="767946"/>
              </a:tblGrid>
              <a:tr h="517525">
                <a:tc>
                  <a:txBody>
                    <a:bodyPr/>
                    <a:lstStyle/>
                    <a:p>
                      <a:pPr algn="ctr"/>
                      <a:r>
                        <a:rPr lang="en-US" altLang="zh-CN" sz="2800" dirty="0" smtClean="0">
                          <a:solidFill>
                            <a:srgbClr val="0000CC"/>
                          </a:solidFill>
                        </a:rPr>
                        <a:t>I</a:t>
                      </a: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2800" dirty="0" smtClean="0">
                          <a:solidFill>
                            <a:srgbClr val="0000CC"/>
                          </a:solidFill>
                        </a:rPr>
                        <a:t>a</a:t>
                      </a: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2800" dirty="0" smtClean="0">
                          <a:solidFill>
                            <a:srgbClr val="0000CC"/>
                          </a:solidFill>
                        </a:rPr>
                        <a:t>m</a:t>
                      </a: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2800" dirty="0" smtClean="0">
                          <a:solidFill>
                            <a:srgbClr val="0000CC"/>
                          </a:solidFill>
                        </a:rPr>
                        <a:t>a</a:t>
                      </a: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2800" dirty="0" smtClean="0">
                          <a:solidFill>
                            <a:srgbClr val="0000CC"/>
                          </a:solidFill>
                        </a:rPr>
                        <a:t>b</a:t>
                      </a: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2800" dirty="0" smtClean="0">
                          <a:solidFill>
                            <a:srgbClr val="0000CC"/>
                          </a:solidFill>
                        </a:rPr>
                        <a:t>o</a:t>
                      </a: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2800" dirty="0" smtClean="0">
                          <a:solidFill>
                            <a:srgbClr val="0000CC"/>
                          </a:solidFill>
                        </a:rPr>
                        <a:t>y</a:t>
                      </a: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2800" dirty="0" smtClean="0">
                          <a:solidFill>
                            <a:srgbClr val="0000CC"/>
                          </a:solidFill>
                        </a:rPr>
                        <a:t>.</a:t>
                      </a: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2800" dirty="0" smtClean="0">
                          <a:solidFill>
                            <a:srgbClr val="0000CC"/>
                          </a:solidFill>
                        </a:rPr>
                        <a:t>\0</a:t>
                      </a: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r>
            </a:tbl>
          </a:graphicData>
        </a:graphic>
      </p:graphicFrame>
      <p:cxnSp>
        <p:nvCxnSpPr>
          <p:cNvPr id="6" name="直接箭头连接符 29"/>
          <p:cNvCxnSpPr>
            <a:cxnSpLocks noChangeShapeType="1"/>
          </p:cNvCxnSpPr>
          <p:nvPr/>
        </p:nvCxnSpPr>
        <p:spPr bwMode="auto">
          <a:xfrm rot="5400000">
            <a:off x="8001794" y="427832"/>
            <a:ext cx="428625" cy="1587"/>
          </a:xfrm>
          <a:prstGeom prst="straightConnector1">
            <a:avLst/>
          </a:prstGeom>
          <a:noFill/>
          <a:ln w="38100" algn="ctr">
            <a:solidFill>
              <a:srgbClr val="FF0000"/>
            </a:solidFill>
            <a:miter lim="800000"/>
            <a:headEnd/>
            <a:tailEnd type="arrow" w="med" len="med"/>
          </a:ln>
          <a:extLst>
            <a:ext uri="{909E8E84-426E-40DD-AFC4-6F175D3DCCD1}">
              <a14:hiddenFill xmlns:a14="http://schemas.microsoft.com/office/drawing/2010/main">
                <a:noFill/>
              </a14:hiddenFill>
            </a:ext>
          </a:extLst>
        </p:spPr>
      </p:cxnSp>
      <p:sp>
        <p:nvSpPr>
          <p:cNvPr id="8" name="TextBox 7"/>
          <p:cNvSpPr txBox="1">
            <a:spLocks noChangeArrowheads="1"/>
          </p:cNvSpPr>
          <p:nvPr/>
        </p:nvSpPr>
        <p:spPr bwMode="auto">
          <a:xfrm>
            <a:off x="7572375" y="119063"/>
            <a:ext cx="714375" cy="523875"/>
          </a:xfrm>
          <a:prstGeom prst="rect">
            <a:avLst/>
          </a:prstGeom>
          <a:noFill/>
          <a:ln w="9525">
            <a:noFill/>
            <a:miter lim="800000"/>
            <a:headEnd/>
            <a:tailEnd/>
          </a:ln>
        </p:spPr>
        <p:txBody>
          <a:bodyPr>
            <a:spAutoFit/>
          </a:bodyPr>
          <a:lstStyle/>
          <a:p>
            <a:pPr>
              <a:defRPr/>
            </a:pPr>
            <a:r>
              <a:rPr lang="en-US" altLang="zh-CN" sz="2800" b="1" dirty="0">
                <a:solidFill>
                  <a:srgbClr val="FF3300"/>
                </a:solidFill>
                <a:latin typeface="+mn-lt"/>
                <a:ea typeface="+mn-ea"/>
              </a:rPr>
              <a:t>p1</a:t>
            </a:r>
            <a:endParaRPr lang="zh-CN" altLang="en-US" sz="2800" b="1" dirty="0">
              <a:solidFill>
                <a:srgbClr val="FF3300"/>
              </a:solidFill>
              <a:latin typeface="+mn-lt"/>
              <a:ea typeface="+mn-ea"/>
            </a:endParaRPr>
          </a:p>
        </p:txBody>
      </p:sp>
      <p:sp>
        <p:nvSpPr>
          <p:cNvPr id="9" name="TextBox 8"/>
          <p:cNvSpPr txBox="1">
            <a:spLocks noChangeArrowheads="1"/>
          </p:cNvSpPr>
          <p:nvPr/>
        </p:nvSpPr>
        <p:spPr bwMode="auto">
          <a:xfrm>
            <a:off x="2071688" y="571500"/>
            <a:ext cx="428625" cy="523875"/>
          </a:xfrm>
          <a:prstGeom prst="rect">
            <a:avLst/>
          </a:prstGeom>
          <a:noFill/>
          <a:ln w="9525">
            <a:noFill/>
            <a:miter lim="800000"/>
            <a:headEnd/>
            <a:tailEnd/>
          </a:ln>
        </p:spPr>
        <p:txBody>
          <a:bodyPr>
            <a:spAutoFit/>
          </a:bodyPr>
          <a:lstStyle/>
          <a:p>
            <a:pPr>
              <a:defRPr/>
            </a:pPr>
            <a:r>
              <a:rPr lang="en-US" altLang="zh-CN" sz="2800" b="1" dirty="0">
                <a:solidFill>
                  <a:srgbClr val="0000CC"/>
                </a:solidFill>
                <a:latin typeface="+mn-lt"/>
                <a:ea typeface="+mn-ea"/>
              </a:rPr>
              <a:t>a</a:t>
            </a:r>
            <a:endParaRPr lang="zh-CN" altLang="en-US" sz="2800" b="1" dirty="0">
              <a:solidFill>
                <a:srgbClr val="0000CC"/>
              </a:solidFill>
              <a:latin typeface="+mn-lt"/>
              <a:ea typeface="+mn-ea"/>
            </a:endParaRPr>
          </a:p>
        </p:txBody>
      </p:sp>
      <p:graphicFrame>
        <p:nvGraphicFramePr>
          <p:cNvPr id="10" name="表格 9"/>
          <p:cNvGraphicFramePr>
            <a:graphicFrameLocks noGrp="1"/>
          </p:cNvGraphicFramePr>
          <p:nvPr/>
        </p:nvGraphicFramePr>
        <p:xfrm>
          <a:off x="2500313" y="1428750"/>
          <a:ext cx="6072190" cy="517662"/>
        </p:xfrm>
        <a:graphic>
          <a:graphicData uri="http://schemas.openxmlformats.org/drawingml/2006/table">
            <a:tbl>
              <a:tblPr firstRow="1" bandRow="1">
                <a:tableStyleId>{5C22544A-7EE6-4342-B048-85BDC9FD1C3A}</a:tableStyleId>
              </a:tblPr>
              <a:tblGrid>
                <a:gridCol w="482204"/>
                <a:gridCol w="482204"/>
                <a:gridCol w="482204"/>
                <a:gridCol w="482204"/>
                <a:gridCol w="482204"/>
                <a:gridCol w="482204"/>
                <a:gridCol w="482204"/>
                <a:gridCol w="482204"/>
                <a:gridCol w="482204"/>
                <a:gridCol w="482204"/>
                <a:gridCol w="482204"/>
                <a:gridCol w="767946"/>
              </a:tblGrid>
              <a:tr h="517525">
                <a:tc>
                  <a:txBody>
                    <a:bodyPr/>
                    <a:lstStyle/>
                    <a:p>
                      <a:pPr algn="ct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r>
            </a:tbl>
          </a:graphicData>
        </a:graphic>
      </p:graphicFrame>
      <p:sp>
        <p:nvSpPr>
          <p:cNvPr id="11" name="TextBox 10"/>
          <p:cNvSpPr txBox="1">
            <a:spLocks noChangeArrowheads="1"/>
          </p:cNvSpPr>
          <p:nvPr/>
        </p:nvSpPr>
        <p:spPr bwMode="auto">
          <a:xfrm>
            <a:off x="2071688" y="1374775"/>
            <a:ext cx="428625" cy="523875"/>
          </a:xfrm>
          <a:prstGeom prst="rect">
            <a:avLst/>
          </a:prstGeom>
          <a:noFill/>
          <a:ln w="9525">
            <a:noFill/>
            <a:miter lim="800000"/>
            <a:headEnd/>
            <a:tailEnd/>
          </a:ln>
        </p:spPr>
        <p:txBody>
          <a:bodyPr>
            <a:spAutoFit/>
          </a:bodyPr>
          <a:lstStyle/>
          <a:p>
            <a:pPr>
              <a:defRPr/>
            </a:pPr>
            <a:r>
              <a:rPr lang="en-US" altLang="zh-CN" sz="2800" b="1" dirty="0">
                <a:solidFill>
                  <a:srgbClr val="0000CC"/>
                </a:solidFill>
                <a:latin typeface="+mn-lt"/>
                <a:ea typeface="+mn-ea"/>
              </a:rPr>
              <a:t>b</a:t>
            </a:r>
            <a:endParaRPr lang="zh-CN" altLang="en-US" sz="2800" b="1" dirty="0">
              <a:solidFill>
                <a:srgbClr val="0000CC"/>
              </a:solidFill>
              <a:latin typeface="+mn-lt"/>
              <a:ea typeface="+mn-ea"/>
            </a:endParaRPr>
          </a:p>
        </p:txBody>
      </p:sp>
      <p:cxnSp>
        <p:nvCxnSpPr>
          <p:cNvPr id="12" name="直接箭头连接符 29"/>
          <p:cNvCxnSpPr>
            <a:cxnSpLocks noChangeShapeType="1"/>
          </p:cNvCxnSpPr>
          <p:nvPr/>
        </p:nvCxnSpPr>
        <p:spPr bwMode="auto">
          <a:xfrm rot="16200000" flipV="1">
            <a:off x="8001794" y="2142332"/>
            <a:ext cx="428625" cy="1587"/>
          </a:xfrm>
          <a:prstGeom prst="straightConnector1">
            <a:avLst/>
          </a:prstGeom>
          <a:noFill/>
          <a:ln w="38100" algn="ctr">
            <a:solidFill>
              <a:srgbClr val="FF0000"/>
            </a:solidFill>
            <a:miter lim="800000"/>
            <a:headEnd/>
            <a:tailEnd type="arrow" w="med" len="med"/>
          </a:ln>
          <a:extLst>
            <a:ext uri="{909E8E84-426E-40DD-AFC4-6F175D3DCCD1}">
              <a14:hiddenFill xmlns:a14="http://schemas.microsoft.com/office/drawing/2010/main">
                <a:noFill/>
              </a14:hiddenFill>
            </a:ext>
          </a:extLst>
        </p:spPr>
      </p:cxnSp>
      <p:sp>
        <p:nvSpPr>
          <p:cNvPr id="14" name="TextBox 13"/>
          <p:cNvSpPr txBox="1">
            <a:spLocks noChangeArrowheads="1"/>
          </p:cNvSpPr>
          <p:nvPr/>
        </p:nvSpPr>
        <p:spPr bwMode="auto">
          <a:xfrm>
            <a:off x="7500938" y="1857375"/>
            <a:ext cx="714375" cy="523875"/>
          </a:xfrm>
          <a:prstGeom prst="rect">
            <a:avLst/>
          </a:prstGeom>
          <a:noFill/>
          <a:ln w="9525">
            <a:noFill/>
            <a:miter lim="800000"/>
            <a:headEnd/>
            <a:tailEnd/>
          </a:ln>
        </p:spPr>
        <p:txBody>
          <a:bodyPr>
            <a:spAutoFit/>
          </a:bodyPr>
          <a:lstStyle/>
          <a:p>
            <a:pPr>
              <a:defRPr/>
            </a:pPr>
            <a:r>
              <a:rPr lang="en-US" altLang="zh-CN" sz="2800" b="1" dirty="0">
                <a:solidFill>
                  <a:srgbClr val="FF3300"/>
                </a:solidFill>
                <a:latin typeface="+mn-lt"/>
                <a:ea typeface="+mn-ea"/>
              </a:rPr>
              <a:t>p2</a:t>
            </a:r>
            <a:endParaRPr lang="zh-CN" altLang="en-US" sz="2800" b="1" dirty="0">
              <a:solidFill>
                <a:srgbClr val="FF3300"/>
              </a:solidFill>
              <a:latin typeface="+mn-lt"/>
              <a:ea typeface="+mn-ea"/>
            </a:endParaRPr>
          </a:p>
        </p:txBody>
      </p:sp>
      <p:sp>
        <p:nvSpPr>
          <p:cNvPr id="13" name="TextBox 12"/>
          <p:cNvSpPr txBox="1">
            <a:spLocks noChangeArrowheads="1"/>
          </p:cNvSpPr>
          <p:nvPr/>
        </p:nvSpPr>
        <p:spPr bwMode="auto">
          <a:xfrm>
            <a:off x="2571750" y="1428750"/>
            <a:ext cx="428625" cy="523875"/>
          </a:xfrm>
          <a:prstGeom prst="rect">
            <a:avLst/>
          </a:prstGeom>
          <a:noFill/>
          <a:ln w="9525">
            <a:noFill/>
            <a:miter lim="800000"/>
            <a:headEnd/>
            <a:tailEnd/>
          </a:ln>
        </p:spPr>
        <p:txBody>
          <a:bodyPr>
            <a:spAutoFit/>
          </a:bodyPr>
          <a:lstStyle/>
          <a:p>
            <a:pPr>
              <a:defRPr/>
            </a:pPr>
            <a:r>
              <a:rPr lang="en-US" altLang="zh-CN" sz="2800" b="1" dirty="0">
                <a:solidFill>
                  <a:srgbClr val="0000CC"/>
                </a:solidFill>
                <a:latin typeface="+mn-lt"/>
                <a:ea typeface="+mn-ea"/>
              </a:rPr>
              <a:t>I</a:t>
            </a:r>
            <a:endParaRPr lang="zh-CN" altLang="en-US" sz="2800" b="1" dirty="0">
              <a:solidFill>
                <a:srgbClr val="0000CC"/>
              </a:solidFill>
              <a:latin typeface="+mn-lt"/>
              <a:ea typeface="+mn-ea"/>
            </a:endParaRPr>
          </a:p>
        </p:txBody>
      </p:sp>
      <p:sp>
        <p:nvSpPr>
          <p:cNvPr id="15" name="TextBox 14"/>
          <p:cNvSpPr txBox="1">
            <a:spLocks noChangeArrowheads="1"/>
          </p:cNvSpPr>
          <p:nvPr/>
        </p:nvSpPr>
        <p:spPr bwMode="auto">
          <a:xfrm>
            <a:off x="3500438" y="1428750"/>
            <a:ext cx="428625" cy="523875"/>
          </a:xfrm>
          <a:prstGeom prst="rect">
            <a:avLst/>
          </a:prstGeom>
          <a:noFill/>
          <a:ln w="9525">
            <a:noFill/>
            <a:miter lim="800000"/>
            <a:headEnd/>
            <a:tailEnd/>
          </a:ln>
        </p:spPr>
        <p:txBody>
          <a:bodyPr>
            <a:spAutoFit/>
          </a:bodyPr>
          <a:lstStyle/>
          <a:p>
            <a:pPr>
              <a:defRPr/>
            </a:pPr>
            <a:r>
              <a:rPr lang="en-US" altLang="zh-CN" sz="2800" b="1" dirty="0">
                <a:solidFill>
                  <a:srgbClr val="0000CC"/>
                </a:solidFill>
                <a:latin typeface="+mn-lt"/>
                <a:ea typeface="+mn-ea"/>
              </a:rPr>
              <a:t>a</a:t>
            </a:r>
            <a:endParaRPr lang="zh-CN" altLang="en-US" sz="2800" b="1" dirty="0">
              <a:solidFill>
                <a:srgbClr val="0000CC"/>
              </a:solidFill>
              <a:latin typeface="+mn-lt"/>
              <a:ea typeface="+mn-ea"/>
            </a:endParaRPr>
          </a:p>
        </p:txBody>
      </p:sp>
      <p:sp>
        <p:nvSpPr>
          <p:cNvPr id="16" name="TextBox 15"/>
          <p:cNvSpPr txBox="1">
            <a:spLocks noChangeArrowheads="1"/>
          </p:cNvSpPr>
          <p:nvPr/>
        </p:nvSpPr>
        <p:spPr bwMode="auto">
          <a:xfrm>
            <a:off x="3929063" y="1428750"/>
            <a:ext cx="428625" cy="523875"/>
          </a:xfrm>
          <a:prstGeom prst="rect">
            <a:avLst/>
          </a:prstGeom>
          <a:noFill/>
          <a:ln w="9525">
            <a:noFill/>
            <a:miter lim="800000"/>
            <a:headEnd/>
            <a:tailEnd/>
          </a:ln>
        </p:spPr>
        <p:txBody>
          <a:bodyPr>
            <a:spAutoFit/>
          </a:bodyPr>
          <a:lstStyle/>
          <a:p>
            <a:pPr>
              <a:defRPr/>
            </a:pPr>
            <a:r>
              <a:rPr lang="en-US" altLang="zh-CN" sz="2800" b="1" dirty="0">
                <a:solidFill>
                  <a:srgbClr val="0000CC"/>
                </a:solidFill>
                <a:latin typeface="+mn-lt"/>
                <a:ea typeface="+mn-ea"/>
              </a:rPr>
              <a:t>m</a:t>
            </a:r>
            <a:endParaRPr lang="zh-CN" altLang="en-US" sz="2800" b="1" dirty="0">
              <a:solidFill>
                <a:srgbClr val="0000CC"/>
              </a:solidFill>
              <a:latin typeface="+mn-lt"/>
              <a:ea typeface="+mn-ea"/>
            </a:endParaRPr>
          </a:p>
        </p:txBody>
      </p:sp>
      <p:sp>
        <p:nvSpPr>
          <p:cNvPr id="17" name="TextBox 16"/>
          <p:cNvSpPr txBox="1">
            <a:spLocks noChangeArrowheads="1"/>
          </p:cNvSpPr>
          <p:nvPr/>
        </p:nvSpPr>
        <p:spPr bwMode="auto">
          <a:xfrm>
            <a:off x="4929188" y="1428750"/>
            <a:ext cx="428625" cy="523875"/>
          </a:xfrm>
          <a:prstGeom prst="rect">
            <a:avLst/>
          </a:prstGeom>
          <a:noFill/>
          <a:ln w="9525">
            <a:noFill/>
            <a:miter lim="800000"/>
            <a:headEnd/>
            <a:tailEnd/>
          </a:ln>
        </p:spPr>
        <p:txBody>
          <a:bodyPr>
            <a:spAutoFit/>
          </a:bodyPr>
          <a:lstStyle/>
          <a:p>
            <a:pPr>
              <a:defRPr/>
            </a:pPr>
            <a:r>
              <a:rPr lang="en-US" altLang="zh-CN" sz="2800" b="1" dirty="0">
                <a:solidFill>
                  <a:srgbClr val="0000CC"/>
                </a:solidFill>
                <a:latin typeface="+mn-lt"/>
                <a:ea typeface="+mn-ea"/>
              </a:rPr>
              <a:t>a</a:t>
            </a:r>
            <a:endParaRPr lang="zh-CN" altLang="en-US" sz="2800" b="1" dirty="0">
              <a:solidFill>
                <a:srgbClr val="0000CC"/>
              </a:solidFill>
              <a:latin typeface="+mn-lt"/>
              <a:ea typeface="+mn-ea"/>
            </a:endParaRPr>
          </a:p>
        </p:txBody>
      </p:sp>
      <p:sp>
        <p:nvSpPr>
          <p:cNvPr id="18" name="TextBox 17"/>
          <p:cNvSpPr txBox="1">
            <a:spLocks noChangeArrowheads="1"/>
          </p:cNvSpPr>
          <p:nvPr/>
        </p:nvSpPr>
        <p:spPr bwMode="auto">
          <a:xfrm>
            <a:off x="5929313" y="1428750"/>
            <a:ext cx="428625" cy="523875"/>
          </a:xfrm>
          <a:prstGeom prst="rect">
            <a:avLst/>
          </a:prstGeom>
          <a:noFill/>
          <a:ln w="9525">
            <a:noFill/>
            <a:miter lim="800000"/>
            <a:headEnd/>
            <a:tailEnd/>
          </a:ln>
        </p:spPr>
        <p:txBody>
          <a:bodyPr>
            <a:spAutoFit/>
          </a:bodyPr>
          <a:lstStyle/>
          <a:p>
            <a:pPr>
              <a:defRPr/>
            </a:pPr>
            <a:r>
              <a:rPr lang="en-US" altLang="zh-CN" sz="2800" b="1" dirty="0">
                <a:solidFill>
                  <a:srgbClr val="0000CC"/>
                </a:solidFill>
                <a:latin typeface="+mn-lt"/>
                <a:ea typeface="+mn-ea"/>
              </a:rPr>
              <a:t>b</a:t>
            </a:r>
            <a:endParaRPr lang="zh-CN" altLang="en-US" sz="2800" b="1" dirty="0">
              <a:solidFill>
                <a:srgbClr val="0000CC"/>
              </a:solidFill>
              <a:latin typeface="+mn-lt"/>
              <a:ea typeface="+mn-ea"/>
            </a:endParaRPr>
          </a:p>
        </p:txBody>
      </p:sp>
      <p:sp>
        <p:nvSpPr>
          <p:cNvPr id="19" name="TextBox 18"/>
          <p:cNvSpPr txBox="1">
            <a:spLocks noChangeArrowheads="1"/>
          </p:cNvSpPr>
          <p:nvPr/>
        </p:nvSpPr>
        <p:spPr bwMode="auto">
          <a:xfrm>
            <a:off x="6429375" y="1428750"/>
            <a:ext cx="428625" cy="523875"/>
          </a:xfrm>
          <a:prstGeom prst="rect">
            <a:avLst/>
          </a:prstGeom>
          <a:noFill/>
          <a:ln w="9525">
            <a:noFill/>
            <a:miter lim="800000"/>
            <a:headEnd/>
            <a:tailEnd/>
          </a:ln>
        </p:spPr>
        <p:txBody>
          <a:bodyPr>
            <a:spAutoFit/>
          </a:bodyPr>
          <a:lstStyle/>
          <a:p>
            <a:pPr>
              <a:defRPr/>
            </a:pPr>
            <a:r>
              <a:rPr lang="en-US" altLang="zh-CN" sz="2800" b="1" dirty="0">
                <a:solidFill>
                  <a:srgbClr val="0000CC"/>
                </a:solidFill>
                <a:latin typeface="+mn-lt"/>
                <a:ea typeface="+mn-ea"/>
              </a:rPr>
              <a:t>o</a:t>
            </a:r>
            <a:endParaRPr lang="zh-CN" altLang="en-US" sz="2800" b="1" dirty="0">
              <a:solidFill>
                <a:srgbClr val="0000CC"/>
              </a:solidFill>
              <a:latin typeface="+mn-lt"/>
              <a:ea typeface="+mn-ea"/>
            </a:endParaRPr>
          </a:p>
        </p:txBody>
      </p:sp>
      <p:sp>
        <p:nvSpPr>
          <p:cNvPr id="20" name="TextBox 19"/>
          <p:cNvSpPr txBox="1">
            <a:spLocks noChangeArrowheads="1"/>
          </p:cNvSpPr>
          <p:nvPr/>
        </p:nvSpPr>
        <p:spPr bwMode="auto">
          <a:xfrm>
            <a:off x="6858000" y="1428750"/>
            <a:ext cx="428625" cy="523875"/>
          </a:xfrm>
          <a:prstGeom prst="rect">
            <a:avLst/>
          </a:prstGeom>
          <a:noFill/>
          <a:ln w="9525">
            <a:noFill/>
            <a:miter lim="800000"/>
            <a:headEnd/>
            <a:tailEnd/>
          </a:ln>
        </p:spPr>
        <p:txBody>
          <a:bodyPr>
            <a:spAutoFit/>
          </a:bodyPr>
          <a:lstStyle/>
          <a:p>
            <a:pPr>
              <a:defRPr/>
            </a:pPr>
            <a:r>
              <a:rPr lang="en-US" altLang="zh-CN" sz="2800" b="1" dirty="0">
                <a:solidFill>
                  <a:srgbClr val="0000CC"/>
                </a:solidFill>
                <a:latin typeface="+mn-lt"/>
                <a:ea typeface="+mn-ea"/>
              </a:rPr>
              <a:t>y</a:t>
            </a:r>
            <a:endParaRPr lang="zh-CN" altLang="en-US" sz="2800" b="1" dirty="0">
              <a:solidFill>
                <a:srgbClr val="0000CC"/>
              </a:solidFill>
              <a:latin typeface="+mn-lt"/>
              <a:ea typeface="+mn-ea"/>
            </a:endParaRPr>
          </a:p>
        </p:txBody>
      </p:sp>
      <p:sp>
        <p:nvSpPr>
          <p:cNvPr id="21" name="TextBox 20"/>
          <p:cNvSpPr txBox="1">
            <a:spLocks noChangeArrowheads="1"/>
          </p:cNvSpPr>
          <p:nvPr/>
        </p:nvSpPr>
        <p:spPr bwMode="auto">
          <a:xfrm>
            <a:off x="7358063" y="1428750"/>
            <a:ext cx="428625" cy="523875"/>
          </a:xfrm>
          <a:prstGeom prst="rect">
            <a:avLst/>
          </a:prstGeom>
          <a:noFill/>
          <a:ln w="9525">
            <a:noFill/>
            <a:miter lim="800000"/>
            <a:headEnd/>
            <a:tailEnd/>
          </a:ln>
        </p:spPr>
        <p:txBody>
          <a:bodyPr>
            <a:spAutoFit/>
          </a:bodyPr>
          <a:lstStyle/>
          <a:p>
            <a:pPr>
              <a:defRPr/>
            </a:pPr>
            <a:r>
              <a:rPr lang="en-US" altLang="zh-CN" sz="2800" b="1" dirty="0">
                <a:solidFill>
                  <a:srgbClr val="0000CC"/>
                </a:solidFill>
                <a:latin typeface="+mn-lt"/>
                <a:ea typeface="+mn-ea"/>
              </a:rPr>
              <a:t>.</a:t>
            </a:r>
            <a:endParaRPr lang="zh-CN" altLang="en-US" sz="2800" b="1" dirty="0">
              <a:solidFill>
                <a:srgbClr val="0000CC"/>
              </a:solidFill>
              <a:latin typeface="+mn-lt"/>
              <a:ea typeface="+mn-ea"/>
            </a:endParaRPr>
          </a:p>
        </p:txBody>
      </p:sp>
      <p:sp>
        <p:nvSpPr>
          <p:cNvPr id="22" name="TextBox 21"/>
          <p:cNvSpPr txBox="1">
            <a:spLocks noChangeArrowheads="1"/>
          </p:cNvSpPr>
          <p:nvPr/>
        </p:nvSpPr>
        <p:spPr bwMode="auto">
          <a:xfrm>
            <a:off x="7858125" y="1428750"/>
            <a:ext cx="785813" cy="523875"/>
          </a:xfrm>
          <a:prstGeom prst="rect">
            <a:avLst/>
          </a:prstGeom>
          <a:noFill/>
          <a:ln w="9525">
            <a:noFill/>
            <a:miter lim="800000"/>
            <a:headEnd/>
            <a:tailEnd/>
          </a:ln>
        </p:spPr>
        <p:txBody>
          <a:bodyPr>
            <a:spAutoFit/>
          </a:bodyPr>
          <a:lstStyle/>
          <a:p>
            <a:pPr>
              <a:defRPr/>
            </a:pPr>
            <a:r>
              <a:rPr lang="en-US" altLang="zh-CN" sz="2800" b="1" dirty="0">
                <a:solidFill>
                  <a:srgbClr val="D60093"/>
                </a:solidFill>
                <a:latin typeface="+mn-lt"/>
                <a:ea typeface="+mn-ea"/>
              </a:rPr>
              <a:t>\0</a:t>
            </a:r>
            <a:endParaRPr lang="zh-CN" altLang="en-US" sz="2800" b="1" dirty="0">
              <a:solidFill>
                <a:srgbClr val="D60093"/>
              </a:solidFill>
              <a:latin typeface="+mn-lt"/>
              <a:ea typeface="+mn-ea"/>
            </a:endParaRPr>
          </a:p>
        </p:txBody>
      </p:sp>
    </p:spTree>
    <p:extLst>
      <p:ext uri="{BB962C8B-B14F-4D97-AF65-F5344CB8AC3E}">
        <p14:creationId xmlns:p14="http://schemas.microsoft.com/office/powerpoint/2010/main" val="1863184924"/>
      </p:ext>
    </p:extLst>
  </p:cSld>
  <p:clrMapOvr>
    <a:masterClrMapping/>
  </p:clrMapOvr>
  <p:transition>
    <p:checker dir="vert"/>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blinds(horizontal)">
                                      <p:cBhvr>
                                        <p:cTn id="7" dur="500"/>
                                        <p:tgtEl>
                                          <p:spTgt spid="16"/>
                                        </p:tgtEl>
                                      </p:cBhvr>
                                    </p:animEffect>
                                  </p:childTnLst>
                                </p:cTn>
                              </p:par>
                            </p:childTnLst>
                          </p:cTn>
                        </p:par>
                        <p:par>
                          <p:cTn id="8" fill="hold" nodeType="afterGroup">
                            <p:stCondLst>
                              <p:cond delay="500"/>
                            </p:stCondLst>
                            <p:childTnLst>
                              <p:par>
                                <p:cTn id="9" presetID="3" presetClass="entr" presetSubtype="10" fill="hold" grpId="0" nodeType="afterEffect">
                                  <p:stCondLst>
                                    <p:cond delay="0"/>
                                  </p:stCondLst>
                                  <p:childTnLst>
                                    <p:set>
                                      <p:cBhvr>
                                        <p:cTn id="10" dur="1" fill="hold">
                                          <p:stCondLst>
                                            <p:cond delay="0"/>
                                          </p:stCondLst>
                                        </p:cTn>
                                        <p:tgtEl>
                                          <p:spTgt spid="17"/>
                                        </p:tgtEl>
                                        <p:attrNameLst>
                                          <p:attrName>style.visibility</p:attrName>
                                        </p:attrNameLst>
                                      </p:cBhvr>
                                      <p:to>
                                        <p:strVal val="visible"/>
                                      </p:to>
                                    </p:set>
                                    <p:animEffect transition="in" filter="blinds(horizontal)">
                                      <p:cBhvr>
                                        <p:cTn id="11" dur="500"/>
                                        <p:tgtEl>
                                          <p:spTgt spid="17"/>
                                        </p:tgtEl>
                                      </p:cBhvr>
                                    </p:animEffect>
                                  </p:childTnLst>
                                </p:cTn>
                              </p:par>
                            </p:childTnLst>
                          </p:cTn>
                        </p:par>
                        <p:par>
                          <p:cTn id="12" fill="hold" nodeType="afterGroup">
                            <p:stCondLst>
                              <p:cond delay="1000"/>
                            </p:stCondLst>
                            <p:childTnLst>
                              <p:par>
                                <p:cTn id="13" presetID="3" presetClass="entr" presetSubtype="10" fill="hold" grpId="0" nodeType="afterEffect">
                                  <p:stCondLst>
                                    <p:cond delay="0"/>
                                  </p:stCondLst>
                                  <p:childTnLst>
                                    <p:set>
                                      <p:cBhvr>
                                        <p:cTn id="14" dur="1" fill="hold">
                                          <p:stCondLst>
                                            <p:cond delay="0"/>
                                          </p:stCondLst>
                                        </p:cTn>
                                        <p:tgtEl>
                                          <p:spTgt spid="18"/>
                                        </p:tgtEl>
                                        <p:attrNameLst>
                                          <p:attrName>style.visibility</p:attrName>
                                        </p:attrNameLst>
                                      </p:cBhvr>
                                      <p:to>
                                        <p:strVal val="visible"/>
                                      </p:to>
                                    </p:set>
                                    <p:animEffect transition="in" filter="blinds(horizontal)">
                                      <p:cBhvr>
                                        <p:cTn id="15" dur="500"/>
                                        <p:tgtEl>
                                          <p:spTgt spid="18"/>
                                        </p:tgtEl>
                                      </p:cBhvr>
                                    </p:animEffect>
                                  </p:childTnLst>
                                </p:cTn>
                              </p:par>
                            </p:childTnLst>
                          </p:cTn>
                        </p:par>
                        <p:par>
                          <p:cTn id="16" fill="hold" nodeType="afterGroup">
                            <p:stCondLst>
                              <p:cond delay="1500"/>
                            </p:stCondLst>
                            <p:childTnLst>
                              <p:par>
                                <p:cTn id="17" presetID="3" presetClass="entr" presetSubtype="10" fill="hold" grpId="0" nodeType="afterEffect">
                                  <p:stCondLst>
                                    <p:cond delay="0"/>
                                  </p:stCondLst>
                                  <p:childTnLst>
                                    <p:set>
                                      <p:cBhvr>
                                        <p:cTn id="18" dur="1" fill="hold">
                                          <p:stCondLst>
                                            <p:cond delay="0"/>
                                          </p:stCondLst>
                                        </p:cTn>
                                        <p:tgtEl>
                                          <p:spTgt spid="19"/>
                                        </p:tgtEl>
                                        <p:attrNameLst>
                                          <p:attrName>style.visibility</p:attrName>
                                        </p:attrNameLst>
                                      </p:cBhvr>
                                      <p:to>
                                        <p:strVal val="visible"/>
                                      </p:to>
                                    </p:set>
                                    <p:animEffect transition="in" filter="blinds(horizontal)">
                                      <p:cBhvr>
                                        <p:cTn id="19" dur="500"/>
                                        <p:tgtEl>
                                          <p:spTgt spid="19"/>
                                        </p:tgtEl>
                                      </p:cBhvr>
                                    </p:animEffect>
                                  </p:childTnLst>
                                </p:cTn>
                              </p:par>
                            </p:childTnLst>
                          </p:cTn>
                        </p:par>
                        <p:par>
                          <p:cTn id="20" fill="hold" nodeType="afterGroup">
                            <p:stCondLst>
                              <p:cond delay="2000"/>
                            </p:stCondLst>
                            <p:childTnLst>
                              <p:par>
                                <p:cTn id="21" presetID="3" presetClass="entr" presetSubtype="10" fill="hold" grpId="0" nodeType="afterEffect">
                                  <p:stCondLst>
                                    <p:cond delay="0"/>
                                  </p:stCondLst>
                                  <p:childTnLst>
                                    <p:set>
                                      <p:cBhvr>
                                        <p:cTn id="22" dur="1" fill="hold">
                                          <p:stCondLst>
                                            <p:cond delay="0"/>
                                          </p:stCondLst>
                                        </p:cTn>
                                        <p:tgtEl>
                                          <p:spTgt spid="20"/>
                                        </p:tgtEl>
                                        <p:attrNameLst>
                                          <p:attrName>style.visibility</p:attrName>
                                        </p:attrNameLst>
                                      </p:cBhvr>
                                      <p:to>
                                        <p:strVal val="visible"/>
                                      </p:to>
                                    </p:set>
                                    <p:animEffect transition="in" filter="blinds(horizontal)">
                                      <p:cBhvr>
                                        <p:cTn id="23" dur="500"/>
                                        <p:tgtEl>
                                          <p:spTgt spid="20"/>
                                        </p:tgtEl>
                                      </p:cBhvr>
                                    </p:animEffect>
                                  </p:childTnLst>
                                </p:cTn>
                              </p:par>
                            </p:childTnLst>
                          </p:cTn>
                        </p:par>
                        <p:par>
                          <p:cTn id="24" fill="hold" nodeType="afterGroup">
                            <p:stCondLst>
                              <p:cond delay="2500"/>
                            </p:stCondLst>
                            <p:childTnLst>
                              <p:par>
                                <p:cTn id="25" presetID="3" presetClass="entr" presetSubtype="10" fill="hold" grpId="0" nodeType="afterEffect">
                                  <p:stCondLst>
                                    <p:cond delay="0"/>
                                  </p:stCondLst>
                                  <p:childTnLst>
                                    <p:set>
                                      <p:cBhvr>
                                        <p:cTn id="26" dur="1" fill="hold">
                                          <p:stCondLst>
                                            <p:cond delay="0"/>
                                          </p:stCondLst>
                                        </p:cTn>
                                        <p:tgtEl>
                                          <p:spTgt spid="21"/>
                                        </p:tgtEl>
                                        <p:attrNameLst>
                                          <p:attrName>style.visibility</p:attrName>
                                        </p:attrNameLst>
                                      </p:cBhvr>
                                      <p:to>
                                        <p:strVal val="visible"/>
                                      </p:to>
                                    </p:set>
                                    <p:animEffect transition="in" filter="blinds(horizontal)">
                                      <p:cBhvr>
                                        <p:cTn id="27" dur="500"/>
                                        <p:tgtEl>
                                          <p:spTgt spid="21"/>
                                        </p:tgtEl>
                                      </p:cBhvr>
                                    </p:animEffect>
                                  </p:childTnLst>
                                </p:cTn>
                              </p:par>
                            </p:childTnLst>
                          </p:cTn>
                        </p:par>
                        <p:par>
                          <p:cTn id="28" fill="hold" nodeType="afterGroup">
                            <p:stCondLst>
                              <p:cond delay="3000"/>
                            </p:stCondLst>
                            <p:childTnLst>
                              <p:par>
                                <p:cTn id="29" presetID="3" presetClass="entr" presetSubtype="10" fill="hold" nodeType="afterEffect">
                                  <p:stCondLst>
                                    <p:cond delay="0"/>
                                  </p:stCondLst>
                                  <p:childTnLst>
                                    <p:set>
                                      <p:cBhvr>
                                        <p:cTn id="30" dur="1" fill="hold">
                                          <p:stCondLst>
                                            <p:cond delay="0"/>
                                          </p:stCondLst>
                                        </p:cTn>
                                        <p:tgtEl>
                                          <p:spTgt spid="6"/>
                                        </p:tgtEl>
                                        <p:attrNameLst>
                                          <p:attrName>style.visibility</p:attrName>
                                        </p:attrNameLst>
                                      </p:cBhvr>
                                      <p:to>
                                        <p:strVal val="visible"/>
                                      </p:to>
                                    </p:set>
                                    <p:animEffect transition="in" filter="blinds(horizontal)">
                                      <p:cBhvr>
                                        <p:cTn id="31" dur="500"/>
                                        <p:tgtEl>
                                          <p:spTgt spid="6"/>
                                        </p:tgtEl>
                                      </p:cBhvr>
                                    </p:animEffect>
                                  </p:childTnLst>
                                </p:cTn>
                              </p:par>
                              <p:par>
                                <p:cTn id="32" presetID="3" presetClass="entr" presetSubtype="10" fill="hold" grpId="0" nodeType="withEffect">
                                  <p:stCondLst>
                                    <p:cond delay="0"/>
                                  </p:stCondLst>
                                  <p:childTnLst>
                                    <p:set>
                                      <p:cBhvr>
                                        <p:cTn id="33" dur="1" fill="hold">
                                          <p:stCondLst>
                                            <p:cond delay="0"/>
                                          </p:stCondLst>
                                        </p:cTn>
                                        <p:tgtEl>
                                          <p:spTgt spid="8"/>
                                        </p:tgtEl>
                                        <p:attrNameLst>
                                          <p:attrName>style.visibility</p:attrName>
                                        </p:attrNameLst>
                                      </p:cBhvr>
                                      <p:to>
                                        <p:strVal val="visible"/>
                                      </p:to>
                                    </p:set>
                                    <p:animEffect transition="in" filter="blinds(horizontal)">
                                      <p:cBhvr>
                                        <p:cTn id="34" dur="500"/>
                                        <p:tgtEl>
                                          <p:spTgt spid="8"/>
                                        </p:tgtEl>
                                      </p:cBhvr>
                                    </p:animEffect>
                                  </p:childTnLst>
                                </p:cTn>
                              </p:par>
                              <p:par>
                                <p:cTn id="35" presetID="3" presetClass="entr" presetSubtype="10" fill="hold" nodeType="with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blinds(horizontal)">
                                      <p:cBhvr>
                                        <p:cTn id="37" dur="500"/>
                                        <p:tgtEl>
                                          <p:spTgt spid="12"/>
                                        </p:tgtEl>
                                      </p:cBhvr>
                                    </p:animEffect>
                                  </p:childTnLst>
                                </p:cTn>
                              </p:par>
                              <p:par>
                                <p:cTn id="38" presetID="3" presetClass="entr" presetSubtype="10" fill="hold" grpId="0" nodeType="with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blinds(horizontal)">
                                      <p:cBhvr>
                                        <p:cTn id="40" dur="500"/>
                                        <p:tgtEl>
                                          <p:spTgt spid="14"/>
                                        </p:tgtEl>
                                      </p:cBhvr>
                                    </p:animEffect>
                                  </p:childTnLst>
                                </p:cTn>
                              </p:par>
                            </p:childTnLst>
                          </p:cTn>
                        </p:par>
                        <p:par>
                          <p:cTn id="41" fill="hold" nodeType="afterGroup">
                            <p:stCondLst>
                              <p:cond delay="3500"/>
                            </p:stCondLst>
                            <p:childTnLst>
                              <p:par>
                                <p:cTn id="42" presetID="3" presetClass="entr" presetSubtype="10" fill="hold" nodeType="afterEffect">
                                  <p:stCondLst>
                                    <p:cond delay="0"/>
                                  </p:stCondLst>
                                  <p:childTnLst>
                                    <p:set>
                                      <p:cBhvr>
                                        <p:cTn id="43" dur="1" fill="hold">
                                          <p:stCondLst>
                                            <p:cond delay="0"/>
                                          </p:stCondLst>
                                        </p:cTn>
                                        <p:tgtEl>
                                          <p:spTgt spid="65539">
                                            <p:txEl>
                                              <p:pRg st="6" end="6"/>
                                            </p:txEl>
                                          </p:spTgt>
                                        </p:tgtEl>
                                        <p:attrNameLst>
                                          <p:attrName>style.visibility</p:attrName>
                                        </p:attrNameLst>
                                      </p:cBhvr>
                                      <p:to>
                                        <p:strVal val="visible"/>
                                      </p:to>
                                    </p:set>
                                    <p:animEffect transition="in" filter="blinds(horizontal)">
                                      <p:cBhvr>
                                        <p:cTn id="44" dur="500"/>
                                        <p:tgtEl>
                                          <p:spTgt spid="65539">
                                            <p:txEl>
                                              <p:pRg st="6" end="6"/>
                                            </p:txEl>
                                          </p:spTgt>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3" presetClass="entr" presetSubtype="10" fill="hold" nodeType="clickEffect">
                                  <p:stCondLst>
                                    <p:cond delay="0"/>
                                  </p:stCondLst>
                                  <p:childTnLst>
                                    <p:set>
                                      <p:cBhvr>
                                        <p:cTn id="48" dur="1" fill="hold">
                                          <p:stCondLst>
                                            <p:cond delay="0"/>
                                          </p:stCondLst>
                                        </p:cTn>
                                        <p:tgtEl>
                                          <p:spTgt spid="65539">
                                            <p:txEl>
                                              <p:pRg st="7" end="7"/>
                                            </p:txEl>
                                          </p:spTgt>
                                        </p:tgtEl>
                                        <p:attrNameLst>
                                          <p:attrName>style.visibility</p:attrName>
                                        </p:attrNameLst>
                                      </p:cBhvr>
                                      <p:to>
                                        <p:strVal val="visible"/>
                                      </p:to>
                                    </p:set>
                                    <p:animEffect transition="in" filter="blinds(horizontal)">
                                      <p:cBhvr>
                                        <p:cTn id="49" dur="500"/>
                                        <p:tgtEl>
                                          <p:spTgt spid="65539">
                                            <p:txEl>
                                              <p:pRg st="7" end="7"/>
                                            </p:txEl>
                                          </p:spTgt>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3" presetClass="entr" presetSubtype="10" fill="hold" grpId="0" nodeType="clickEffect">
                                  <p:stCondLst>
                                    <p:cond delay="0"/>
                                  </p:stCondLst>
                                  <p:childTnLst>
                                    <p:set>
                                      <p:cBhvr>
                                        <p:cTn id="53" dur="1" fill="hold">
                                          <p:stCondLst>
                                            <p:cond delay="0"/>
                                          </p:stCondLst>
                                        </p:cTn>
                                        <p:tgtEl>
                                          <p:spTgt spid="22"/>
                                        </p:tgtEl>
                                        <p:attrNameLst>
                                          <p:attrName>style.visibility</p:attrName>
                                        </p:attrNameLst>
                                      </p:cBhvr>
                                      <p:to>
                                        <p:strVal val="visible"/>
                                      </p:to>
                                    </p:set>
                                    <p:animEffect transition="in" filter="blinds(horizontal)">
                                      <p:cBhvr>
                                        <p:cTn id="54"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4" grpId="0"/>
      <p:bldP spid="16" grpId="0"/>
      <p:bldP spid="17" grpId="0"/>
      <p:bldP spid="18" grpId="0"/>
      <p:bldP spid="19" grpId="0"/>
      <p:bldP spid="20" grpId="0"/>
      <p:bldP spid="21" grpId="0"/>
      <p:bldP spid="22" grpId="0"/>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内容占位符 2"/>
          <p:cNvSpPr>
            <a:spLocks noGrp="1"/>
          </p:cNvSpPr>
          <p:nvPr>
            <p:ph idx="1"/>
          </p:nvPr>
        </p:nvSpPr>
        <p:spPr>
          <a:xfrm>
            <a:off x="214313" y="714375"/>
            <a:ext cx="8478837" cy="5857875"/>
          </a:xfrm>
        </p:spPr>
        <p:txBody>
          <a:bodyPr/>
          <a:lstStyle/>
          <a:p>
            <a:pPr>
              <a:lnSpc>
                <a:spcPct val="100000"/>
              </a:lnSpc>
              <a:buFont typeface="Wingdings" pitchFamily="2" charset="2"/>
              <a:buNone/>
            </a:pPr>
            <a:r>
              <a:rPr lang="en-US" altLang="zh-CN" sz="2800" dirty="0" smtClean="0">
                <a:latin typeface="Times New Roman" pitchFamily="18" charset="0"/>
                <a:cs typeface="Times New Roman" pitchFamily="18" charset="0"/>
              </a:rPr>
              <a:t>#include &lt;</a:t>
            </a:r>
            <a:r>
              <a:rPr lang="en-US" altLang="zh-CN" sz="2800" dirty="0" err="1" smtClean="0">
                <a:latin typeface="Times New Roman" pitchFamily="18" charset="0"/>
                <a:cs typeface="Times New Roman" pitchFamily="18" charset="0"/>
              </a:rPr>
              <a:t>stdio.h</a:t>
            </a:r>
            <a:r>
              <a:rPr lang="en-US" altLang="zh-CN" sz="2800" dirty="0" smtClean="0">
                <a:latin typeface="Times New Roman" pitchFamily="18" charset="0"/>
                <a:cs typeface="Times New Roman" pitchFamily="18" charset="0"/>
              </a:rPr>
              <a:t>&gt;</a:t>
            </a:r>
            <a:endParaRPr lang="zh-CN" altLang="zh-CN" sz="2800" dirty="0" smtClean="0">
              <a:latin typeface="Times New Roman" pitchFamily="18" charset="0"/>
              <a:cs typeface="Times New Roman" pitchFamily="18" charset="0"/>
            </a:endParaRPr>
          </a:p>
          <a:p>
            <a:pPr>
              <a:lnSpc>
                <a:spcPct val="100000"/>
              </a:lnSpc>
              <a:buFont typeface="Wingdings" pitchFamily="2" charset="2"/>
              <a:buNone/>
            </a:pPr>
            <a:r>
              <a:rPr lang="en-US" altLang="zh-CN" sz="2800" dirty="0" err="1" smtClean="0">
                <a:latin typeface="Times New Roman" pitchFamily="18" charset="0"/>
                <a:cs typeface="Times New Roman" pitchFamily="18" charset="0"/>
              </a:rPr>
              <a:t>int</a:t>
            </a:r>
            <a:r>
              <a:rPr lang="en-US" altLang="zh-CN" sz="2800" dirty="0" smtClean="0">
                <a:latin typeface="Times New Roman" pitchFamily="18" charset="0"/>
                <a:cs typeface="Times New Roman" pitchFamily="18" charset="0"/>
              </a:rPr>
              <a:t> main()</a:t>
            </a:r>
            <a:endParaRPr lang="zh-CN" altLang="zh-CN" sz="2800" dirty="0" smtClean="0">
              <a:latin typeface="Times New Roman" pitchFamily="18" charset="0"/>
              <a:cs typeface="Times New Roman" pitchFamily="18" charset="0"/>
            </a:endParaRPr>
          </a:p>
          <a:p>
            <a:pPr>
              <a:lnSpc>
                <a:spcPct val="100000"/>
              </a:lnSpc>
              <a:buFont typeface="Wingdings" pitchFamily="2" charset="2"/>
              <a:buNone/>
            </a:pPr>
            <a:r>
              <a:rPr lang="en-US" altLang="zh-CN" sz="2800" dirty="0" smtClean="0">
                <a:latin typeface="Times New Roman" pitchFamily="18" charset="0"/>
                <a:cs typeface="Times New Roman" pitchFamily="18" charset="0"/>
              </a:rPr>
              <a:t>{char a[]="I am a </a:t>
            </a:r>
            <a:r>
              <a:rPr lang="en-US" altLang="zh-CN" sz="2800" dirty="0" err="1" smtClean="0">
                <a:latin typeface="Times New Roman" pitchFamily="18" charset="0"/>
                <a:cs typeface="Times New Roman" pitchFamily="18" charset="0"/>
              </a:rPr>
              <a:t>boy.",b</a:t>
            </a:r>
            <a:r>
              <a:rPr lang="en-US" altLang="zh-CN" sz="2800" dirty="0" smtClean="0">
                <a:latin typeface="Times New Roman" pitchFamily="18" charset="0"/>
                <a:cs typeface="Times New Roman" pitchFamily="18" charset="0"/>
              </a:rPr>
              <a:t>[20],*p1,*p2;</a:t>
            </a:r>
            <a:endParaRPr lang="zh-CN" altLang="zh-CN" sz="2800" dirty="0" smtClean="0">
              <a:latin typeface="Times New Roman" pitchFamily="18" charset="0"/>
              <a:cs typeface="Times New Roman" pitchFamily="18" charset="0"/>
            </a:endParaRPr>
          </a:p>
          <a:p>
            <a:pPr>
              <a:lnSpc>
                <a:spcPct val="100000"/>
              </a:lnSpc>
              <a:buFont typeface="Wingdings" pitchFamily="2" charset="2"/>
              <a:buNone/>
            </a:pPr>
            <a:r>
              <a:rPr lang="en-US" altLang="zh-CN" sz="2800" dirty="0" smtClean="0">
                <a:latin typeface="Times New Roman" pitchFamily="18" charset="0"/>
                <a:cs typeface="Times New Roman" pitchFamily="18" charset="0"/>
              </a:rPr>
              <a:t>  p1=a;  p2=b; </a:t>
            </a:r>
            <a:endParaRPr lang="zh-CN" altLang="zh-CN" sz="2800" dirty="0" smtClean="0">
              <a:latin typeface="Times New Roman" pitchFamily="18" charset="0"/>
              <a:cs typeface="Times New Roman" pitchFamily="18" charset="0"/>
            </a:endParaRPr>
          </a:p>
          <a:p>
            <a:pPr>
              <a:lnSpc>
                <a:spcPct val="100000"/>
              </a:lnSpc>
              <a:buFont typeface="Wingdings" pitchFamily="2" charset="2"/>
              <a:buNone/>
            </a:pPr>
            <a:r>
              <a:rPr lang="en-US" altLang="zh-CN" sz="2800" dirty="0" smtClean="0">
                <a:latin typeface="Times New Roman" pitchFamily="18" charset="0"/>
                <a:cs typeface="Times New Roman" pitchFamily="18" charset="0"/>
              </a:rPr>
              <a:t>  for(   ; *p1!=‘\0’; p1++,p2++) </a:t>
            </a:r>
            <a:endParaRPr lang="zh-CN" altLang="zh-CN" sz="2800" dirty="0" smtClean="0">
              <a:latin typeface="Times New Roman" pitchFamily="18" charset="0"/>
              <a:cs typeface="Times New Roman" pitchFamily="18" charset="0"/>
            </a:endParaRPr>
          </a:p>
          <a:p>
            <a:pPr>
              <a:lnSpc>
                <a:spcPct val="100000"/>
              </a:lnSpc>
              <a:buFont typeface="Wingdings" pitchFamily="2" charset="2"/>
              <a:buNone/>
            </a:pPr>
            <a:r>
              <a:rPr lang="en-US" altLang="zh-CN" sz="2800" dirty="0" smtClean="0">
                <a:latin typeface="Times New Roman" pitchFamily="18" charset="0"/>
                <a:cs typeface="Times New Roman" pitchFamily="18" charset="0"/>
              </a:rPr>
              <a:t>      *p2=*p1; </a:t>
            </a:r>
            <a:endParaRPr lang="zh-CN" altLang="zh-CN" sz="2800" dirty="0" smtClean="0">
              <a:latin typeface="Times New Roman" pitchFamily="18" charset="0"/>
              <a:cs typeface="Times New Roman" pitchFamily="18" charset="0"/>
            </a:endParaRPr>
          </a:p>
          <a:p>
            <a:pPr>
              <a:lnSpc>
                <a:spcPct val="100000"/>
              </a:lnSpc>
              <a:buFont typeface="Wingdings" pitchFamily="2" charset="2"/>
              <a:buNone/>
            </a:pPr>
            <a:r>
              <a:rPr lang="en-US" altLang="zh-CN" sz="2800" dirty="0" smtClean="0">
                <a:latin typeface="Times New Roman" pitchFamily="18" charset="0"/>
                <a:cs typeface="Times New Roman" pitchFamily="18" charset="0"/>
              </a:rPr>
              <a:t>  </a:t>
            </a:r>
            <a:r>
              <a:rPr lang="en-US" altLang="zh-CN" sz="2800" dirty="0" smtClean="0">
                <a:solidFill>
                  <a:srgbClr val="00B050"/>
                </a:solidFill>
                <a:latin typeface="Times New Roman" pitchFamily="18" charset="0"/>
                <a:cs typeface="Times New Roman" pitchFamily="18" charset="0"/>
              </a:rPr>
              <a:t>*p2=‘\0’; </a:t>
            </a:r>
            <a:endParaRPr lang="zh-CN" altLang="zh-CN" sz="2800" dirty="0" smtClean="0">
              <a:solidFill>
                <a:srgbClr val="00B050"/>
              </a:solidFill>
              <a:latin typeface="Times New Roman" pitchFamily="18" charset="0"/>
              <a:cs typeface="Times New Roman" pitchFamily="18" charset="0"/>
            </a:endParaRPr>
          </a:p>
          <a:p>
            <a:pPr>
              <a:lnSpc>
                <a:spcPct val="100000"/>
              </a:lnSpc>
              <a:buFont typeface="Wingdings" pitchFamily="2" charset="2"/>
              <a:buNone/>
            </a:pPr>
            <a:r>
              <a:rPr lang="en-US" altLang="zh-CN" sz="2800" dirty="0" smtClean="0">
                <a:latin typeface="Times New Roman" pitchFamily="18" charset="0"/>
                <a:cs typeface="Times New Roman" pitchFamily="18" charset="0"/>
              </a:rPr>
              <a:t>  </a:t>
            </a:r>
            <a:r>
              <a:rPr lang="en-US" altLang="zh-CN" sz="2800" dirty="0" err="1" smtClean="0">
                <a:latin typeface="Times New Roman" pitchFamily="18" charset="0"/>
                <a:cs typeface="Times New Roman" pitchFamily="18" charset="0"/>
              </a:rPr>
              <a:t>printf</a:t>
            </a:r>
            <a:r>
              <a:rPr lang="en-US" altLang="zh-CN" sz="2800" dirty="0" smtClean="0">
                <a:latin typeface="Times New Roman" pitchFamily="18" charset="0"/>
                <a:cs typeface="Times New Roman" pitchFamily="18" charset="0"/>
              </a:rPr>
              <a:t>(“string a is:%s\</a:t>
            </a:r>
            <a:r>
              <a:rPr lang="en-US" altLang="zh-CN" sz="2800" dirty="0" err="1" smtClean="0">
                <a:latin typeface="Times New Roman" pitchFamily="18" charset="0"/>
                <a:cs typeface="Times New Roman" pitchFamily="18" charset="0"/>
              </a:rPr>
              <a:t>n”,a</a:t>
            </a:r>
            <a:r>
              <a:rPr lang="en-US" altLang="zh-CN" sz="2800" dirty="0" smtClean="0">
                <a:latin typeface="Times New Roman" pitchFamily="18" charset="0"/>
                <a:cs typeface="Times New Roman" pitchFamily="18" charset="0"/>
              </a:rPr>
              <a:t>); </a:t>
            </a:r>
            <a:endParaRPr lang="zh-CN" altLang="zh-CN" sz="2800" dirty="0" smtClean="0">
              <a:latin typeface="Times New Roman" pitchFamily="18" charset="0"/>
              <a:cs typeface="Times New Roman" pitchFamily="18" charset="0"/>
            </a:endParaRPr>
          </a:p>
          <a:p>
            <a:pPr>
              <a:lnSpc>
                <a:spcPct val="100000"/>
              </a:lnSpc>
              <a:buFont typeface="Wingdings" pitchFamily="2" charset="2"/>
              <a:buNone/>
            </a:pPr>
            <a:r>
              <a:rPr lang="en-US" altLang="zh-CN" sz="2800" dirty="0" smtClean="0">
                <a:latin typeface="Times New Roman" pitchFamily="18" charset="0"/>
                <a:cs typeface="Times New Roman" pitchFamily="18" charset="0"/>
              </a:rPr>
              <a:t>  </a:t>
            </a:r>
            <a:r>
              <a:rPr lang="en-US" altLang="zh-CN" sz="2800" dirty="0" err="1" smtClean="0">
                <a:latin typeface="Times New Roman" pitchFamily="18" charset="0"/>
                <a:cs typeface="Times New Roman" pitchFamily="18" charset="0"/>
              </a:rPr>
              <a:t>printf</a:t>
            </a:r>
            <a:r>
              <a:rPr lang="en-US" altLang="zh-CN" sz="2800" dirty="0" smtClean="0">
                <a:latin typeface="Times New Roman" pitchFamily="18" charset="0"/>
                <a:cs typeface="Times New Roman" pitchFamily="18" charset="0"/>
              </a:rPr>
              <a:t>(“string b is:%s\</a:t>
            </a:r>
            <a:r>
              <a:rPr lang="en-US" altLang="zh-CN" sz="2800" dirty="0" err="1" smtClean="0">
                <a:latin typeface="Times New Roman" pitchFamily="18" charset="0"/>
                <a:cs typeface="Times New Roman" pitchFamily="18" charset="0"/>
              </a:rPr>
              <a:t>n”,b</a:t>
            </a:r>
            <a:r>
              <a:rPr lang="en-US" altLang="zh-CN" sz="2800" dirty="0" smtClean="0">
                <a:latin typeface="Times New Roman" pitchFamily="18" charset="0"/>
                <a:cs typeface="Times New Roman" pitchFamily="18" charset="0"/>
              </a:rPr>
              <a:t>); </a:t>
            </a:r>
            <a:endParaRPr lang="zh-CN" altLang="zh-CN" sz="2800" dirty="0" smtClean="0">
              <a:latin typeface="Times New Roman" pitchFamily="18" charset="0"/>
              <a:cs typeface="Times New Roman" pitchFamily="18" charset="0"/>
            </a:endParaRPr>
          </a:p>
          <a:p>
            <a:pPr>
              <a:lnSpc>
                <a:spcPct val="100000"/>
              </a:lnSpc>
              <a:buFont typeface="Wingdings" pitchFamily="2" charset="2"/>
              <a:buNone/>
            </a:pPr>
            <a:r>
              <a:rPr lang="en-US" altLang="zh-CN" sz="2800" dirty="0" smtClean="0">
                <a:latin typeface="Times New Roman" pitchFamily="18" charset="0"/>
                <a:cs typeface="Times New Roman" pitchFamily="18" charset="0"/>
              </a:rPr>
              <a:t>  return 0;</a:t>
            </a:r>
            <a:endParaRPr lang="zh-CN" altLang="zh-CN" sz="2800" dirty="0" smtClean="0">
              <a:latin typeface="Times New Roman" pitchFamily="18" charset="0"/>
              <a:cs typeface="Times New Roman" pitchFamily="18" charset="0"/>
            </a:endParaRPr>
          </a:p>
          <a:p>
            <a:pPr>
              <a:lnSpc>
                <a:spcPct val="100000"/>
              </a:lnSpc>
              <a:buFont typeface="Wingdings" pitchFamily="2" charset="2"/>
              <a:buNone/>
            </a:pPr>
            <a:r>
              <a:rPr lang="en-US" altLang="zh-CN" sz="2800" dirty="0" smtClean="0">
                <a:latin typeface="Times New Roman" pitchFamily="18" charset="0"/>
                <a:cs typeface="Times New Roman" pitchFamily="18" charset="0"/>
              </a:rPr>
              <a:t>}</a:t>
            </a:r>
            <a:endParaRPr lang="zh-CN" altLang="zh-CN" sz="2800" dirty="0" smtClean="0">
              <a:latin typeface="Times New Roman" pitchFamily="18" charset="0"/>
              <a:cs typeface="Times New Roman" pitchFamily="18" charset="0"/>
            </a:endParaRPr>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43188" y="5786438"/>
            <a:ext cx="5730875"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4692" name="图片 4" descr="Untitled2.png">
            <a:hlinkClick r:id="rId3" action="ppaction://hlinksldjump"/>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8429625" y="6143625"/>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圆角矩形标注 4"/>
          <p:cNvSpPr>
            <a:spLocks noChangeArrowheads="1"/>
          </p:cNvSpPr>
          <p:nvPr/>
        </p:nvSpPr>
        <p:spPr bwMode="auto">
          <a:xfrm>
            <a:off x="2267744" y="857250"/>
            <a:ext cx="2857500" cy="642938"/>
          </a:xfrm>
          <a:prstGeom prst="wedgeRoundRectCallout">
            <a:avLst>
              <a:gd name="adj1" fmla="val -66546"/>
              <a:gd name="adj2" fmla="val 201157"/>
              <a:gd name="adj3" fmla="val 16667"/>
            </a:avLst>
          </a:prstGeom>
          <a:solidFill>
            <a:srgbClr val="FFFFCC"/>
          </a:solidFill>
          <a:ln w="9525" algn="ctr">
            <a:solidFill>
              <a:schemeClr val="tx1"/>
            </a:solidFill>
            <a:miter lim="800000"/>
            <a:headEnd/>
            <a:tailEnd/>
          </a:ln>
        </p:spPr>
        <p:txBody>
          <a:bodyPr/>
          <a:lstStyle/>
          <a:p>
            <a:pPr algn="ctr"/>
            <a:r>
              <a:rPr lang="zh-CN" altLang="en-US" sz="2800" b="1">
                <a:solidFill>
                  <a:srgbClr val="0000CC"/>
                </a:solidFill>
                <a:latin typeface="黑体" pitchFamily="2" charset="-122"/>
                <a:ea typeface="黑体" pitchFamily="2" charset="-122"/>
              </a:rPr>
              <a:t>用指针实现的</a:t>
            </a:r>
            <a:endParaRPr lang="en-US" altLang="zh-CN" sz="2800" b="1">
              <a:solidFill>
                <a:srgbClr val="0000CC"/>
              </a:solidFill>
              <a:latin typeface="黑体" pitchFamily="2" charset="-122"/>
              <a:ea typeface="黑体" pitchFamily="2" charset="-122"/>
            </a:endParaRPr>
          </a:p>
        </p:txBody>
      </p:sp>
    </p:spTree>
    <p:extLst>
      <p:ext uri="{BB962C8B-B14F-4D97-AF65-F5344CB8AC3E}">
        <p14:creationId xmlns:p14="http://schemas.microsoft.com/office/powerpoint/2010/main" val="48070938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linds(horizontal)">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9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42" name="Rectangle 2"/>
          <p:cNvSpPr>
            <a:spLocks noGrp="1" noChangeArrowheads="1"/>
          </p:cNvSpPr>
          <p:nvPr>
            <p:ph type="title"/>
          </p:nvPr>
        </p:nvSpPr>
        <p:spPr>
          <a:xfrm>
            <a:off x="285750" y="642938"/>
            <a:ext cx="8572500" cy="769937"/>
          </a:xfrm>
          <a:effectLst/>
        </p:spPr>
        <p:txBody>
          <a:bodyPr anchor="ctr"/>
          <a:lstStyle/>
          <a:p>
            <a:pPr eaLnBrk="1" hangingPunct="1"/>
            <a:r>
              <a:rPr lang="en-US" altLang="zh-CN" b="1" dirty="0" smtClean="0">
                <a:solidFill>
                  <a:srgbClr val="0000FF"/>
                </a:solidFill>
                <a:latin typeface="黑体" pitchFamily="49" charset="-122"/>
                <a:ea typeface="黑体" pitchFamily="49" charset="-122"/>
              </a:rPr>
              <a:t>8.4.2 </a:t>
            </a:r>
            <a:r>
              <a:rPr lang="zh-CN" altLang="zh-CN" b="1" dirty="0" smtClean="0">
                <a:solidFill>
                  <a:srgbClr val="0000FF"/>
                </a:solidFill>
                <a:latin typeface="黑体" pitchFamily="49" charset="-122"/>
                <a:ea typeface="黑体" pitchFamily="49" charset="-122"/>
              </a:rPr>
              <a:t>字符指针作函数参数</a:t>
            </a:r>
            <a:endParaRPr lang="zh-CN" altLang="en-US" b="1" dirty="0" smtClean="0">
              <a:solidFill>
                <a:srgbClr val="0000FF"/>
              </a:solidFill>
              <a:latin typeface="黑体" pitchFamily="49" charset="-122"/>
              <a:ea typeface="黑体" pitchFamily="49" charset="-122"/>
            </a:endParaRPr>
          </a:p>
        </p:txBody>
      </p:sp>
      <p:pic>
        <p:nvPicPr>
          <p:cNvPr id="115716" name="图片 3" descr="Untitled2.png">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429625" y="6143625"/>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7"/>
          <p:cNvSpPr txBox="1">
            <a:spLocks noChangeArrowheads="1"/>
          </p:cNvSpPr>
          <p:nvPr/>
        </p:nvSpPr>
        <p:spPr bwMode="auto">
          <a:xfrm>
            <a:off x="592138" y="1556792"/>
            <a:ext cx="8072437" cy="40005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Wingdings" pitchFamily="2" charset="2"/>
              <a:defRPr sz="2400" b="1">
                <a:solidFill>
                  <a:schemeClr val="tx1"/>
                </a:solidFill>
                <a:latin typeface="+mn-lt"/>
                <a:ea typeface="+mn-ea"/>
                <a:cs typeface="华文楷体"/>
              </a:defRPr>
            </a:lvl1pPr>
            <a:lvl2pPr marL="742950" indent="-285750" algn="l" rtl="0" eaLnBrk="0" fontAlgn="base" hangingPunct="0">
              <a:spcBef>
                <a:spcPct val="20000"/>
              </a:spcBef>
              <a:spcAft>
                <a:spcPct val="0"/>
              </a:spcAft>
              <a:defRPr sz="2000" b="1">
                <a:solidFill>
                  <a:schemeClr val="tx1"/>
                </a:solidFill>
                <a:latin typeface="+mn-lt"/>
                <a:ea typeface="+mn-ea"/>
                <a:cs typeface="华文楷体"/>
              </a:defRPr>
            </a:lvl2pPr>
            <a:lvl3pPr marL="1143000" indent="-228600" algn="l" rtl="0" eaLnBrk="0" fontAlgn="base" hangingPunct="0">
              <a:spcBef>
                <a:spcPct val="20000"/>
              </a:spcBef>
              <a:spcAft>
                <a:spcPct val="0"/>
              </a:spcAft>
              <a:defRPr sz="2000" b="1">
                <a:solidFill>
                  <a:schemeClr val="tx1"/>
                </a:solidFill>
                <a:latin typeface="+mn-lt"/>
                <a:ea typeface="+mn-ea"/>
                <a:cs typeface="华文楷体"/>
              </a:defRPr>
            </a:lvl3pPr>
            <a:lvl4pPr marL="1600200" indent="-228600" algn="l" rtl="0" eaLnBrk="0" fontAlgn="base" hangingPunct="0">
              <a:spcBef>
                <a:spcPct val="20000"/>
              </a:spcBef>
              <a:spcAft>
                <a:spcPct val="0"/>
              </a:spcAft>
              <a:defRPr sz="2000" b="1">
                <a:solidFill>
                  <a:schemeClr val="tx1"/>
                </a:solidFill>
                <a:latin typeface="+mn-lt"/>
                <a:ea typeface="+mn-ea"/>
                <a:cs typeface="华文楷体"/>
              </a:defRPr>
            </a:lvl4pPr>
            <a:lvl5pPr marL="2057400" indent="-228600" algn="l" rtl="0" eaLnBrk="0" fontAlgn="base" hangingPunct="0">
              <a:spcBef>
                <a:spcPct val="20000"/>
              </a:spcBef>
              <a:spcAft>
                <a:spcPct val="0"/>
              </a:spcAft>
              <a:defRPr sz="2000" b="1">
                <a:solidFill>
                  <a:schemeClr val="tx1"/>
                </a:solidFill>
                <a:latin typeface="+mn-lt"/>
                <a:ea typeface="+mn-ea"/>
                <a:cs typeface="华文楷体"/>
              </a:defRPr>
            </a:lvl5pPr>
            <a:lvl6pPr marL="2514600" indent="-228600" algn="l" rtl="0" fontAlgn="base">
              <a:spcBef>
                <a:spcPct val="20000"/>
              </a:spcBef>
              <a:spcAft>
                <a:spcPct val="0"/>
              </a:spcAft>
              <a:defRPr sz="2000" b="1">
                <a:solidFill>
                  <a:schemeClr val="tx1"/>
                </a:solidFill>
                <a:latin typeface="+mn-lt"/>
                <a:ea typeface="+mn-ea"/>
              </a:defRPr>
            </a:lvl6pPr>
            <a:lvl7pPr marL="2971800" indent="-228600" algn="l" rtl="0" fontAlgn="base">
              <a:spcBef>
                <a:spcPct val="20000"/>
              </a:spcBef>
              <a:spcAft>
                <a:spcPct val="0"/>
              </a:spcAft>
              <a:defRPr sz="2000" b="1">
                <a:solidFill>
                  <a:schemeClr val="tx1"/>
                </a:solidFill>
                <a:latin typeface="+mn-lt"/>
                <a:ea typeface="+mn-ea"/>
              </a:defRPr>
            </a:lvl7pPr>
            <a:lvl8pPr marL="3429000" indent="-228600" algn="l" rtl="0" fontAlgn="base">
              <a:spcBef>
                <a:spcPct val="20000"/>
              </a:spcBef>
              <a:spcAft>
                <a:spcPct val="0"/>
              </a:spcAft>
              <a:defRPr sz="2000" b="1">
                <a:solidFill>
                  <a:schemeClr val="tx1"/>
                </a:solidFill>
                <a:latin typeface="+mn-lt"/>
                <a:ea typeface="+mn-ea"/>
              </a:defRPr>
            </a:lvl8pPr>
            <a:lvl9pPr marL="3886200" indent="-228600" algn="l" rtl="0" fontAlgn="base">
              <a:spcBef>
                <a:spcPct val="20000"/>
              </a:spcBef>
              <a:spcAft>
                <a:spcPct val="0"/>
              </a:spcAft>
              <a:defRPr sz="2000" b="1">
                <a:solidFill>
                  <a:schemeClr val="tx1"/>
                </a:solidFill>
                <a:latin typeface="+mn-lt"/>
                <a:ea typeface="+mn-ea"/>
              </a:defRPr>
            </a:lvl9pPr>
          </a:lstStyle>
          <a:p>
            <a:pPr marL="0">
              <a:lnSpc>
                <a:spcPct val="150000"/>
              </a:lnSpc>
              <a:spcBef>
                <a:spcPct val="0"/>
              </a:spcBef>
            </a:pPr>
            <a:r>
              <a:rPr lang="zh-CN" altLang="zh-CN" sz="2800" dirty="0" smtClean="0">
                <a:latin typeface="黑体" pitchFamily="2" charset="-122"/>
                <a:ea typeface="黑体" pitchFamily="2" charset="-122"/>
              </a:rPr>
              <a:t>如果想把一个字符串从一个函数“传递”到另一个函数，可以用</a:t>
            </a:r>
            <a:r>
              <a:rPr lang="zh-CN" altLang="zh-CN" sz="2800" dirty="0" smtClean="0">
                <a:solidFill>
                  <a:srgbClr val="00B050"/>
                </a:solidFill>
                <a:latin typeface="黑体" pitchFamily="2" charset="-122"/>
                <a:ea typeface="黑体" pitchFamily="2" charset="-122"/>
              </a:rPr>
              <a:t>地址传递</a:t>
            </a:r>
            <a:r>
              <a:rPr lang="zh-CN" altLang="zh-CN" sz="2800" dirty="0" smtClean="0">
                <a:latin typeface="黑体" pitchFamily="2" charset="-122"/>
                <a:ea typeface="黑体" pitchFamily="2" charset="-122"/>
              </a:rPr>
              <a:t>的办法，即用</a:t>
            </a:r>
            <a:r>
              <a:rPr lang="zh-CN" altLang="zh-CN" sz="2800" dirty="0" smtClean="0">
                <a:solidFill>
                  <a:srgbClr val="7030A0"/>
                </a:solidFill>
                <a:latin typeface="黑体" pitchFamily="2" charset="-122"/>
                <a:ea typeface="黑体" pitchFamily="2" charset="-122"/>
              </a:rPr>
              <a:t>字符数组名</a:t>
            </a:r>
            <a:r>
              <a:rPr lang="zh-CN" altLang="zh-CN" sz="2800" dirty="0" smtClean="0">
                <a:latin typeface="黑体" pitchFamily="2" charset="-122"/>
                <a:ea typeface="黑体" pitchFamily="2" charset="-122"/>
              </a:rPr>
              <a:t>作参数，也可以用</a:t>
            </a:r>
            <a:r>
              <a:rPr lang="zh-CN" altLang="zh-CN" sz="2800" dirty="0" smtClean="0">
                <a:solidFill>
                  <a:srgbClr val="7030A0"/>
                </a:solidFill>
                <a:latin typeface="黑体" pitchFamily="2" charset="-122"/>
                <a:ea typeface="黑体" pitchFamily="2" charset="-122"/>
              </a:rPr>
              <a:t>字符指针变量</a:t>
            </a:r>
            <a:r>
              <a:rPr lang="zh-CN" altLang="zh-CN" sz="2800" dirty="0" smtClean="0">
                <a:latin typeface="黑体" pitchFamily="2" charset="-122"/>
                <a:ea typeface="黑体" pitchFamily="2" charset="-122"/>
              </a:rPr>
              <a:t>作参数。</a:t>
            </a:r>
            <a:endParaRPr lang="en-US" altLang="zh-CN" sz="2800" dirty="0" smtClean="0">
              <a:latin typeface="黑体" pitchFamily="2" charset="-122"/>
              <a:ea typeface="黑体" pitchFamily="2" charset="-122"/>
            </a:endParaRPr>
          </a:p>
          <a:p>
            <a:pPr marL="0">
              <a:lnSpc>
                <a:spcPct val="150000"/>
              </a:lnSpc>
              <a:spcBef>
                <a:spcPct val="0"/>
              </a:spcBef>
            </a:pPr>
            <a:r>
              <a:rPr lang="zh-CN" altLang="zh-CN" sz="2800" dirty="0" smtClean="0">
                <a:latin typeface="黑体" pitchFamily="2" charset="-122"/>
                <a:ea typeface="黑体" pitchFamily="2" charset="-122"/>
              </a:rPr>
              <a:t>在被调用的函数中可以</a:t>
            </a:r>
            <a:r>
              <a:rPr lang="zh-CN" altLang="zh-CN" sz="2800" dirty="0" smtClean="0">
                <a:solidFill>
                  <a:srgbClr val="0000FF"/>
                </a:solidFill>
                <a:latin typeface="黑体" pitchFamily="2" charset="-122"/>
                <a:ea typeface="黑体" pitchFamily="2" charset="-122"/>
              </a:rPr>
              <a:t>改变</a:t>
            </a:r>
            <a:r>
              <a:rPr lang="zh-CN" altLang="zh-CN" sz="2800" dirty="0" smtClean="0">
                <a:latin typeface="黑体" pitchFamily="2" charset="-122"/>
                <a:ea typeface="黑体" pitchFamily="2" charset="-122"/>
              </a:rPr>
              <a:t>字符串的内容</a:t>
            </a:r>
            <a:r>
              <a:rPr lang="zh-CN" altLang="en-US" sz="2800" dirty="0" smtClean="0">
                <a:latin typeface="黑体" pitchFamily="2" charset="-122"/>
                <a:ea typeface="黑体" pitchFamily="2" charset="-122"/>
              </a:rPr>
              <a:t>。</a:t>
            </a:r>
            <a:endParaRPr lang="en-US" altLang="zh-CN" sz="2800" dirty="0" smtClean="0">
              <a:latin typeface="黑体" pitchFamily="2" charset="-122"/>
              <a:ea typeface="黑体" pitchFamily="2" charset="-122"/>
            </a:endParaRPr>
          </a:p>
          <a:p>
            <a:pPr marL="0">
              <a:lnSpc>
                <a:spcPct val="150000"/>
              </a:lnSpc>
              <a:spcBef>
                <a:spcPct val="0"/>
              </a:spcBef>
            </a:pPr>
            <a:r>
              <a:rPr lang="zh-CN" altLang="zh-CN" sz="2800" dirty="0" smtClean="0">
                <a:latin typeface="黑体" pitchFamily="2" charset="-122"/>
                <a:ea typeface="黑体" pitchFamily="2" charset="-122"/>
              </a:rPr>
              <a:t>在主调函数中可以</a:t>
            </a:r>
            <a:r>
              <a:rPr lang="zh-CN" altLang="zh-CN" sz="2800" dirty="0" smtClean="0">
                <a:solidFill>
                  <a:srgbClr val="0000FF"/>
                </a:solidFill>
                <a:latin typeface="黑体" pitchFamily="2" charset="-122"/>
                <a:ea typeface="黑体" pitchFamily="2" charset="-122"/>
              </a:rPr>
              <a:t>引用</a:t>
            </a:r>
            <a:r>
              <a:rPr lang="zh-CN" altLang="zh-CN" sz="2800" dirty="0" smtClean="0">
                <a:latin typeface="黑体" pitchFamily="2" charset="-122"/>
                <a:ea typeface="黑体" pitchFamily="2" charset="-122"/>
              </a:rPr>
              <a:t>改变后的字符串</a:t>
            </a:r>
            <a:r>
              <a:rPr lang="zh-CN" altLang="en-US" sz="2800" dirty="0" smtClean="0">
                <a:latin typeface="黑体" pitchFamily="2" charset="-122"/>
                <a:ea typeface="黑体" pitchFamily="2" charset="-122"/>
              </a:rPr>
              <a:t>。</a:t>
            </a:r>
            <a:endParaRPr lang="en-US" altLang="zh-CN" sz="2800" dirty="0" smtClean="0">
              <a:latin typeface="黑体" pitchFamily="2" charset="-122"/>
              <a:ea typeface="黑体" pitchFamily="2" charset="-122"/>
            </a:endParaRPr>
          </a:p>
        </p:txBody>
      </p:sp>
    </p:spTree>
    <p:extLst>
      <p:ext uri="{BB962C8B-B14F-4D97-AF65-F5344CB8AC3E}">
        <p14:creationId xmlns:p14="http://schemas.microsoft.com/office/powerpoint/2010/main" val="2528241672"/>
      </p:ext>
    </p:extLst>
  </p:cSld>
  <p:clrMapOvr>
    <a:masterClrMapping/>
  </p:clrMapOvr>
  <p:transition spd="med">
    <p:blinds/>
  </p:transition>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47" name="Rectangle 3"/>
          <p:cNvSpPr>
            <a:spLocks noGrp="1" noChangeArrowheads="1"/>
          </p:cNvSpPr>
          <p:nvPr>
            <p:ph type="body" idx="1"/>
          </p:nvPr>
        </p:nvSpPr>
        <p:spPr>
          <a:xfrm>
            <a:off x="395535" y="980728"/>
            <a:ext cx="8503989" cy="4143375"/>
          </a:xfrm>
        </p:spPr>
        <p:txBody>
          <a:bodyPr/>
          <a:lstStyle/>
          <a:p>
            <a:pPr marL="0" indent="0">
              <a:lnSpc>
                <a:spcPct val="150000"/>
              </a:lnSpc>
              <a:spcBef>
                <a:spcPts val="0"/>
              </a:spcBef>
              <a:buFont typeface="Wingdings" pitchFamily="2" charset="2"/>
              <a:buNone/>
            </a:pPr>
            <a:r>
              <a:rPr lang="zh-CN" altLang="en-US" sz="2800" dirty="0" smtClean="0">
                <a:latin typeface="黑体" pitchFamily="49" charset="-122"/>
                <a:ea typeface="黑体" pitchFamily="49" charset="-122"/>
              </a:rPr>
              <a:t>例</a:t>
            </a:r>
            <a:r>
              <a:rPr lang="en-US" altLang="zh-CN" sz="2800" dirty="0" smtClean="0">
                <a:latin typeface="黑体" pitchFamily="49" charset="-122"/>
                <a:ea typeface="黑体" pitchFamily="49" charset="-122"/>
              </a:rPr>
              <a:t>8.20 </a:t>
            </a:r>
            <a:r>
              <a:rPr lang="zh-CN" altLang="zh-CN" sz="2800" dirty="0" smtClean="0">
                <a:latin typeface="黑体" pitchFamily="49" charset="-122"/>
                <a:ea typeface="黑体" pitchFamily="49" charset="-122"/>
              </a:rPr>
              <a:t>用函数调用实现字符串的复制。</a:t>
            </a:r>
          </a:p>
          <a:p>
            <a:pPr marL="0" indent="0">
              <a:lnSpc>
                <a:spcPct val="150000"/>
              </a:lnSpc>
              <a:spcBef>
                <a:spcPts val="0"/>
              </a:spcBef>
              <a:buFont typeface="Wingdings" pitchFamily="2" charset="2"/>
              <a:buChar char="Ø"/>
            </a:pPr>
            <a:r>
              <a:rPr lang="zh-CN" altLang="zh-CN" sz="2800" dirty="0" smtClean="0">
                <a:latin typeface="黑体" pitchFamily="49" charset="-122"/>
                <a:ea typeface="黑体" pitchFamily="49" charset="-122"/>
              </a:rPr>
              <a:t>解题思路：定义一个函数</a:t>
            </a:r>
            <a:r>
              <a:rPr lang="en-US" altLang="zh-CN" sz="2800" dirty="0" err="1" smtClean="0">
                <a:latin typeface="黑体" pitchFamily="49" charset="-122"/>
                <a:ea typeface="黑体" pitchFamily="49" charset="-122"/>
              </a:rPr>
              <a:t>copy_string</a:t>
            </a:r>
            <a:r>
              <a:rPr lang="zh-CN" altLang="zh-CN" sz="2800" dirty="0" smtClean="0">
                <a:latin typeface="黑体" pitchFamily="49" charset="-122"/>
                <a:ea typeface="黑体" pitchFamily="49" charset="-122"/>
              </a:rPr>
              <a:t>用来实现字符串复制的功能，在主函数中调用此函数，函数的</a:t>
            </a:r>
            <a:r>
              <a:rPr lang="zh-CN" altLang="zh-CN" sz="2800" dirty="0" smtClean="0">
                <a:solidFill>
                  <a:srgbClr val="0000FF"/>
                </a:solidFill>
                <a:latin typeface="黑体" pitchFamily="49" charset="-122"/>
                <a:ea typeface="黑体" pitchFamily="49" charset="-122"/>
              </a:rPr>
              <a:t>形参</a:t>
            </a:r>
            <a:r>
              <a:rPr lang="zh-CN" altLang="zh-CN" sz="2800" dirty="0" smtClean="0">
                <a:latin typeface="黑体" pitchFamily="49" charset="-122"/>
                <a:ea typeface="黑体" pitchFamily="49" charset="-122"/>
              </a:rPr>
              <a:t>和</a:t>
            </a:r>
            <a:r>
              <a:rPr lang="zh-CN" altLang="zh-CN" sz="2800" dirty="0" smtClean="0">
                <a:solidFill>
                  <a:srgbClr val="0000FF"/>
                </a:solidFill>
                <a:latin typeface="黑体" pitchFamily="49" charset="-122"/>
                <a:ea typeface="黑体" pitchFamily="49" charset="-122"/>
              </a:rPr>
              <a:t>实参</a:t>
            </a:r>
            <a:r>
              <a:rPr lang="zh-CN" altLang="zh-CN" sz="2800" dirty="0" smtClean="0">
                <a:latin typeface="黑体" pitchFamily="49" charset="-122"/>
                <a:ea typeface="黑体" pitchFamily="49" charset="-122"/>
              </a:rPr>
              <a:t>可以分别用</a:t>
            </a:r>
            <a:r>
              <a:rPr lang="zh-CN" altLang="zh-CN" sz="2800" dirty="0" smtClean="0">
                <a:solidFill>
                  <a:srgbClr val="00B050"/>
                </a:solidFill>
                <a:latin typeface="黑体" pitchFamily="49" charset="-122"/>
                <a:ea typeface="黑体" pitchFamily="49" charset="-122"/>
              </a:rPr>
              <a:t>字符数组名</a:t>
            </a:r>
            <a:r>
              <a:rPr lang="zh-CN" altLang="zh-CN" sz="2800" dirty="0" smtClean="0">
                <a:latin typeface="黑体" pitchFamily="49" charset="-122"/>
                <a:ea typeface="黑体" pitchFamily="49" charset="-122"/>
              </a:rPr>
              <a:t>或</a:t>
            </a:r>
            <a:r>
              <a:rPr lang="zh-CN" altLang="zh-CN" sz="2800" dirty="0" smtClean="0">
                <a:solidFill>
                  <a:srgbClr val="00B050"/>
                </a:solidFill>
                <a:latin typeface="黑体" pitchFamily="49" charset="-122"/>
                <a:ea typeface="黑体" pitchFamily="49" charset="-122"/>
              </a:rPr>
              <a:t>字符指针变量</a:t>
            </a:r>
            <a:r>
              <a:rPr lang="zh-CN" altLang="zh-CN" sz="2800" dirty="0" smtClean="0">
                <a:latin typeface="黑体" pitchFamily="49" charset="-122"/>
                <a:ea typeface="黑体" pitchFamily="49" charset="-122"/>
              </a:rPr>
              <a:t>。分别编程，以供分析比较。</a:t>
            </a:r>
            <a:endParaRPr lang="en-US" altLang="zh-CN" sz="2800" dirty="0" smtClean="0">
              <a:latin typeface="黑体" pitchFamily="49" charset="-122"/>
              <a:ea typeface="黑体" pitchFamily="49" charset="-122"/>
            </a:endParaRPr>
          </a:p>
        </p:txBody>
      </p:sp>
      <p:pic>
        <p:nvPicPr>
          <p:cNvPr id="116740" name="图片 3" descr="Untitled2.png">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429625" y="6143625"/>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08164156"/>
      </p:ext>
    </p:extLst>
  </p:cSld>
  <p:clrMapOvr>
    <a:masterClrMapping/>
  </p:clrMapOvr>
  <p:transition spd="med">
    <p:blinds/>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6147">
                                            <p:txEl>
                                              <p:pRg st="1" end="1"/>
                                            </p:txEl>
                                          </p:spTgt>
                                        </p:tgtEl>
                                        <p:attrNameLst>
                                          <p:attrName>style.visibility</p:attrName>
                                        </p:attrNameLst>
                                      </p:cBhvr>
                                      <p:to>
                                        <p:strVal val="visible"/>
                                      </p:to>
                                    </p:set>
                                    <p:animEffect transition="in" filter="blinds(horizontal)">
                                      <p:cBhvr>
                                        <p:cTn id="7" dur="500"/>
                                        <p:tgtEl>
                                          <p:spTgt spid="614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内容占位符 2"/>
          <p:cNvSpPr>
            <a:spLocks noGrp="1"/>
          </p:cNvSpPr>
          <p:nvPr>
            <p:ph idx="1"/>
          </p:nvPr>
        </p:nvSpPr>
        <p:spPr>
          <a:xfrm>
            <a:off x="184150" y="357187"/>
            <a:ext cx="8715375" cy="5786438"/>
          </a:xfrm>
        </p:spPr>
        <p:txBody>
          <a:bodyPr/>
          <a:lstStyle/>
          <a:p>
            <a:pPr>
              <a:lnSpc>
                <a:spcPts val="3000"/>
              </a:lnSpc>
              <a:buFont typeface="Wingdings" pitchFamily="2" charset="2"/>
              <a:buNone/>
            </a:pPr>
            <a:r>
              <a:rPr lang="en-US" altLang="zh-CN" sz="2800" dirty="0" smtClean="0">
                <a:latin typeface="黑体" pitchFamily="49" charset="-122"/>
                <a:ea typeface="黑体" pitchFamily="49" charset="-122"/>
              </a:rPr>
              <a:t>(1) </a:t>
            </a:r>
            <a:r>
              <a:rPr lang="zh-CN" altLang="zh-CN" sz="2800" dirty="0" smtClean="0">
                <a:latin typeface="黑体" pitchFamily="49" charset="-122"/>
                <a:ea typeface="黑体" pitchFamily="49" charset="-122"/>
              </a:rPr>
              <a:t>用</a:t>
            </a:r>
            <a:r>
              <a:rPr lang="zh-CN" altLang="zh-CN" sz="2800" dirty="0" smtClean="0">
                <a:solidFill>
                  <a:srgbClr val="00B050"/>
                </a:solidFill>
                <a:latin typeface="黑体" pitchFamily="49" charset="-122"/>
                <a:ea typeface="黑体" pitchFamily="49" charset="-122"/>
              </a:rPr>
              <a:t>字符数组名</a:t>
            </a:r>
            <a:r>
              <a:rPr lang="zh-CN" altLang="zh-CN" sz="2800" dirty="0" smtClean="0">
                <a:latin typeface="黑体" pitchFamily="49" charset="-122"/>
                <a:ea typeface="黑体" pitchFamily="49" charset="-122"/>
              </a:rPr>
              <a:t>作为函数参数</a:t>
            </a:r>
          </a:p>
          <a:p>
            <a:pPr>
              <a:lnSpc>
                <a:spcPts val="3000"/>
              </a:lnSpc>
              <a:buFont typeface="Wingdings" pitchFamily="2" charset="2"/>
              <a:buNone/>
            </a:pPr>
            <a:r>
              <a:rPr lang="en-US" altLang="zh-CN" sz="2800" dirty="0" smtClean="0"/>
              <a:t>#include &lt;</a:t>
            </a:r>
            <a:r>
              <a:rPr lang="en-US" altLang="zh-CN" sz="2800" dirty="0" err="1" smtClean="0"/>
              <a:t>stdio.h</a:t>
            </a:r>
            <a:r>
              <a:rPr lang="en-US" altLang="zh-CN" sz="2800" dirty="0" smtClean="0"/>
              <a:t>&gt;</a:t>
            </a:r>
            <a:endParaRPr lang="zh-CN" altLang="zh-CN" sz="2800" dirty="0" smtClean="0"/>
          </a:p>
          <a:p>
            <a:pPr>
              <a:lnSpc>
                <a:spcPts val="3000"/>
              </a:lnSpc>
              <a:buFont typeface="Wingdings" pitchFamily="2" charset="2"/>
              <a:buNone/>
            </a:pPr>
            <a:r>
              <a:rPr lang="en-US" altLang="zh-CN" sz="2800" dirty="0" err="1" smtClean="0"/>
              <a:t>int</a:t>
            </a:r>
            <a:r>
              <a:rPr lang="en-US" altLang="zh-CN" sz="2800" dirty="0" smtClean="0"/>
              <a:t> main()</a:t>
            </a:r>
            <a:endParaRPr lang="zh-CN" altLang="zh-CN" sz="2800" dirty="0" smtClean="0"/>
          </a:p>
          <a:p>
            <a:pPr>
              <a:lnSpc>
                <a:spcPts val="3000"/>
              </a:lnSpc>
              <a:buFont typeface="Wingdings" pitchFamily="2" charset="2"/>
              <a:buNone/>
            </a:pPr>
            <a:r>
              <a:rPr lang="en-US" altLang="zh-CN" sz="2800" dirty="0" smtClean="0"/>
              <a:t>{void </a:t>
            </a:r>
            <a:r>
              <a:rPr lang="en-US" altLang="zh-CN" sz="2800" dirty="0" err="1" smtClean="0"/>
              <a:t>copy_string</a:t>
            </a:r>
            <a:r>
              <a:rPr lang="en-US" altLang="zh-CN" sz="2800" dirty="0" smtClean="0"/>
              <a:t>(char from[],char to[]);</a:t>
            </a:r>
            <a:endParaRPr lang="zh-CN" altLang="zh-CN" sz="2800" dirty="0" smtClean="0"/>
          </a:p>
          <a:p>
            <a:pPr>
              <a:lnSpc>
                <a:spcPts val="3000"/>
              </a:lnSpc>
              <a:buFont typeface="Wingdings" pitchFamily="2" charset="2"/>
              <a:buNone/>
            </a:pPr>
            <a:r>
              <a:rPr lang="en-US" altLang="zh-CN" sz="2800" dirty="0" smtClean="0"/>
              <a:t>  char </a:t>
            </a:r>
            <a:r>
              <a:rPr lang="en-US" altLang="zh-CN" sz="2800" dirty="0" smtClean="0">
                <a:solidFill>
                  <a:srgbClr val="9D138D"/>
                </a:solidFill>
              </a:rPr>
              <a:t>a</a:t>
            </a:r>
            <a:r>
              <a:rPr lang="en-US" altLang="zh-CN" sz="2800" dirty="0" smtClean="0"/>
              <a:t>[]="I am a teacher.";</a:t>
            </a:r>
            <a:endParaRPr lang="zh-CN" altLang="zh-CN" sz="2800" dirty="0" smtClean="0"/>
          </a:p>
          <a:p>
            <a:pPr>
              <a:lnSpc>
                <a:spcPts val="3000"/>
              </a:lnSpc>
              <a:buFont typeface="Wingdings" pitchFamily="2" charset="2"/>
              <a:buNone/>
            </a:pPr>
            <a:r>
              <a:rPr lang="en-US" altLang="zh-CN" sz="2800" dirty="0" smtClean="0"/>
              <a:t>  char </a:t>
            </a:r>
            <a:r>
              <a:rPr lang="en-US" altLang="zh-CN" sz="2800" dirty="0" smtClean="0">
                <a:solidFill>
                  <a:srgbClr val="9D138D"/>
                </a:solidFill>
              </a:rPr>
              <a:t>b</a:t>
            </a:r>
            <a:r>
              <a:rPr lang="en-US" altLang="zh-CN" sz="2800" dirty="0" smtClean="0"/>
              <a:t>[]="you are a student.";</a:t>
            </a:r>
            <a:endParaRPr lang="zh-CN" altLang="zh-CN" sz="2800" dirty="0" smtClean="0"/>
          </a:p>
          <a:p>
            <a:pPr>
              <a:lnSpc>
                <a:spcPts val="3000"/>
              </a:lnSpc>
              <a:buFont typeface="Wingdings" pitchFamily="2" charset="2"/>
              <a:buNone/>
            </a:pPr>
            <a:r>
              <a:rPr lang="en-US" altLang="zh-CN" sz="2800" dirty="0" smtClean="0"/>
              <a:t>  </a:t>
            </a:r>
            <a:r>
              <a:rPr lang="en-US" altLang="zh-CN" sz="2800" dirty="0" err="1" smtClean="0"/>
              <a:t>printf</a:t>
            </a:r>
            <a:r>
              <a:rPr lang="en-US" altLang="zh-CN" sz="2800" dirty="0" smtClean="0"/>
              <a:t>(“a=%s\</a:t>
            </a:r>
            <a:r>
              <a:rPr lang="en-US" altLang="zh-CN" sz="2800" dirty="0" err="1" smtClean="0"/>
              <a:t>nb</a:t>
            </a:r>
            <a:r>
              <a:rPr lang="en-US" altLang="zh-CN" sz="2800" dirty="0" smtClean="0"/>
              <a:t>=%s\n",</a:t>
            </a:r>
            <a:r>
              <a:rPr lang="en-US" altLang="zh-CN" sz="2800" dirty="0" err="1" smtClean="0"/>
              <a:t>a,b</a:t>
            </a:r>
            <a:r>
              <a:rPr lang="en-US" altLang="zh-CN" sz="2800" dirty="0" smtClean="0"/>
              <a:t>);</a:t>
            </a:r>
            <a:endParaRPr lang="zh-CN" altLang="zh-CN" sz="2800" dirty="0" smtClean="0"/>
          </a:p>
          <a:p>
            <a:pPr>
              <a:lnSpc>
                <a:spcPts val="3000"/>
              </a:lnSpc>
              <a:buFont typeface="Wingdings" pitchFamily="2" charset="2"/>
              <a:buNone/>
            </a:pPr>
            <a:r>
              <a:rPr lang="en-US" altLang="zh-CN" sz="2800" dirty="0" smtClean="0"/>
              <a:t>  </a:t>
            </a:r>
            <a:r>
              <a:rPr lang="en-US" altLang="zh-CN" sz="2800" dirty="0" err="1" smtClean="0"/>
              <a:t>printf</a:t>
            </a:r>
            <a:r>
              <a:rPr lang="en-US" altLang="zh-CN" sz="2800" dirty="0" smtClean="0"/>
              <a:t>("copy string a to string b:\n");</a:t>
            </a:r>
            <a:endParaRPr lang="zh-CN" altLang="zh-CN" sz="2800" dirty="0" smtClean="0"/>
          </a:p>
          <a:p>
            <a:pPr>
              <a:lnSpc>
                <a:spcPts val="3000"/>
              </a:lnSpc>
              <a:buFont typeface="Wingdings" pitchFamily="2" charset="2"/>
              <a:buNone/>
            </a:pPr>
            <a:r>
              <a:rPr lang="en-US" altLang="zh-CN" sz="2800" dirty="0" smtClean="0"/>
              <a:t>  </a:t>
            </a:r>
            <a:r>
              <a:rPr lang="en-US" altLang="zh-CN" sz="2800" dirty="0" err="1" smtClean="0"/>
              <a:t>copy_string</a:t>
            </a:r>
            <a:r>
              <a:rPr lang="en-US" altLang="zh-CN" sz="2800" dirty="0" smtClean="0"/>
              <a:t>(</a:t>
            </a:r>
            <a:r>
              <a:rPr lang="en-US" altLang="zh-CN" sz="2800" dirty="0" err="1" smtClean="0">
                <a:solidFill>
                  <a:srgbClr val="9D138D"/>
                </a:solidFill>
              </a:rPr>
              <a:t>a</a:t>
            </a:r>
            <a:r>
              <a:rPr lang="en-US" altLang="zh-CN" sz="2800" dirty="0" err="1" smtClean="0"/>
              <a:t>,</a:t>
            </a:r>
            <a:r>
              <a:rPr lang="en-US" altLang="zh-CN" sz="2800" dirty="0" err="1" smtClean="0">
                <a:solidFill>
                  <a:srgbClr val="9D138D"/>
                </a:solidFill>
              </a:rPr>
              <a:t>b</a:t>
            </a:r>
            <a:r>
              <a:rPr lang="en-US" altLang="zh-CN" sz="2800" dirty="0" smtClean="0"/>
              <a:t>); </a:t>
            </a:r>
            <a:endParaRPr lang="zh-CN" altLang="zh-CN" sz="2800" dirty="0" smtClean="0"/>
          </a:p>
          <a:p>
            <a:pPr>
              <a:lnSpc>
                <a:spcPts val="3000"/>
              </a:lnSpc>
              <a:buFont typeface="Wingdings" pitchFamily="2" charset="2"/>
              <a:buNone/>
            </a:pPr>
            <a:r>
              <a:rPr lang="en-US" altLang="zh-CN" sz="2800" dirty="0" smtClean="0"/>
              <a:t>  </a:t>
            </a:r>
            <a:r>
              <a:rPr lang="en-US" altLang="zh-CN" sz="2800" dirty="0" err="1" smtClean="0"/>
              <a:t>printf</a:t>
            </a:r>
            <a:r>
              <a:rPr lang="en-US" altLang="zh-CN" sz="2800" dirty="0" smtClean="0"/>
              <a:t>(“a=%s\</a:t>
            </a:r>
            <a:r>
              <a:rPr lang="en-US" altLang="zh-CN" sz="2800" dirty="0" err="1" smtClean="0"/>
              <a:t>nb</a:t>
            </a:r>
            <a:r>
              <a:rPr lang="en-US" altLang="zh-CN" sz="2800" dirty="0" smtClean="0"/>
              <a:t>=%s\n",</a:t>
            </a:r>
            <a:r>
              <a:rPr lang="en-US" altLang="zh-CN" sz="2800" dirty="0" err="1" smtClean="0"/>
              <a:t>a,b</a:t>
            </a:r>
            <a:r>
              <a:rPr lang="en-US" altLang="zh-CN" sz="2800" dirty="0" smtClean="0"/>
              <a:t>);  </a:t>
            </a:r>
            <a:endParaRPr lang="zh-CN" altLang="zh-CN" sz="2800" dirty="0" smtClean="0"/>
          </a:p>
          <a:p>
            <a:pPr>
              <a:lnSpc>
                <a:spcPts val="3000"/>
              </a:lnSpc>
              <a:buFont typeface="Wingdings" pitchFamily="2" charset="2"/>
              <a:buNone/>
            </a:pPr>
            <a:r>
              <a:rPr lang="en-US" altLang="zh-CN" sz="2800" dirty="0" smtClean="0"/>
              <a:t>  return 0;</a:t>
            </a:r>
            <a:endParaRPr lang="zh-CN" altLang="zh-CN" sz="2800" dirty="0" smtClean="0"/>
          </a:p>
          <a:p>
            <a:pPr>
              <a:lnSpc>
                <a:spcPts val="3000"/>
              </a:lnSpc>
              <a:buFont typeface="Wingdings" pitchFamily="2" charset="2"/>
              <a:buNone/>
            </a:pPr>
            <a:r>
              <a:rPr lang="en-US" altLang="zh-CN" sz="2800" dirty="0" smtClean="0"/>
              <a:t>}</a:t>
            </a:r>
            <a:endParaRPr lang="zh-CN" altLang="zh-CN" sz="2800" dirty="0" smtClean="0"/>
          </a:p>
          <a:p>
            <a:pPr>
              <a:lnSpc>
                <a:spcPts val="3000"/>
              </a:lnSpc>
              <a:buFont typeface="Wingdings" pitchFamily="2" charset="2"/>
              <a:buNone/>
            </a:pPr>
            <a:endParaRPr lang="zh-CN" altLang="en-US" sz="2800" dirty="0" smtClean="0"/>
          </a:p>
        </p:txBody>
      </p:sp>
      <p:pic>
        <p:nvPicPr>
          <p:cNvPr id="117763" name="图片 2" descr="Untitled2.png">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429625" y="6143625"/>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1741988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内容占位符 2"/>
          <p:cNvSpPr>
            <a:spLocks noGrp="1"/>
          </p:cNvSpPr>
          <p:nvPr>
            <p:ph idx="1"/>
          </p:nvPr>
        </p:nvSpPr>
        <p:spPr>
          <a:xfrm>
            <a:off x="363505" y="116632"/>
            <a:ext cx="8501062" cy="4286250"/>
          </a:xfrm>
        </p:spPr>
        <p:txBody>
          <a:bodyPr/>
          <a:lstStyle/>
          <a:p>
            <a:pPr>
              <a:lnSpc>
                <a:spcPct val="100000"/>
              </a:lnSpc>
              <a:buFont typeface="Wingdings" pitchFamily="2" charset="2"/>
              <a:buNone/>
            </a:pPr>
            <a:r>
              <a:rPr lang="en-US" altLang="zh-CN" sz="2800" dirty="0" smtClean="0"/>
              <a:t>void </a:t>
            </a:r>
            <a:r>
              <a:rPr lang="en-US" altLang="zh-CN" sz="2800" dirty="0" err="1" smtClean="0"/>
              <a:t>copy_string</a:t>
            </a:r>
            <a:r>
              <a:rPr lang="en-US" altLang="zh-CN" sz="2800" dirty="0" smtClean="0"/>
              <a:t>(char from[], char to[]) </a:t>
            </a:r>
            <a:r>
              <a:rPr lang="zh-CN" altLang="zh-CN" sz="2800" dirty="0" smtClean="0"/>
              <a:t> </a:t>
            </a:r>
          </a:p>
          <a:p>
            <a:pPr>
              <a:lnSpc>
                <a:spcPct val="100000"/>
              </a:lnSpc>
              <a:buFont typeface="Wingdings" pitchFamily="2" charset="2"/>
              <a:buNone/>
            </a:pPr>
            <a:r>
              <a:rPr lang="en-US" altLang="zh-CN" sz="2800" dirty="0" smtClean="0"/>
              <a:t>{ </a:t>
            </a:r>
            <a:r>
              <a:rPr lang="en-US" altLang="zh-CN" sz="2800" dirty="0" err="1" smtClean="0"/>
              <a:t>int</a:t>
            </a:r>
            <a:r>
              <a:rPr lang="en-US" altLang="zh-CN" sz="2800" dirty="0" smtClean="0"/>
              <a:t> i=0;</a:t>
            </a:r>
            <a:endParaRPr lang="zh-CN" altLang="zh-CN" sz="2800" dirty="0" smtClean="0"/>
          </a:p>
          <a:p>
            <a:pPr>
              <a:lnSpc>
                <a:spcPct val="100000"/>
              </a:lnSpc>
              <a:buFont typeface="Wingdings" pitchFamily="2" charset="2"/>
              <a:buNone/>
            </a:pPr>
            <a:r>
              <a:rPr lang="en-US" altLang="zh-CN" sz="2800" dirty="0" smtClean="0"/>
              <a:t>   while(from[i]!='\0')</a:t>
            </a:r>
            <a:endParaRPr lang="zh-CN" altLang="zh-CN" sz="2800" dirty="0" smtClean="0"/>
          </a:p>
          <a:p>
            <a:pPr>
              <a:lnSpc>
                <a:spcPct val="100000"/>
              </a:lnSpc>
              <a:buFont typeface="Wingdings" pitchFamily="2" charset="2"/>
              <a:buNone/>
            </a:pPr>
            <a:r>
              <a:rPr lang="en-US" altLang="zh-CN" sz="2800" dirty="0" smtClean="0"/>
              <a:t>   {   to[i]=from[i];</a:t>
            </a:r>
          </a:p>
          <a:p>
            <a:pPr>
              <a:lnSpc>
                <a:spcPct val="100000"/>
              </a:lnSpc>
              <a:buFont typeface="Wingdings" pitchFamily="2" charset="2"/>
              <a:buNone/>
            </a:pPr>
            <a:r>
              <a:rPr lang="en-US" altLang="zh-CN" sz="2800" dirty="0" smtClean="0"/>
              <a:t>        i++;</a:t>
            </a:r>
          </a:p>
          <a:p>
            <a:pPr>
              <a:lnSpc>
                <a:spcPct val="100000"/>
              </a:lnSpc>
              <a:buFont typeface="Wingdings" pitchFamily="2" charset="2"/>
              <a:buNone/>
            </a:pPr>
            <a:r>
              <a:rPr lang="en-US" altLang="zh-CN" sz="2800" dirty="0" smtClean="0"/>
              <a:t>    }</a:t>
            </a:r>
            <a:endParaRPr lang="zh-CN" altLang="zh-CN" sz="2800" dirty="0" smtClean="0"/>
          </a:p>
          <a:p>
            <a:pPr>
              <a:lnSpc>
                <a:spcPct val="100000"/>
              </a:lnSpc>
              <a:buFont typeface="Wingdings" pitchFamily="2" charset="2"/>
              <a:buNone/>
            </a:pPr>
            <a:r>
              <a:rPr lang="en-US" altLang="zh-CN" sz="2800" dirty="0" smtClean="0"/>
              <a:t>    to[i]='\0';</a:t>
            </a:r>
            <a:endParaRPr lang="zh-CN" altLang="zh-CN" sz="2800" dirty="0" smtClean="0"/>
          </a:p>
          <a:p>
            <a:pPr>
              <a:lnSpc>
                <a:spcPct val="100000"/>
              </a:lnSpc>
              <a:buFont typeface="Wingdings" pitchFamily="2" charset="2"/>
              <a:buNone/>
            </a:pPr>
            <a:r>
              <a:rPr lang="en-US" altLang="zh-CN" sz="2800" dirty="0" smtClean="0"/>
              <a:t>}</a:t>
            </a:r>
            <a:endParaRPr lang="zh-CN" altLang="zh-CN" sz="2800" dirty="0" smtClean="0"/>
          </a:p>
          <a:p>
            <a:pPr>
              <a:lnSpc>
                <a:spcPct val="100000"/>
              </a:lnSpc>
              <a:buFont typeface="Wingdings" pitchFamily="2" charset="2"/>
              <a:buNone/>
            </a:pPr>
            <a:endParaRPr lang="zh-CN" altLang="en-US" sz="2800" dirty="0" smtClean="0"/>
          </a:p>
        </p:txBody>
      </p:sp>
      <p:pic>
        <p:nvPicPr>
          <p:cNvPr id="118788" name="图片 8" descr="Untitled2.png">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429625" y="6143625"/>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0" name="表格 9"/>
          <p:cNvGraphicFramePr>
            <a:graphicFrameLocks noGrp="1"/>
          </p:cNvGraphicFramePr>
          <p:nvPr>
            <p:extLst>
              <p:ext uri="{D42A27DB-BD31-4B8C-83A1-F6EECF244321}">
                <p14:modId xmlns:p14="http://schemas.microsoft.com/office/powerpoint/2010/main" val="2957403241"/>
              </p:ext>
            </p:extLst>
          </p:nvPr>
        </p:nvGraphicFramePr>
        <p:xfrm>
          <a:off x="500063" y="4316413"/>
          <a:ext cx="7143750" cy="517662"/>
        </p:xfrm>
        <a:graphic>
          <a:graphicData uri="http://schemas.openxmlformats.org/drawingml/2006/table">
            <a:tbl>
              <a:tblPr firstRow="1" bandRow="1">
                <a:tableStyleId>{5C22544A-7EE6-4342-B048-85BDC9FD1C3A}</a:tableStyleId>
              </a:tblPr>
              <a:tblGrid>
                <a:gridCol w="430367"/>
                <a:gridCol w="430367"/>
                <a:gridCol w="430367"/>
                <a:gridCol w="430367"/>
                <a:gridCol w="430367"/>
                <a:gridCol w="430367"/>
                <a:gridCol w="430367"/>
                <a:gridCol w="430367"/>
                <a:gridCol w="430367"/>
                <a:gridCol w="430367"/>
                <a:gridCol w="430367"/>
                <a:gridCol w="430367"/>
                <a:gridCol w="430367"/>
                <a:gridCol w="430367"/>
                <a:gridCol w="430367"/>
                <a:gridCol w="688245"/>
              </a:tblGrid>
              <a:tr h="517525">
                <a:tc>
                  <a:txBody>
                    <a:bodyPr/>
                    <a:lstStyle/>
                    <a:p>
                      <a:pPr algn="ctr"/>
                      <a:r>
                        <a:rPr lang="en-US" altLang="zh-CN" sz="2800" dirty="0" smtClean="0">
                          <a:solidFill>
                            <a:srgbClr val="0000CC"/>
                          </a:solidFill>
                        </a:rPr>
                        <a:t>I</a:t>
                      </a: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2800" dirty="0" smtClean="0">
                          <a:solidFill>
                            <a:srgbClr val="0000CC"/>
                          </a:solidFill>
                        </a:rPr>
                        <a:t>a</a:t>
                      </a: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2800" dirty="0" smtClean="0">
                          <a:solidFill>
                            <a:srgbClr val="0000CC"/>
                          </a:solidFill>
                        </a:rPr>
                        <a:t>m</a:t>
                      </a: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2800" dirty="0" smtClean="0">
                          <a:solidFill>
                            <a:srgbClr val="0000CC"/>
                          </a:solidFill>
                        </a:rPr>
                        <a:t>a</a:t>
                      </a: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2800" dirty="0" smtClean="0">
                          <a:solidFill>
                            <a:srgbClr val="0000CC"/>
                          </a:solidFill>
                        </a:rPr>
                        <a:t>t</a:t>
                      </a: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2800" dirty="0" smtClean="0">
                          <a:solidFill>
                            <a:srgbClr val="0000CC"/>
                          </a:solidFill>
                        </a:rPr>
                        <a:t>e</a:t>
                      </a: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2800" dirty="0" smtClean="0">
                          <a:solidFill>
                            <a:srgbClr val="0000CC"/>
                          </a:solidFill>
                        </a:rPr>
                        <a:t>a</a:t>
                      </a: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2800" dirty="0" smtClean="0">
                          <a:solidFill>
                            <a:srgbClr val="0000CC"/>
                          </a:solidFill>
                        </a:rPr>
                        <a:t>c</a:t>
                      </a: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2800" dirty="0" smtClean="0">
                          <a:solidFill>
                            <a:srgbClr val="0000CC"/>
                          </a:solidFill>
                        </a:rPr>
                        <a:t>h</a:t>
                      </a: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2800" dirty="0" smtClean="0">
                          <a:solidFill>
                            <a:srgbClr val="0000CC"/>
                          </a:solidFill>
                        </a:rPr>
                        <a:t>e</a:t>
                      </a: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2800" dirty="0" smtClean="0">
                          <a:solidFill>
                            <a:srgbClr val="0000CC"/>
                          </a:solidFill>
                        </a:rPr>
                        <a:t>r</a:t>
                      </a: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2800" dirty="0" smtClean="0">
                          <a:solidFill>
                            <a:srgbClr val="0000CC"/>
                          </a:solidFill>
                        </a:rPr>
                        <a:t>.</a:t>
                      </a: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2800" dirty="0" smtClean="0">
                          <a:solidFill>
                            <a:srgbClr val="0000CC"/>
                          </a:solidFill>
                        </a:rPr>
                        <a:t>\0</a:t>
                      </a: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r>
            </a:tbl>
          </a:graphicData>
        </a:graphic>
      </p:graphicFrame>
      <p:cxnSp>
        <p:nvCxnSpPr>
          <p:cNvPr id="11" name="直接箭头连接符 29"/>
          <p:cNvCxnSpPr>
            <a:cxnSpLocks noChangeShapeType="1"/>
          </p:cNvCxnSpPr>
          <p:nvPr/>
        </p:nvCxnSpPr>
        <p:spPr bwMode="auto">
          <a:xfrm rot="5400000">
            <a:off x="500856" y="4118769"/>
            <a:ext cx="428625" cy="1588"/>
          </a:xfrm>
          <a:prstGeom prst="straightConnector1">
            <a:avLst/>
          </a:prstGeom>
          <a:noFill/>
          <a:ln w="38100" algn="ctr">
            <a:solidFill>
              <a:srgbClr val="FF0000"/>
            </a:solidFill>
            <a:miter lim="800000"/>
            <a:headEnd/>
            <a:tailEnd type="arrow" w="med" len="med"/>
          </a:ln>
          <a:extLst>
            <a:ext uri="{909E8E84-426E-40DD-AFC4-6F175D3DCCD1}">
              <a14:hiddenFill xmlns:a14="http://schemas.microsoft.com/office/drawing/2010/main">
                <a:noFill/>
              </a14:hiddenFill>
            </a:ext>
          </a:extLst>
        </p:spPr>
      </p:cxnSp>
      <p:sp>
        <p:nvSpPr>
          <p:cNvPr id="12" name="TextBox 11"/>
          <p:cNvSpPr txBox="1">
            <a:spLocks noChangeArrowheads="1"/>
          </p:cNvSpPr>
          <p:nvPr/>
        </p:nvSpPr>
        <p:spPr bwMode="auto">
          <a:xfrm>
            <a:off x="785813" y="3690938"/>
            <a:ext cx="1357312" cy="523875"/>
          </a:xfrm>
          <a:prstGeom prst="rect">
            <a:avLst/>
          </a:prstGeom>
          <a:noFill/>
          <a:ln w="9525">
            <a:noFill/>
            <a:miter lim="800000"/>
            <a:headEnd/>
            <a:tailEnd/>
          </a:ln>
        </p:spPr>
        <p:txBody>
          <a:bodyPr>
            <a:spAutoFit/>
          </a:bodyPr>
          <a:lstStyle/>
          <a:p>
            <a:pPr>
              <a:defRPr/>
            </a:pPr>
            <a:r>
              <a:rPr lang="en-US" altLang="zh-CN" sz="2800" b="1" dirty="0">
                <a:solidFill>
                  <a:srgbClr val="FF3300"/>
                </a:solidFill>
                <a:latin typeface="+mn-lt"/>
                <a:ea typeface="+mn-ea"/>
              </a:rPr>
              <a:t>from</a:t>
            </a:r>
            <a:endParaRPr lang="zh-CN" altLang="en-US" sz="2800" b="1" dirty="0">
              <a:solidFill>
                <a:srgbClr val="FF3300"/>
              </a:solidFill>
              <a:latin typeface="+mn-lt"/>
              <a:ea typeface="+mn-ea"/>
            </a:endParaRPr>
          </a:p>
        </p:txBody>
      </p:sp>
      <p:sp>
        <p:nvSpPr>
          <p:cNvPr id="13" name="TextBox 12"/>
          <p:cNvSpPr txBox="1">
            <a:spLocks noChangeArrowheads="1"/>
          </p:cNvSpPr>
          <p:nvPr/>
        </p:nvSpPr>
        <p:spPr bwMode="auto">
          <a:xfrm>
            <a:off x="142875" y="4262438"/>
            <a:ext cx="428625" cy="523875"/>
          </a:xfrm>
          <a:prstGeom prst="rect">
            <a:avLst/>
          </a:prstGeom>
          <a:noFill/>
          <a:ln w="9525">
            <a:noFill/>
            <a:miter lim="800000"/>
            <a:headEnd/>
            <a:tailEnd/>
          </a:ln>
        </p:spPr>
        <p:txBody>
          <a:bodyPr>
            <a:spAutoFit/>
          </a:bodyPr>
          <a:lstStyle/>
          <a:p>
            <a:pPr>
              <a:defRPr/>
            </a:pPr>
            <a:r>
              <a:rPr lang="en-US" altLang="zh-CN" sz="2800" b="1" dirty="0">
                <a:solidFill>
                  <a:srgbClr val="0000CC"/>
                </a:solidFill>
                <a:latin typeface="+mn-lt"/>
                <a:ea typeface="+mn-ea"/>
              </a:rPr>
              <a:t>a</a:t>
            </a:r>
            <a:endParaRPr lang="zh-CN" altLang="en-US" sz="2800" b="1" dirty="0">
              <a:solidFill>
                <a:srgbClr val="0000CC"/>
              </a:solidFill>
              <a:latin typeface="+mn-lt"/>
              <a:ea typeface="+mn-ea"/>
            </a:endParaRPr>
          </a:p>
        </p:txBody>
      </p:sp>
      <p:sp>
        <p:nvSpPr>
          <p:cNvPr id="14" name="TextBox 13"/>
          <p:cNvSpPr txBox="1">
            <a:spLocks noChangeArrowheads="1"/>
          </p:cNvSpPr>
          <p:nvPr/>
        </p:nvSpPr>
        <p:spPr bwMode="auto">
          <a:xfrm>
            <a:off x="142875" y="5067300"/>
            <a:ext cx="428625" cy="522288"/>
          </a:xfrm>
          <a:prstGeom prst="rect">
            <a:avLst/>
          </a:prstGeom>
          <a:noFill/>
          <a:ln w="9525">
            <a:noFill/>
            <a:miter lim="800000"/>
            <a:headEnd/>
            <a:tailEnd/>
          </a:ln>
        </p:spPr>
        <p:txBody>
          <a:bodyPr>
            <a:spAutoFit/>
          </a:bodyPr>
          <a:lstStyle/>
          <a:p>
            <a:pPr>
              <a:defRPr/>
            </a:pPr>
            <a:r>
              <a:rPr lang="en-US" altLang="zh-CN" sz="2800" b="1" dirty="0">
                <a:solidFill>
                  <a:srgbClr val="0000CC"/>
                </a:solidFill>
                <a:latin typeface="+mn-lt"/>
                <a:ea typeface="+mn-ea"/>
              </a:rPr>
              <a:t>b</a:t>
            </a:r>
            <a:endParaRPr lang="zh-CN" altLang="en-US" sz="2800" b="1" dirty="0">
              <a:solidFill>
                <a:srgbClr val="0000CC"/>
              </a:solidFill>
              <a:latin typeface="+mn-lt"/>
              <a:ea typeface="+mn-ea"/>
            </a:endParaRPr>
          </a:p>
        </p:txBody>
      </p:sp>
      <p:cxnSp>
        <p:nvCxnSpPr>
          <p:cNvPr id="15" name="直接箭头连接符 29"/>
          <p:cNvCxnSpPr>
            <a:cxnSpLocks noChangeShapeType="1"/>
          </p:cNvCxnSpPr>
          <p:nvPr/>
        </p:nvCxnSpPr>
        <p:spPr bwMode="auto">
          <a:xfrm rot="16200000" flipV="1">
            <a:off x="500856" y="5857082"/>
            <a:ext cx="428625" cy="1588"/>
          </a:xfrm>
          <a:prstGeom prst="straightConnector1">
            <a:avLst/>
          </a:prstGeom>
          <a:noFill/>
          <a:ln w="38100" algn="ctr">
            <a:solidFill>
              <a:srgbClr val="FF0000"/>
            </a:solidFill>
            <a:miter lim="800000"/>
            <a:headEnd/>
            <a:tailEnd type="arrow" w="med" len="med"/>
          </a:ln>
          <a:extLst>
            <a:ext uri="{909E8E84-426E-40DD-AFC4-6F175D3DCCD1}">
              <a14:hiddenFill xmlns:a14="http://schemas.microsoft.com/office/drawing/2010/main">
                <a:noFill/>
              </a14:hiddenFill>
            </a:ext>
          </a:extLst>
        </p:spPr>
      </p:cxnSp>
      <p:sp>
        <p:nvSpPr>
          <p:cNvPr id="16" name="TextBox 15"/>
          <p:cNvSpPr txBox="1">
            <a:spLocks noChangeArrowheads="1"/>
          </p:cNvSpPr>
          <p:nvPr/>
        </p:nvSpPr>
        <p:spPr bwMode="auto">
          <a:xfrm>
            <a:off x="785813" y="5786438"/>
            <a:ext cx="714375" cy="523875"/>
          </a:xfrm>
          <a:prstGeom prst="rect">
            <a:avLst/>
          </a:prstGeom>
          <a:noFill/>
          <a:ln w="9525">
            <a:noFill/>
            <a:miter lim="800000"/>
            <a:headEnd/>
            <a:tailEnd/>
          </a:ln>
        </p:spPr>
        <p:txBody>
          <a:bodyPr>
            <a:spAutoFit/>
          </a:bodyPr>
          <a:lstStyle/>
          <a:p>
            <a:pPr>
              <a:defRPr/>
            </a:pPr>
            <a:r>
              <a:rPr lang="en-US" altLang="zh-CN" sz="2800" b="1" dirty="0">
                <a:solidFill>
                  <a:srgbClr val="FF3300"/>
                </a:solidFill>
                <a:latin typeface="+mn-lt"/>
                <a:ea typeface="+mn-ea"/>
              </a:rPr>
              <a:t>to</a:t>
            </a:r>
            <a:endParaRPr lang="zh-CN" altLang="en-US" sz="2800" b="1" dirty="0">
              <a:solidFill>
                <a:srgbClr val="FF3300"/>
              </a:solidFill>
              <a:latin typeface="+mn-lt"/>
              <a:ea typeface="+mn-ea"/>
            </a:endParaRPr>
          </a:p>
        </p:txBody>
      </p:sp>
      <p:graphicFrame>
        <p:nvGraphicFramePr>
          <p:cNvPr id="17" name="表格 16"/>
          <p:cNvGraphicFramePr>
            <a:graphicFrameLocks noGrp="1"/>
          </p:cNvGraphicFramePr>
          <p:nvPr>
            <p:extLst>
              <p:ext uri="{D42A27DB-BD31-4B8C-83A1-F6EECF244321}">
                <p14:modId xmlns:p14="http://schemas.microsoft.com/office/powerpoint/2010/main" val="2757049431"/>
              </p:ext>
            </p:extLst>
          </p:nvPr>
        </p:nvGraphicFramePr>
        <p:xfrm>
          <a:off x="500063" y="5126038"/>
          <a:ext cx="8501061" cy="517662"/>
        </p:xfrm>
        <a:graphic>
          <a:graphicData uri="http://schemas.openxmlformats.org/drawingml/2006/table">
            <a:tbl>
              <a:tblPr firstRow="1" bandRow="1">
                <a:tableStyleId>{5C22544A-7EE6-4342-B048-85BDC9FD1C3A}</a:tableStyleId>
              </a:tblPr>
              <a:tblGrid>
                <a:gridCol w="433745"/>
                <a:gridCol w="433745"/>
                <a:gridCol w="433745"/>
                <a:gridCol w="433745"/>
                <a:gridCol w="433745"/>
                <a:gridCol w="433745"/>
                <a:gridCol w="433745"/>
                <a:gridCol w="433745"/>
                <a:gridCol w="433745"/>
                <a:gridCol w="433745"/>
                <a:gridCol w="433745"/>
                <a:gridCol w="433745"/>
                <a:gridCol w="433745"/>
                <a:gridCol w="433745"/>
                <a:gridCol w="433745"/>
                <a:gridCol w="433745"/>
                <a:gridCol w="433745"/>
                <a:gridCol w="433745"/>
                <a:gridCol w="693651"/>
              </a:tblGrid>
              <a:tr h="517525">
                <a:tc>
                  <a:txBody>
                    <a:bodyPr/>
                    <a:lstStyle/>
                    <a:p>
                      <a:pPr algn="ctr"/>
                      <a:r>
                        <a:rPr lang="en-US" altLang="zh-CN" sz="2800" dirty="0" smtClean="0">
                          <a:solidFill>
                            <a:srgbClr val="0000CC"/>
                          </a:solidFill>
                        </a:rPr>
                        <a:t>Y</a:t>
                      </a:r>
                      <a:endParaRPr lang="zh-CN" altLang="en-US" sz="2800" dirty="0">
                        <a:solidFill>
                          <a:srgbClr val="0000CC"/>
                        </a:solidFill>
                      </a:endParaRPr>
                    </a:p>
                  </a:txBody>
                  <a:tcPr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2800" dirty="0" smtClean="0">
                          <a:solidFill>
                            <a:srgbClr val="0000CC"/>
                          </a:solidFill>
                        </a:rPr>
                        <a:t>o</a:t>
                      </a:r>
                      <a:endParaRPr lang="zh-CN" altLang="en-US" sz="2800" dirty="0">
                        <a:solidFill>
                          <a:srgbClr val="0000CC"/>
                        </a:solidFill>
                      </a:endParaRPr>
                    </a:p>
                  </a:txBody>
                  <a:tcPr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2800" dirty="0" smtClean="0">
                          <a:solidFill>
                            <a:srgbClr val="0000CC"/>
                          </a:solidFill>
                        </a:rPr>
                        <a:t>u</a:t>
                      </a:r>
                      <a:endParaRPr lang="zh-CN" altLang="en-US" sz="2800" dirty="0">
                        <a:solidFill>
                          <a:srgbClr val="0000CC"/>
                        </a:solidFill>
                      </a:endParaRPr>
                    </a:p>
                  </a:txBody>
                  <a:tcPr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endParaRPr lang="zh-CN" altLang="en-US" sz="2800" dirty="0">
                        <a:solidFill>
                          <a:srgbClr val="0000CC"/>
                        </a:solidFill>
                      </a:endParaRPr>
                    </a:p>
                  </a:txBody>
                  <a:tcPr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2800" dirty="0" smtClean="0">
                          <a:solidFill>
                            <a:srgbClr val="0000CC"/>
                          </a:solidFill>
                        </a:rPr>
                        <a:t>a</a:t>
                      </a:r>
                      <a:endParaRPr lang="zh-CN" altLang="en-US" sz="2800" dirty="0">
                        <a:solidFill>
                          <a:srgbClr val="0000CC"/>
                        </a:solidFill>
                      </a:endParaRPr>
                    </a:p>
                  </a:txBody>
                  <a:tcPr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2800" dirty="0" smtClean="0">
                          <a:solidFill>
                            <a:srgbClr val="0000CC"/>
                          </a:solidFill>
                        </a:rPr>
                        <a:t>r</a:t>
                      </a:r>
                      <a:endParaRPr lang="zh-CN" altLang="en-US" sz="2800" dirty="0">
                        <a:solidFill>
                          <a:srgbClr val="0000CC"/>
                        </a:solidFill>
                      </a:endParaRPr>
                    </a:p>
                  </a:txBody>
                  <a:tcPr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2800" dirty="0" smtClean="0">
                          <a:solidFill>
                            <a:srgbClr val="0000CC"/>
                          </a:solidFill>
                        </a:rPr>
                        <a:t>e</a:t>
                      </a:r>
                      <a:endParaRPr lang="zh-CN" altLang="en-US" sz="2800" dirty="0">
                        <a:solidFill>
                          <a:srgbClr val="0000CC"/>
                        </a:solidFill>
                      </a:endParaRPr>
                    </a:p>
                  </a:txBody>
                  <a:tcPr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endParaRPr lang="zh-CN" altLang="en-US" sz="2800" dirty="0">
                        <a:solidFill>
                          <a:srgbClr val="0000CC"/>
                        </a:solidFill>
                      </a:endParaRPr>
                    </a:p>
                  </a:txBody>
                  <a:tcPr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2800" dirty="0" smtClean="0">
                          <a:solidFill>
                            <a:srgbClr val="0000CC"/>
                          </a:solidFill>
                        </a:rPr>
                        <a:t>a</a:t>
                      </a:r>
                      <a:endParaRPr lang="zh-CN" altLang="en-US" sz="2800" dirty="0">
                        <a:solidFill>
                          <a:srgbClr val="0000CC"/>
                        </a:solidFill>
                      </a:endParaRPr>
                    </a:p>
                  </a:txBody>
                  <a:tcPr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endParaRPr lang="zh-CN" altLang="en-US" sz="2800" dirty="0">
                        <a:solidFill>
                          <a:srgbClr val="0000CC"/>
                        </a:solidFill>
                      </a:endParaRPr>
                    </a:p>
                  </a:txBody>
                  <a:tcPr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2800" dirty="0" smtClean="0">
                          <a:solidFill>
                            <a:srgbClr val="0000CC"/>
                          </a:solidFill>
                        </a:rPr>
                        <a:t>s</a:t>
                      </a:r>
                      <a:endParaRPr lang="zh-CN" altLang="en-US" sz="2800" dirty="0">
                        <a:solidFill>
                          <a:srgbClr val="0000CC"/>
                        </a:solidFill>
                      </a:endParaRPr>
                    </a:p>
                  </a:txBody>
                  <a:tcPr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2800" dirty="0" smtClean="0">
                          <a:solidFill>
                            <a:srgbClr val="0000CC"/>
                          </a:solidFill>
                        </a:rPr>
                        <a:t>t</a:t>
                      </a:r>
                      <a:endParaRPr lang="zh-CN" altLang="en-US" sz="2800" dirty="0">
                        <a:solidFill>
                          <a:srgbClr val="0000CC"/>
                        </a:solidFill>
                      </a:endParaRPr>
                    </a:p>
                  </a:txBody>
                  <a:tcPr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2800" dirty="0" smtClean="0">
                          <a:solidFill>
                            <a:srgbClr val="0000CC"/>
                          </a:solidFill>
                        </a:rPr>
                        <a:t>u</a:t>
                      </a:r>
                      <a:endParaRPr lang="zh-CN" altLang="en-US" sz="2800" dirty="0">
                        <a:solidFill>
                          <a:srgbClr val="0000CC"/>
                        </a:solidFill>
                      </a:endParaRPr>
                    </a:p>
                  </a:txBody>
                  <a:tcPr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2800" dirty="0" smtClean="0">
                          <a:solidFill>
                            <a:srgbClr val="0000CC"/>
                          </a:solidFill>
                        </a:rPr>
                        <a:t>d</a:t>
                      </a:r>
                      <a:endParaRPr lang="zh-CN" altLang="en-US" sz="2800" dirty="0">
                        <a:solidFill>
                          <a:srgbClr val="0000CC"/>
                        </a:solidFill>
                      </a:endParaRPr>
                    </a:p>
                  </a:txBody>
                  <a:tcPr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2800" dirty="0" smtClean="0">
                          <a:solidFill>
                            <a:srgbClr val="0000CC"/>
                          </a:solidFill>
                        </a:rPr>
                        <a:t>e</a:t>
                      </a:r>
                      <a:endParaRPr lang="zh-CN" altLang="en-US" sz="2800" dirty="0">
                        <a:solidFill>
                          <a:srgbClr val="0000CC"/>
                        </a:solidFill>
                      </a:endParaRPr>
                    </a:p>
                  </a:txBody>
                  <a:tcPr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2800" dirty="0" smtClean="0">
                          <a:solidFill>
                            <a:srgbClr val="0000CC"/>
                          </a:solidFill>
                        </a:rPr>
                        <a:t>n</a:t>
                      </a:r>
                      <a:endParaRPr lang="zh-CN" altLang="en-US" sz="2800" dirty="0">
                        <a:solidFill>
                          <a:srgbClr val="0000CC"/>
                        </a:solidFill>
                      </a:endParaRPr>
                    </a:p>
                  </a:txBody>
                  <a:tcPr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2800" dirty="0" smtClean="0">
                          <a:solidFill>
                            <a:srgbClr val="0000CC"/>
                          </a:solidFill>
                        </a:rPr>
                        <a:t>t</a:t>
                      </a:r>
                      <a:endParaRPr lang="zh-CN" altLang="en-US" sz="2800" dirty="0">
                        <a:solidFill>
                          <a:srgbClr val="0000CC"/>
                        </a:solidFill>
                      </a:endParaRPr>
                    </a:p>
                  </a:txBody>
                  <a:tcPr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2800" dirty="0" smtClean="0">
                          <a:solidFill>
                            <a:srgbClr val="0000CC"/>
                          </a:solidFill>
                        </a:rPr>
                        <a:t>.</a:t>
                      </a:r>
                      <a:endParaRPr lang="zh-CN" altLang="en-US" sz="2800" dirty="0">
                        <a:solidFill>
                          <a:srgbClr val="0000CC"/>
                        </a:solidFill>
                      </a:endParaRPr>
                    </a:p>
                  </a:txBody>
                  <a:tcPr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2800" dirty="0" smtClean="0">
                          <a:solidFill>
                            <a:srgbClr val="0000CC"/>
                          </a:solidFill>
                        </a:rPr>
                        <a:t>\0</a:t>
                      </a:r>
                      <a:endParaRPr lang="zh-CN" altLang="en-US" sz="2800" dirty="0">
                        <a:solidFill>
                          <a:srgbClr val="0000CC"/>
                        </a:solidFill>
                      </a:endParaRPr>
                    </a:p>
                  </a:txBody>
                  <a:tcPr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28290176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blinds(horizontal)">
                                      <p:cBhvr>
                                        <p:cTn id="7" dur="500"/>
                                        <p:tgtEl>
                                          <p:spTgt spid="10"/>
                                        </p:tgtEl>
                                      </p:cBhvr>
                                    </p:animEffect>
                                  </p:childTnLst>
                                </p:cTn>
                              </p:par>
                              <p:par>
                                <p:cTn id="8" presetID="3" presetClass="entr" presetSubtype="1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blinds(horizontal)">
                                      <p:cBhvr>
                                        <p:cTn id="10" dur="500"/>
                                        <p:tgtEl>
                                          <p:spTgt spid="11"/>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blinds(horizontal)">
                                      <p:cBhvr>
                                        <p:cTn id="13" dur="500"/>
                                        <p:tgtEl>
                                          <p:spTgt spid="12"/>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blinds(horizontal)">
                                      <p:cBhvr>
                                        <p:cTn id="16" dur="500"/>
                                        <p:tgtEl>
                                          <p:spTgt spid="13"/>
                                        </p:tgtEl>
                                      </p:cBhvr>
                                    </p:animEffect>
                                  </p:childTnLst>
                                </p:cTn>
                              </p:par>
                              <p:par>
                                <p:cTn id="17" presetID="3" presetClass="entr" presetSubtype="10"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blinds(horizontal)">
                                      <p:cBhvr>
                                        <p:cTn id="19" dur="500"/>
                                        <p:tgtEl>
                                          <p:spTgt spid="14"/>
                                        </p:tgtEl>
                                      </p:cBhvr>
                                    </p:animEffect>
                                  </p:childTnLst>
                                </p:cTn>
                              </p:par>
                              <p:par>
                                <p:cTn id="20" presetID="3" presetClass="entr" presetSubtype="10" fill="hold" nodeType="with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blinds(horizontal)">
                                      <p:cBhvr>
                                        <p:cTn id="22" dur="500"/>
                                        <p:tgtEl>
                                          <p:spTgt spid="15"/>
                                        </p:tgtEl>
                                      </p:cBhvr>
                                    </p:animEffect>
                                  </p:childTnLst>
                                </p:cTn>
                              </p:par>
                              <p:par>
                                <p:cTn id="23" presetID="3" presetClass="entr" presetSubtype="10" fill="hold" grpId="0" nodeType="with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blinds(horizontal)">
                                      <p:cBhvr>
                                        <p:cTn id="25" dur="500"/>
                                        <p:tgtEl>
                                          <p:spTgt spid="16"/>
                                        </p:tgtEl>
                                      </p:cBhvr>
                                    </p:animEffect>
                                  </p:childTnLst>
                                </p:cTn>
                              </p:par>
                              <p:par>
                                <p:cTn id="26" presetID="3" presetClass="entr" presetSubtype="10" fill="hold" nodeType="with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blinds(horizontal)">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14" grpId="0"/>
      <p:bldP spid="16" grpId="0"/>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内容占位符 2"/>
          <p:cNvSpPr>
            <a:spLocks noGrp="1"/>
          </p:cNvSpPr>
          <p:nvPr>
            <p:ph idx="1"/>
          </p:nvPr>
        </p:nvSpPr>
        <p:spPr>
          <a:xfrm>
            <a:off x="363505" y="116632"/>
            <a:ext cx="8501062" cy="4286250"/>
          </a:xfrm>
        </p:spPr>
        <p:txBody>
          <a:bodyPr/>
          <a:lstStyle/>
          <a:p>
            <a:pPr>
              <a:lnSpc>
                <a:spcPct val="100000"/>
              </a:lnSpc>
              <a:buFont typeface="Wingdings" pitchFamily="2" charset="2"/>
              <a:buNone/>
            </a:pPr>
            <a:r>
              <a:rPr lang="en-US" altLang="zh-CN" sz="2800" dirty="0" smtClean="0"/>
              <a:t>void </a:t>
            </a:r>
            <a:r>
              <a:rPr lang="en-US" altLang="zh-CN" sz="2800" dirty="0" err="1" smtClean="0"/>
              <a:t>copy_string</a:t>
            </a:r>
            <a:r>
              <a:rPr lang="en-US" altLang="zh-CN" sz="2800" dirty="0" smtClean="0"/>
              <a:t>(char from[], char to[]) </a:t>
            </a:r>
            <a:r>
              <a:rPr lang="zh-CN" altLang="zh-CN" sz="2800" dirty="0" smtClean="0"/>
              <a:t> </a:t>
            </a:r>
          </a:p>
          <a:p>
            <a:pPr>
              <a:lnSpc>
                <a:spcPct val="100000"/>
              </a:lnSpc>
              <a:buFont typeface="Wingdings" pitchFamily="2" charset="2"/>
              <a:buNone/>
            </a:pPr>
            <a:r>
              <a:rPr lang="en-US" altLang="zh-CN" sz="2800" dirty="0" smtClean="0"/>
              <a:t>{ </a:t>
            </a:r>
            <a:r>
              <a:rPr lang="en-US" altLang="zh-CN" sz="2800" dirty="0" err="1" smtClean="0"/>
              <a:t>int</a:t>
            </a:r>
            <a:r>
              <a:rPr lang="en-US" altLang="zh-CN" sz="2800" dirty="0" smtClean="0"/>
              <a:t> i=0;</a:t>
            </a:r>
            <a:endParaRPr lang="zh-CN" altLang="zh-CN" sz="2800" dirty="0" smtClean="0"/>
          </a:p>
          <a:p>
            <a:pPr>
              <a:lnSpc>
                <a:spcPct val="100000"/>
              </a:lnSpc>
              <a:buFont typeface="Wingdings" pitchFamily="2" charset="2"/>
              <a:buNone/>
            </a:pPr>
            <a:r>
              <a:rPr lang="en-US" altLang="zh-CN" sz="2800" dirty="0" smtClean="0"/>
              <a:t>   while(from[i]!='\0')</a:t>
            </a:r>
            <a:endParaRPr lang="zh-CN" altLang="zh-CN" sz="2800" dirty="0" smtClean="0"/>
          </a:p>
          <a:p>
            <a:pPr>
              <a:lnSpc>
                <a:spcPct val="100000"/>
              </a:lnSpc>
              <a:buFont typeface="Wingdings" pitchFamily="2" charset="2"/>
              <a:buNone/>
            </a:pPr>
            <a:r>
              <a:rPr lang="en-US" altLang="zh-CN" sz="2800" dirty="0" smtClean="0"/>
              <a:t>   {   to[i]=from[i];</a:t>
            </a:r>
          </a:p>
          <a:p>
            <a:pPr>
              <a:lnSpc>
                <a:spcPct val="100000"/>
              </a:lnSpc>
              <a:buFont typeface="Wingdings" pitchFamily="2" charset="2"/>
              <a:buNone/>
            </a:pPr>
            <a:r>
              <a:rPr lang="en-US" altLang="zh-CN" sz="2800" dirty="0" smtClean="0"/>
              <a:t>        i++;</a:t>
            </a:r>
          </a:p>
          <a:p>
            <a:pPr>
              <a:lnSpc>
                <a:spcPct val="100000"/>
              </a:lnSpc>
              <a:buFont typeface="Wingdings" pitchFamily="2" charset="2"/>
              <a:buNone/>
            </a:pPr>
            <a:r>
              <a:rPr lang="en-US" altLang="zh-CN" sz="2800" dirty="0" smtClean="0"/>
              <a:t>    }</a:t>
            </a:r>
            <a:endParaRPr lang="zh-CN" altLang="zh-CN" sz="2800" dirty="0" smtClean="0"/>
          </a:p>
          <a:p>
            <a:pPr>
              <a:lnSpc>
                <a:spcPct val="100000"/>
              </a:lnSpc>
              <a:buFont typeface="Wingdings" pitchFamily="2" charset="2"/>
              <a:buNone/>
            </a:pPr>
            <a:r>
              <a:rPr lang="en-US" altLang="zh-CN" sz="2800" dirty="0" smtClean="0"/>
              <a:t>    to[i]='\0';</a:t>
            </a:r>
            <a:endParaRPr lang="zh-CN" altLang="zh-CN" sz="2800" dirty="0" smtClean="0"/>
          </a:p>
          <a:p>
            <a:pPr>
              <a:lnSpc>
                <a:spcPct val="100000"/>
              </a:lnSpc>
              <a:buFont typeface="Wingdings" pitchFamily="2" charset="2"/>
              <a:buNone/>
            </a:pPr>
            <a:r>
              <a:rPr lang="en-US" altLang="zh-CN" sz="2800" dirty="0" smtClean="0"/>
              <a:t>}</a:t>
            </a:r>
            <a:endParaRPr lang="zh-CN" altLang="zh-CN" sz="2800" dirty="0" smtClean="0"/>
          </a:p>
          <a:p>
            <a:pPr>
              <a:lnSpc>
                <a:spcPct val="100000"/>
              </a:lnSpc>
              <a:buFont typeface="Wingdings" pitchFamily="2" charset="2"/>
              <a:buNone/>
            </a:pPr>
            <a:endParaRPr lang="zh-CN" altLang="en-US" sz="2800" dirty="0" smtClean="0"/>
          </a:p>
        </p:txBody>
      </p:sp>
      <p:pic>
        <p:nvPicPr>
          <p:cNvPr id="118788" name="图片 8" descr="Untitled2.png">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429625" y="6143625"/>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 name="图片 6" descr="Untitled2.png">
            <a:hlinkClick r:id="rId4" action="ppaction://hlinksldjump"/>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459788" y="6487492"/>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9" name="表格 18"/>
          <p:cNvGraphicFramePr>
            <a:graphicFrameLocks noGrp="1"/>
          </p:cNvGraphicFramePr>
          <p:nvPr>
            <p:extLst>
              <p:ext uri="{D42A27DB-BD31-4B8C-83A1-F6EECF244321}">
                <p14:modId xmlns:p14="http://schemas.microsoft.com/office/powerpoint/2010/main" val="735895005"/>
              </p:ext>
            </p:extLst>
          </p:nvPr>
        </p:nvGraphicFramePr>
        <p:xfrm>
          <a:off x="500063" y="4566617"/>
          <a:ext cx="7143750" cy="517662"/>
        </p:xfrm>
        <a:graphic>
          <a:graphicData uri="http://schemas.openxmlformats.org/drawingml/2006/table">
            <a:tbl>
              <a:tblPr firstRow="1" bandRow="1">
                <a:tableStyleId>{5C22544A-7EE6-4342-B048-85BDC9FD1C3A}</a:tableStyleId>
              </a:tblPr>
              <a:tblGrid>
                <a:gridCol w="430367"/>
                <a:gridCol w="430367"/>
                <a:gridCol w="430367"/>
                <a:gridCol w="430367"/>
                <a:gridCol w="430367"/>
                <a:gridCol w="430367"/>
                <a:gridCol w="430367"/>
                <a:gridCol w="430367"/>
                <a:gridCol w="430367"/>
                <a:gridCol w="430367"/>
                <a:gridCol w="430367"/>
                <a:gridCol w="430367"/>
                <a:gridCol w="430367"/>
                <a:gridCol w="430367"/>
                <a:gridCol w="430367"/>
                <a:gridCol w="688245"/>
              </a:tblGrid>
              <a:tr h="517525">
                <a:tc>
                  <a:txBody>
                    <a:bodyPr/>
                    <a:lstStyle/>
                    <a:p>
                      <a:pPr algn="ctr"/>
                      <a:r>
                        <a:rPr lang="en-US" altLang="zh-CN" sz="2800" dirty="0" smtClean="0">
                          <a:solidFill>
                            <a:srgbClr val="0000CC"/>
                          </a:solidFill>
                        </a:rPr>
                        <a:t>I</a:t>
                      </a: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2800" dirty="0" smtClean="0">
                          <a:solidFill>
                            <a:srgbClr val="0000CC"/>
                          </a:solidFill>
                        </a:rPr>
                        <a:t>a</a:t>
                      </a: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2800" dirty="0" smtClean="0">
                          <a:solidFill>
                            <a:srgbClr val="0000CC"/>
                          </a:solidFill>
                        </a:rPr>
                        <a:t>m</a:t>
                      </a: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2800" dirty="0" smtClean="0">
                          <a:solidFill>
                            <a:srgbClr val="0000CC"/>
                          </a:solidFill>
                        </a:rPr>
                        <a:t>a</a:t>
                      </a: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2800" dirty="0" smtClean="0">
                          <a:solidFill>
                            <a:srgbClr val="0000CC"/>
                          </a:solidFill>
                        </a:rPr>
                        <a:t>t</a:t>
                      </a: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2800" dirty="0" smtClean="0">
                          <a:solidFill>
                            <a:srgbClr val="0000CC"/>
                          </a:solidFill>
                        </a:rPr>
                        <a:t>e</a:t>
                      </a: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2800" dirty="0" smtClean="0">
                          <a:solidFill>
                            <a:srgbClr val="0000CC"/>
                          </a:solidFill>
                        </a:rPr>
                        <a:t>a</a:t>
                      </a: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2800" dirty="0" smtClean="0">
                          <a:solidFill>
                            <a:srgbClr val="0000CC"/>
                          </a:solidFill>
                        </a:rPr>
                        <a:t>c</a:t>
                      </a: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2800" dirty="0" smtClean="0">
                          <a:solidFill>
                            <a:srgbClr val="0000CC"/>
                          </a:solidFill>
                        </a:rPr>
                        <a:t>h</a:t>
                      </a: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2800" dirty="0" smtClean="0">
                          <a:solidFill>
                            <a:srgbClr val="0000CC"/>
                          </a:solidFill>
                        </a:rPr>
                        <a:t>e</a:t>
                      </a: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2800" dirty="0" smtClean="0">
                          <a:solidFill>
                            <a:srgbClr val="0000CC"/>
                          </a:solidFill>
                        </a:rPr>
                        <a:t>r</a:t>
                      </a: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2800" dirty="0" smtClean="0">
                          <a:solidFill>
                            <a:srgbClr val="0000CC"/>
                          </a:solidFill>
                        </a:rPr>
                        <a:t>.</a:t>
                      </a: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2800" dirty="0" smtClean="0">
                          <a:solidFill>
                            <a:srgbClr val="0000CC"/>
                          </a:solidFill>
                        </a:rPr>
                        <a:t>\0</a:t>
                      </a: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r>
            </a:tbl>
          </a:graphicData>
        </a:graphic>
      </p:graphicFrame>
      <p:cxnSp>
        <p:nvCxnSpPr>
          <p:cNvPr id="20" name="直接箭头连接符 29"/>
          <p:cNvCxnSpPr>
            <a:cxnSpLocks noChangeShapeType="1"/>
          </p:cNvCxnSpPr>
          <p:nvPr/>
        </p:nvCxnSpPr>
        <p:spPr bwMode="auto">
          <a:xfrm rot="5400000">
            <a:off x="7073106" y="4368973"/>
            <a:ext cx="428625" cy="1588"/>
          </a:xfrm>
          <a:prstGeom prst="straightConnector1">
            <a:avLst/>
          </a:prstGeom>
          <a:noFill/>
          <a:ln w="38100" algn="ctr">
            <a:solidFill>
              <a:srgbClr val="FF0000"/>
            </a:solidFill>
            <a:miter lim="800000"/>
            <a:headEnd/>
            <a:tailEnd type="arrow" w="med" len="med"/>
          </a:ln>
          <a:extLst>
            <a:ext uri="{909E8E84-426E-40DD-AFC4-6F175D3DCCD1}">
              <a14:hiddenFill xmlns:a14="http://schemas.microsoft.com/office/drawing/2010/main">
                <a:noFill/>
              </a14:hiddenFill>
            </a:ext>
          </a:extLst>
        </p:spPr>
      </p:cxnSp>
      <p:sp>
        <p:nvSpPr>
          <p:cNvPr id="21" name="TextBox 20"/>
          <p:cNvSpPr txBox="1">
            <a:spLocks noChangeArrowheads="1"/>
          </p:cNvSpPr>
          <p:nvPr/>
        </p:nvSpPr>
        <p:spPr bwMode="auto">
          <a:xfrm>
            <a:off x="7358063" y="3941142"/>
            <a:ext cx="1357312" cy="523875"/>
          </a:xfrm>
          <a:prstGeom prst="rect">
            <a:avLst/>
          </a:prstGeom>
          <a:noFill/>
          <a:ln w="9525">
            <a:noFill/>
            <a:miter lim="800000"/>
            <a:headEnd/>
            <a:tailEnd/>
          </a:ln>
        </p:spPr>
        <p:txBody>
          <a:bodyPr>
            <a:spAutoFit/>
          </a:bodyPr>
          <a:lstStyle/>
          <a:p>
            <a:pPr>
              <a:defRPr/>
            </a:pPr>
            <a:r>
              <a:rPr lang="en-US" altLang="zh-CN" sz="2800" b="1" dirty="0">
                <a:solidFill>
                  <a:srgbClr val="FF3300"/>
                </a:solidFill>
                <a:latin typeface="+mn-lt"/>
                <a:ea typeface="+mn-ea"/>
              </a:rPr>
              <a:t>from</a:t>
            </a:r>
            <a:endParaRPr lang="zh-CN" altLang="en-US" sz="2800" b="1" dirty="0">
              <a:solidFill>
                <a:srgbClr val="FF3300"/>
              </a:solidFill>
              <a:latin typeface="+mn-lt"/>
              <a:ea typeface="+mn-ea"/>
            </a:endParaRPr>
          </a:p>
        </p:txBody>
      </p:sp>
      <p:sp>
        <p:nvSpPr>
          <p:cNvPr id="22" name="TextBox 21"/>
          <p:cNvSpPr txBox="1">
            <a:spLocks noChangeArrowheads="1"/>
          </p:cNvSpPr>
          <p:nvPr/>
        </p:nvSpPr>
        <p:spPr bwMode="auto">
          <a:xfrm>
            <a:off x="142875" y="4512642"/>
            <a:ext cx="428625" cy="523875"/>
          </a:xfrm>
          <a:prstGeom prst="rect">
            <a:avLst/>
          </a:prstGeom>
          <a:noFill/>
          <a:ln w="9525">
            <a:noFill/>
            <a:miter lim="800000"/>
            <a:headEnd/>
            <a:tailEnd/>
          </a:ln>
        </p:spPr>
        <p:txBody>
          <a:bodyPr>
            <a:spAutoFit/>
          </a:bodyPr>
          <a:lstStyle/>
          <a:p>
            <a:pPr>
              <a:defRPr/>
            </a:pPr>
            <a:r>
              <a:rPr lang="en-US" altLang="zh-CN" sz="2800" b="1" dirty="0">
                <a:solidFill>
                  <a:srgbClr val="0000CC"/>
                </a:solidFill>
                <a:latin typeface="+mn-lt"/>
                <a:ea typeface="+mn-ea"/>
              </a:rPr>
              <a:t>a</a:t>
            </a:r>
            <a:endParaRPr lang="zh-CN" altLang="en-US" sz="2800" b="1" dirty="0">
              <a:solidFill>
                <a:srgbClr val="0000CC"/>
              </a:solidFill>
              <a:latin typeface="+mn-lt"/>
              <a:ea typeface="+mn-ea"/>
            </a:endParaRPr>
          </a:p>
        </p:txBody>
      </p:sp>
      <p:sp>
        <p:nvSpPr>
          <p:cNvPr id="23" name="TextBox 22"/>
          <p:cNvSpPr txBox="1">
            <a:spLocks noChangeArrowheads="1"/>
          </p:cNvSpPr>
          <p:nvPr/>
        </p:nvSpPr>
        <p:spPr bwMode="auto">
          <a:xfrm>
            <a:off x="142875" y="5317504"/>
            <a:ext cx="428625" cy="522288"/>
          </a:xfrm>
          <a:prstGeom prst="rect">
            <a:avLst/>
          </a:prstGeom>
          <a:noFill/>
          <a:ln w="9525">
            <a:noFill/>
            <a:miter lim="800000"/>
            <a:headEnd/>
            <a:tailEnd/>
          </a:ln>
        </p:spPr>
        <p:txBody>
          <a:bodyPr>
            <a:spAutoFit/>
          </a:bodyPr>
          <a:lstStyle/>
          <a:p>
            <a:pPr>
              <a:defRPr/>
            </a:pPr>
            <a:r>
              <a:rPr lang="en-US" altLang="zh-CN" sz="2800" b="1" dirty="0">
                <a:solidFill>
                  <a:srgbClr val="0000CC"/>
                </a:solidFill>
                <a:latin typeface="+mn-lt"/>
                <a:ea typeface="+mn-ea"/>
              </a:rPr>
              <a:t>b</a:t>
            </a:r>
            <a:endParaRPr lang="zh-CN" altLang="en-US" sz="2800" b="1" dirty="0">
              <a:solidFill>
                <a:srgbClr val="0000CC"/>
              </a:solidFill>
              <a:latin typeface="+mn-lt"/>
              <a:ea typeface="+mn-ea"/>
            </a:endParaRPr>
          </a:p>
        </p:txBody>
      </p:sp>
      <p:cxnSp>
        <p:nvCxnSpPr>
          <p:cNvPr id="24" name="直接箭头连接符 29"/>
          <p:cNvCxnSpPr>
            <a:cxnSpLocks noChangeShapeType="1"/>
          </p:cNvCxnSpPr>
          <p:nvPr/>
        </p:nvCxnSpPr>
        <p:spPr bwMode="auto">
          <a:xfrm rot="16200000" flipV="1">
            <a:off x="7073106" y="6107286"/>
            <a:ext cx="428625" cy="1588"/>
          </a:xfrm>
          <a:prstGeom prst="straightConnector1">
            <a:avLst/>
          </a:prstGeom>
          <a:noFill/>
          <a:ln w="38100" algn="ctr">
            <a:solidFill>
              <a:srgbClr val="FF0000"/>
            </a:solidFill>
            <a:miter lim="800000"/>
            <a:headEnd/>
            <a:tailEnd type="arrow" w="med" len="med"/>
          </a:ln>
          <a:extLst>
            <a:ext uri="{909E8E84-426E-40DD-AFC4-6F175D3DCCD1}">
              <a14:hiddenFill xmlns:a14="http://schemas.microsoft.com/office/drawing/2010/main">
                <a:noFill/>
              </a14:hiddenFill>
            </a:ext>
          </a:extLst>
        </p:spPr>
      </p:cxnSp>
      <p:sp>
        <p:nvSpPr>
          <p:cNvPr id="25" name="TextBox 24"/>
          <p:cNvSpPr txBox="1">
            <a:spLocks noChangeArrowheads="1"/>
          </p:cNvSpPr>
          <p:nvPr/>
        </p:nvSpPr>
        <p:spPr bwMode="auto">
          <a:xfrm>
            <a:off x="7358063" y="6036642"/>
            <a:ext cx="714375" cy="523875"/>
          </a:xfrm>
          <a:prstGeom prst="rect">
            <a:avLst/>
          </a:prstGeom>
          <a:noFill/>
          <a:ln w="9525">
            <a:noFill/>
            <a:miter lim="800000"/>
            <a:headEnd/>
            <a:tailEnd/>
          </a:ln>
        </p:spPr>
        <p:txBody>
          <a:bodyPr>
            <a:spAutoFit/>
          </a:bodyPr>
          <a:lstStyle/>
          <a:p>
            <a:pPr>
              <a:defRPr/>
            </a:pPr>
            <a:r>
              <a:rPr lang="en-US" altLang="zh-CN" sz="2800" b="1" dirty="0">
                <a:solidFill>
                  <a:srgbClr val="FF3300"/>
                </a:solidFill>
                <a:latin typeface="+mn-lt"/>
                <a:ea typeface="+mn-ea"/>
              </a:rPr>
              <a:t>to</a:t>
            </a:r>
            <a:endParaRPr lang="zh-CN" altLang="en-US" sz="2800" b="1" dirty="0">
              <a:solidFill>
                <a:srgbClr val="FF3300"/>
              </a:solidFill>
              <a:latin typeface="+mn-lt"/>
              <a:ea typeface="+mn-ea"/>
            </a:endParaRPr>
          </a:p>
        </p:txBody>
      </p:sp>
      <p:graphicFrame>
        <p:nvGraphicFramePr>
          <p:cNvPr id="26" name="表格 25"/>
          <p:cNvGraphicFramePr>
            <a:graphicFrameLocks noGrp="1"/>
          </p:cNvGraphicFramePr>
          <p:nvPr>
            <p:extLst>
              <p:ext uri="{D42A27DB-BD31-4B8C-83A1-F6EECF244321}">
                <p14:modId xmlns:p14="http://schemas.microsoft.com/office/powerpoint/2010/main" val="3715421990"/>
              </p:ext>
            </p:extLst>
          </p:nvPr>
        </p:nvGraphicFramePr>
        <p:xfrm>
          <a:off x="500063" y="5376242"/>
          <a:ext cx="8501061" cy="517662"/>
        </p:xfrm>
        <a:graphic>
          <a:graphicData uri="http://schemas.openxmlformats.org/drawingml/2006/table">
            <a:tbl>
              <a:tblPr firstRow="1" bandRow="1">
                <a:tableStyleId>{5C22544A-7EE6-4342-B048-85BDC9FD1C3A}</a:tableStyleId>
              </a:tblPr>
              <a:tblGrid>
                <a:gridCol w="433745"/>
                <a:gridCol w="433745"/>
                <a:gridCol w="433745"/>
                <a:gridCol w="433745"/>
                <a:gridCol w="433745"/>
                <a:gridCol w="433745"/>
                <a:gridCol w="433745"/>
                <a:gridCol w="433745"/>
                <a:gridCol w="433745"/>
                <a:gridCol w="433745"/>
                <a:gridCol w="433745"/>
                <a:gridCol w="433745"/>
                <a:gridCol w="433745"/>
                <a:gridCol w="433745"/>
                <a:gridCol w="433745"/>
                <a:gridCol w="433745"/>
                <a:gridCol w="433745"/>
                <a:gridCol w="433745"/>
                <a:gridCol w="693651"/>
              </a:tblGrid>
              <a:tr h="517525">
                <a:tc>
                  <a:txBody>
                    <a:bodyPr/>
                    <a:lstStyle/>
                    <a:p>
                      <a:pPr algn="ctr"/>
                      <a:r>
                        <a:rPr lang="en-US" altLang="zh-CN" sz="2800" dirty="0" smtClean="0">
                          <a:solidFill>
                            <a:srgbClr val="009900"/>
                          </a:solidFill>
                        </a:rPr>
                        <a:t>I</a:t>
                      </a:r>
                      <a:endParaRPr lang="zh-CN" altLang="en-US" sz="2800" dirty="0">
                        <a:solidFill>
                          <a:srgbClr val="009900"/>
                        </a:solidFill>
                      </a:endParaRPr>
                    </a:p>
                  </a:txBody>
                  <a:tcPr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endParaRPr lang="zh-CN" altLang="en-US" sz="2800" dirty="0">
                        <a:solidFill>
                          <a:srgbClr val="009900"/>
                        </a:solidFill>
                      </a:endParaRPr>
                    </a:p>
                  </a:txBody>
                  <a:tcPr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2800" dirty="0" smtClean="0">
                          <a:solidFill>
                            <a:srgbClr val="009900"/>
                          </a:solidFill>
                        </a:rPr>
                        <a:t>a</a:t>
                      </a:r>
                      <a:endParaRPr lang="zh-CN" altLang="en-US" sz="2800" dirty="0">
                        <a:solidFill>
                          <a:srgbClr val="009900"/>
                        </a:solidFill>
                      </a:endParaRPr>
                    </a:p>
                  </a:txBody>
                  <a:tcPr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2800" dirty="0" smtClean="0">
                          <a:solidFill>
                            <a:srgbClr val="009900"/>
                          </a:solidFill>
                        </a:rPr>
                        <a:t>m</a:t>
                      </a:r>
                      <a:endParaRPr lang="zh-CN" altLang="en-US" sz="2800" dirty="0">
                        <a:solidFill>
                          <a:srgbClr val="009900"/>
                        </a:solidFill>
                      </a:endParaRPr>
                    </a:p>
                  </a:txBody>
                  <a:tcPr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endParaRPr lang="zh-CN" altLang="en-US" sz="2800" dirty="0">
                        <a:solidFill>
                          <a:srgbClr val="009900"/>
                        </a:solidFill>
                      </a:endParaRPr>
                    </a:p>
                  </a:txBody>
                  <a:tcPr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2800" dirty="0" smtClean="0">
                          <a:solidFill>
                            <a:srgbClr val="009900"/>
                          </a:solidFill>
                        </a:rPr>
                        <a:t>a</a:t>
                      </a:r>
                      <a:endParaRPr lang="zh-CN" altLang="en-US" sz="2800" dirty="0">
                        <a:solidFill>
                          <a:srgbClr val="009900"/>
                        </a:solidFill>
                      </a:endParaRPr>
                    </a:p>
                  </a:txBody>
                  <a:tcPr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endParaRPr lang="zh-CN" altLang="en-US" sz="2800" dirty="0">
                        <a:solidFill>
                          <a:srgbClr val="009900"/>
                        </a:solidFill>
                      </a:endParaRPr>
                    </a:p>
                  </a:txBody>
                  <a:tcPr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2800" dirty="0" smtClean="0">
                          <a:solidFill>
                            <a:srgbClr val="009900"/>
                          </a:solidFill>
                        </a:rPr>
                        <a:t>t</a:t>
                      </a:r>
                      <a:endParaRPr lang="zh-CN" altLang="en-US" sz="2800" dirty="0">
                        <a:solidFill>
                          <a:srgbClr val="009900"/>
                        </a:solidFill>
                      </a:endParaRPr>
                    </a:p>
                  </a:txBody>
                  <a:tcPr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2800" dirty="0" smtClean="0">
                          <a:solidFill>
                            <a:srgbClr val="009900"/>
                          </a:solidFill>
                        </a:rPr>
                        <a:t>e</a:t>
                      </a:r>
                      <a:endParaRPr lang="zh-CN" altLang="en-US" sz="2800" dirty="0">
                        <a:solidFill>
                          <a:srgbClr val="009900"/>
                        </a:solidFill>
                      </a:endParaRPr>
                    </a:p>
                  </a:txBody>
                  <a:tcPr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2800" dirty="0" smtClean="0">
                          <a:solidFill>
                            <a:srgbClr val="009900"/>
                          </a:solidFill>
                        </a:rPr>
                        <a:t>a</a:t>
                      </a:r>
                      <a:endParaRPr lang="zh-CN" altLang="en-US" sz="2800" dirty="0">
                        <a:solidFill>
                          <a:srgbClr val="009900"/>
                        </a:solidFill>
                      </a:endParaRPr>
                    </a:p>
                  </a:txBody>
                  <a:tcPr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2800" dirty="0" smtClean="0">
                          <a:solidFill>
                            <a:srgbClr val="009900"/>
                          </a:solidFill>
                        </a:rPr>
                        <a:t>c</a:t>
                      </a:r>
                      <a:endParaRPr lang="zh-CN" altLang="en-US" sz="2800" dirty="0">
                        <a:solidFill>
                          <a:srgbClr val="009900"/>
                        </a:solidFill>
                      </a:endParaRPr>
                    </a:p>
                  </a:txBody>
                  <a:tcPr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2800" dirty="0" smtClean="0">
                          <a:solidFill>
                            <a:srgbClr val="009900"/>
                          </a:solidFill>
                        </a:rPr>
                        <a:t>h</a:t>
                      </a:r>
                      <a:endParaRPr lang="zh-CN" altLang="en-US" sz="2800" dirty="0">
                        <a:solidFill>
                          <a:srgbClr val="009900"/>
                        </a:solidFill>
                      </a:endParaRPr>
                    </a:p>
                  </a:txBody>
                  <a:tcPr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2800" dirty="0" smtClean="0">
                          <a:solidFill>
                            <a:srgbClr val="009900"/>
                          </a:solidFill>
                        </a:rPr>
                        <a:t>e</a:t>
                      </a:r>
                      <a:endParaRPr lang="zh-CN" altLang="en-US" sz="2800" dirty="0">
                        <a:solidFill>
                          <a:srgbClr val="009900"/>
                        </a:solidFill>
                      </a:endParaRPr>
                    </a:p>
                  </a:txBody>
                  <a:tcPr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2800" dirty="0" smtClean="0">
                          <a:solidFill>
                            <a:srgbClr val="009900"/>
                          </a:solidFill>
                        </a:rPr>
                        <a:t>r</a:t>
                      </a:r>
                      <a:endParaRPr lang="zh-CN" altLang="en-US" sz="2800" dirty="0">
                        <a:solidFill>
                          <a:srgbClr val="009900"/>
                        </a:solidFill>
                      </a:endParaRPr>
                    </a:p>
                  </a:txBody>
                  <a:tcPr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2800" dirty="0" smtClean="0">
                          <a:solidFill>
                            <a:srgbClr val="009900"/>
                          </a:solidFill>
                        </a:rPr>
                        <a:t>.</a:t>
                      </a:r>
                      <a:endParaRPr lang="zh-CN" altLang="en-US" sz="2800" dirty="0">
                        <a:solidFill>
                          <a:srgbClr val="009900"/>
                        </a:solidFill>
                      </a:endParaRPr>
                    </a:p>
                  </a:txBody>
                  <a:tcPr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2800" dirty="0" smtClean="0">
                          <a:solidFill>
                            <a:srgbClr val="0000CC"/>
                          </a:solidFill>
                        </a:rPr>
                        <a:t>n</a:t>
                      </a:r>
                      <a:endParaRPr lang="zh-CN" altLang="en-US" sz="2800" dirty="0">
                        <a:solidFill>
                          <a:srgbClr val="0000CC"/>
                        </a:solidFill>
                      </a:endParaRPr>
                    </a:p>
                  </a:txBody>
                  <a:tcPr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2800" dirty="0" smtClean="0">
                          <a:solidFill>
                            <a:srgbClr val="0000CC"/>
                          </a:solidFill>
                        </a:rPr>
                        <a:t>t</a:t>
                      </a:r>
                      <a:endParaRPr lang="zh-CN" altLang="en-US" sz="2800" dirty="0">
                        <a:solidFill>
                          <a:srgbClr val="0000CC"/>
                        </a:solidFill>
                      </a:endParaRPr>
                    </a:p>
                  </a:txBody>
                  <a:tcPr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2800" dirty="0" smtClean="0">
                          <a:solidFill>
                            <a:srgbClr val="0000CC"/>
                          </a:solidFill>
                        </a:rPr>
                        <a:t>.</a:t>
                      </a:r>
                      <a:endParaRPr lang="zh-CN" altLang="en-US" sz="2800" dirty="0">
                        <a:solidFill>
                          <a:srgbClr val="0000CC"/>
                        </a:solidFill>
                      </a:endParaRPr>
                    </a:p>
                  </a:txBody>
                  <a:tcPr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2800" dirty="0" smtClean="0">
                          <a:solidFill>
                            <a:srgbClr val="0000CC"/>
                          </a:solidFill>
                        </a:rPr>
                        <a:t>\0</a:t>
                      </a:r>
                      <a:endParaRPr lang="zh-CN" altLang="en-US" sz="2800" dirty="0">
                        <a:solidFill>
                          <a:srgbClr val="0000CC"/>
                        </a:solidFill>
                      </a:endParaRPr>
                    </a:p>
                  </a:txBody>
                  <a:tcPr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67561538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内容占位符 2"/>
          <p:cNvSpPr>
            <a:spLocks noGrp="1"/>
          </p:cNvSpPr>
          <p:nvPr>
            <p:ph idx="1"/>
          </p:nvPr>
        </p:nvSpPr>
        <p:spPr>
          <a:xfrm>
            <a:off x="363505" y="116632"/>
            <a:ext cx="8501062" cy="4286250"/>
          </a:xfrm>
        </p:spPr>
        <p:txBody>
          <a:bodyPr/>
          <a:lstStyle/>
          <a:p>
            <a:pPr>
              <a:lnSpc>
                <a:spcPct val="100000"/>
              </a:lnSpc>
              <a:buFont typeface="Wingdings" pitchFamily="2" charset="2"/>
              <a:buNone/>
            </a:pPr>
            <a:r>
              <a:rPr lang="en-US" altLang="zh-CN" sz="2800" dirty="0" smtClean="0"/>
              <a:t>void </a:t>
            </a:r>
            <a:r>
              <a:rPr lang="en-US" altLang="zh-CN" sz="2800" dirty="0" err="1" smtClean="0"/>
              <a:t>copy_string</a:t>
            </a:r>
            <a:r>
              <a:rPr lang="en-US" altLang="zh-CN" sz="2800" dirty="0" smtClean="0"/>
              <a:t>(char from[], char to[]) </a:t>
            </a:r>
            <a:r>
              <a:rPr lang="zh-CN" altLang="zh-CN" sz="2800" dirty="0" smtClean="0"/>
              <a:t> </a:t>
            </a:r>
          </a:p>
          <a:p>
            <a:pPr>
              <a:lnSpc>
                <a:spcPct val="100000"/>
              </a:lnSpc>
              <a:buFont typeface="Wingdings" pitchFamily="2" charset="2"/>
              <a:buNone/>
            </a:pPr>
            <a:r>
              <a:rPr lang="en-US" altLang="zh-CN" sz="2800" dirty="0" smtClean="0"/>
              <a:t>{ </a:t>
            </a:r>
            <a:r>
              <a:rPr lang="en-US" altLang="zh-CN" sz="2800" dirty="0" err="1" smtClean="0"/>
              <a:t>int</a:t>
            </a:r>
            <a:r>
              <a:rPr lang="en-US" altLang="zh-CN" sz="2800" dirty="0" smtClean="0"/>
              <a:t> i=0;</a:t>
            </a:r>
            <a:endParaRPr lang="zh-CN" altLang="zh-CN" sz="2800" dirty="0" smtClean="0"/>
          </a:p>
          <a:p>
            <a:pPr>
              <a:lnSpc>
                <a:spcPct val="100000"/>
              </a:lnSpc>
              <a:buFont typeface="Wingdings" pitchFamily="2" charset="2"/>
              <a:buNone/>
            </a:pPr>
            <a:r>
              <a:rPr lang="en-US" altLang="zh-CN" sz="2800" dirty="0" smtClean="0"/>
              <a:t>   while(from[i]!='\0')</a:t>
            </a:r>
            <a:endParaRPr lang="zh-CN" altLang="zh-CN" sz="2800" dirty="0" smtClean="0"/>
          </a:p>
          <a:p>
            <a:pPr>
              <a:lnSpc>
                <a:spcPct val="100000"/>
              </a:lnSpc>
              <a:buFont typeface="Wingdings" pitchFamily="2" charset="2"/>
              <a:buNone/>
            </a:pPr>
            <a:r>
              <a:rPr lang="en-US" altLang="zh-CN" sz="2800" dirty="0" smtClean="0"/>
              <a:t>   {   to[i]=from[i];</a:t>
            </a:r>
          </a:p>
          <a:p>
            <a:pPr>
              <a:lnSpc>
                <a:spcPct val="100000"/>
              </a:lnSpc>
              <a:buFont typeface="Wingdings" pitchFamily="2" charset="2"/>
              <a:buNone/>
            </a:pPr>
            <a:r>
              <a:rPr lang="en-US" altLang="zh-CN" sz="2800" dirty="0" smtClean="0"/>
              <a:t>        i++;</a:t>
            </a:r>
          </a:p>
          <a:p>
            <a:pPr>
              <a:lnSpc>
                <a:spcPct val="100000"/>
              </a:lnSpc>
              <a:buFont typeface="Wingdings" pitchFamily="2" charset="2"/>
              <a:buNone/>
            </a:pPr>
            <a:r>
              <a:rPr lang="en-US" altLang="zh-CN" sz="2800" dirty="0" smtClean="0"/>
              <a:t>    }</a:t>
            </a:r>
            <a:endParaRPr lang="zh-CN" altLang="zh-CN" sz="2800" dirty="0" smtClean="0"/>
          </a:p>
          <a:p>
            <a:pPr>
              <a:lnSpc>
                <a:spcPct val="100000"/>
              </a:lnSpc>
              <a:buFont typeface="Wingdings" pitchFamily="2" charset="2"/>
              <a:buNone/>
            </a:pPr>
            <a:r>
              <a:rPr lang="en-US" altLang="zh-CN" sz="2800" dirty="0" smtClean="0"/>
              <a:t>    to[i]='\0';</a:t>
            </a:r>
            <a:endParaRPr lang="zh-CN" altLang="zh-CN" sz="2800" dirty="0" smtClean="0"/>
          </a:p>
          <a:p>
            <a:pPr>
              <a:lnSpc>
                <a:spcPct val="100000"/>
              </a:lnSpc>
              <a:buFont typeface="Wingdings" pitchFamily="2" charset="2"/>
              <a:buNone/>
            </a:pPr>
            <a:r>
              <a:rPr lang="en-US" altLang="zh-CN" sz="2800" dirty="0" smtClean="0"/>
              <a:t>}</a:t>
            </a:r>
            <a:endParaRPr lang="zh-CN" altLang="zh-CN" sz="2800" dirty="0" smtClean="0"/>
          </a:p>
          <a:p>
            <a:pPr>
              <a:lnSpc>
                <a:spcPct val="100000"/>
              </a:lnSpc>
              <a:buFont typeface="Wingdings" pitchFamily="2" charset="2"/>
              <a:buNone/>
            </a:pPr>
            <a:endParaRPr lang="zh-CN" altLang="en-US" sz="2800" dirty="0" smtClean="0"/>
          </a:p>
        </p:txBody>
      </p:sp>
      <p:graphicFrame>
        <p:nvGraphicFramePr>
          <p:cNvPr id="27" name="表格 26"/>
          <p:cNvGraphicFramePr>
            <a:graphicFrameLocks noGrp="1"/>
          </p:cNvGraphicFramePr>
          <p:nvPr>
            <p:extLst>
              <p:ext uri="{D42A27DB-BD31-4B8C-83A1-F6EECF244321}">
                <p14:modId xmlns:p14="http://schemas.microsoft.com/office/powerpoint/2010/main" val="2667567044"/>
              </p:ext>
            </p:extLst>
          </p:nvPr>
        </p:nvGraphicFramePr>
        <p:xfrm>
          <a:off x="500063" y="4459436"/>
          <a:ext cx="7143750" cy="517662"/>
        </p:xfrm>
        <a:graphic>
          <a:graphicData uri="http://schemas.openxmlformats.org/drawingml/2006/table">
            <a:tbl>
              <a:tblPr firstRow="1" bandRow="1">
                <a:tableStyleId>{5C22544A-7EE6-4342-B048-85BDC9FD1C3A}</a:tableStyleId>
              </a:tblPr>
              <a:tblGrid>
                <a:gridCol w="430367"/>
                <a:gridCol w="430367"/>
                <a:gridCol w="430367"/>
                <a:gridCol w="430367"/>
                <a:gridCol w="430367"/>
                <a:gridCol w="430367"/>
                <a:gridCol w="430367"/>
                <a:gridCol w="430367"/>
                <a:gridCol w="430367"/>
                <a:gridCol w="430367"/>
                <a:gridCol w="430367"/>
                <a:gridCol w="430367"/>
                <a:gridCol w="430367"/>
                <a:gridCol w="430367"/>
                <a:gridCol w="430367"/>
                <a:gridCol w="688245"/>
              </a:tblGrid>
              <a:tr h="517525">
                <a:tc>
                  <a:txBody>
                    <a:bodyPr/>
                    <a:lstStyle/>
                    <a:p>
                      <a:pPr algn="ctr"/>
                      <a:r>
                        <a:rPr lang="en-US" altLang="zh-CN" sz="2800" dirty="0" smtClean="0">
                          <a:solidFill>
                            <a:srgbClr val="0000CC"/>
                          </a:solidFill>
                        </a:rPr>
                        <a:t>I</a:t>
                      </a: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2800" dirty="0" smtClean="0">
                          <a:solidFill>
                            <a:srgbClr val="0000CC"/>
                          </a:solidFill>
                        </a:rPr>
                        <a:t>a</a:t>
                      </a: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2800" dirty="0" smtClean="0">
                          <a:solidFill>
                            <a:srgbClr val="0000CC"/>
                          </a:solidFill>
                        </a:rPr>
                        <a:t>m</a:t>
                      </a: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2800" dirty="0" smtClean="0">
                          <a:solidFill>
                            <a:srgbClr val="0000CC"/>
                          </a:solidFill>
                        </a:rPr>
                        <a:t>a</a:t>
                      </a: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2800" dirty="0" smtClean="0">
                          <a:solidFill>
                            <a:srgbClr val="0000CC"/>
                          </a:solidFill>
                        </a:rPr>
                        <a:t>t</a:t>
                      </a: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2800" dirty="0" smtClean="0">
                          <a:solidFill>
                            <a:srgbClr val="0000CC"/>
                          </a:solidFill>
                        </a:rPr>
                        <a:t>e</a:t>
                      </a: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2800" dirty="0" smtClean="0">
                          <a:solidFill>
                            <a:srgbClr val="0000CC"/>
                          </a:solidFill>
                        </a:rPr>
                        <a:t>a</a:t>
                      </a: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2800" dirty="0" smtClean="0">
                          <a:solidFill>
                            <a:srgbClr val="0000CC"/>
                          </a:solidFill>
                        </a:rPr>
                        <a:t>c</a:t>
                      </a: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2800" dirty="0" smtClean="0">
                          <a:solidFill>
                            <a:srgbClr val="0000CC"/>
                          </a:solidFill>
                        </a:rPr>
                        <a:t>h</a:t>
                      </a: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2800" dirty="0" smtClean="0">
                          <a:solidFill>
                            <a:srgbClr val="0000CC"/>
                          </a:solidFill>
                        </a:rPr>
                        <a:t>e</a:t>
                      </a: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2800" dirty="0" smtClean="0">
                          <a:solidFill>
                            <a:srgbClr val="0000CC"/>
                          </a:solidFill>
                        </a:rPr>
                        <a:t>r</a:t>
                      </a: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2800" dirty="0" smtClean="0">
                          <a:solidFill>
                            <a:srgbClr val="0000CC"/>
                          </a:solidFill>
                        </a:rPr>
                        <a:t>.</a:t>
                      </a: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2800" dirty="0" smtClean="0">
                          <a:solidFill>
                            <a:srgbClr val="0000CC"/>
                          </a:solidFill>
                        </a:rPr>
                        <a:t>\0</a:t>
                      </a: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r>
            </a:tbl>
          </a:graphicData>
        </a:graphic>
      </p:graphicFrame>
      <p:cxnSp>
        <p:nvCxnSpPr>
          <p:cNvPr id="28" name="直接箭头连接符 29"/>
          <p:cNvCxnSpPr>
            <a:cxnSpLocks noChangeShapeType="1"/>
          </p:cNvCxnSpPr>
          <p:nvPr/>
        </p:nvCxnSpPr>
        <p:spPr bwMode="auto">
          <a:xfrm rot="5400000">
            <a:off x="7073106" y="4261792"/>
            <a:ext cx="428625" cy="1588"/>
          </a:xfrm>
          <a:prstGeom prst="straightConnector1">
            <a:avLst/>
          </a:prstGeom>
          <a:noFill/>
          <a:ln w="38100" algn="ctr">
            <a:solidFill>
              <a:srgbClr val="FF0000"/>
            </a:solidFill>
            <a:miter lim="800000"/>
            <a:headEnd/>
            <a:tailEnd type="arrow" w="med" len="med"/>
          </a:ln>
          <a:extLst>
            <a:ext uri="{909E8E84-426E-40DD-AFC4-6F175D3DCCD1}">
              <a14:hiddenFill xmlns:a14="http://schemas.microsoft.com/office/drawing/2010/main">
                <a:noFill/>
              </a14:hiddenFill>
            </a:ext>
          </a:extLst>
        </p:spPr>
      </p:cxnSp>
      <p:sp>
        <p:nvSpPr>
          <p:cNvPr id="29" name="TextBox 28"/>
          <p:cNvSpPr txBox="1">
            <a:spLocks noChangeArrowheads="1"/>
          </p:cNvSpPr>
          <p:nvPr/>
        </p:nvSpPr>
        <p:spPr bwMode="auto">
          <a:xfrm>
            <a:off x="7358063" y="3833961"/>
            <a:ext cx="1357312" cy="523875"/>
          </a:xfrm>
          <a:prstGeom prst="rect">
            <a:avLst/>
          </a:prstGeom>
          <a:noFill/>
          <a:ln w="9525">
            <a:noFill/>
            <a:miter lim="800000"/>
            <a:headEnd/>
            <a:tailEnd/>
          </a:ln>
        </p:spPr>
        <p:txBody>
          <a:bodyPr>
            <a:spAutoFit/>
          </a:bodyPr>
          <a:lstStyle/>
          <a:p>
            <a:pPr>
              <a:defRPr/>
            </a:pPr>
            <a:r>
              <a:rPr lang="en-US" altLang="zh-CN" sz="2800" b="1" dirty="0">
                <a:solidFill>
                  <a:srgbClr val="FF3300"/>
                </a:solidFill>
                <a:latin typeface="+mn-lt"/>
                <a:ea typeface="+mn-ea"/>
              </a:rPr>
              <a:t>from</a:t>
            </a:r>
            <a:endParaRPr lang="zh-CN" altLang="en-US" sz="2800" b="1" dirty="0">
              <a:solidFill>
                <a:srgbClr val="FF3300"/>
              </a:solidFill>
              <a:latin typeface="+mn-lt"/>
              <a:ea typeface="+mn-ea"/>
            </a:endParaRPr>
          </a:p>
        </p:txBody>
      </p:sp>
      <p:sp>
        <p:nvSpPr>
          <p:cNvPr id="30" name="TextBox 29"/>
          <p:cNvSpPr txBox="1">
            <a:spLocks noChangeArrowheads="1"/>
          </p:cNvSpPr>
          <p:nvPr/>
        </p:nvSpPr>
        <p:spPr bwMode="auto">
          <a:xfrm>
            <a:off x="142875" y="4405461"/>
            <a:ext cx="428625" cy="523875"/>
          </a:xfrm>
          <a:prstGeom prst="rect">
            <a:avLst/>
          </a:prstGeom>
          <a:noFill/>
          <a:ln w="9525">
            <a:noFill/>
            <a:miter lim="800000"/>
            <a:headEnd/>
            <a:tailEnd/>
          </a:ln>
        </p:spPr>
        <p:txBody>
          <a:bodyPr>
            <a:spAutoFit/>
          </a:bodyPr>
          <a:lstStyle/>
          <a:p>
            <a:pPr>
              <a:defRPr/>
            </a:pPr>
            <a:r>
              <a:rPr lang="en-US" altLang="zh-CN" sz="2800" b="1" dirty="0">
                <a:solidFill>
                  <a:srgbClr val="0000CC"/>
                </a:solidFill>
                <a:latin typeface="+mn-lt"/>
                <a:ea typeface="+mn-ea"/>
              </a:rPr>
              <a:t>a</a:t>
            </a:r>
            <a:endParaRPr lang="zh-CN" altLang="en-US" sz="2800" b="1" dirty="0">
              <a:solidFill>
                <a:srgbClr val="0000CC"/>
              </a:solidFill>
              <a:latin typeface="+mn-lt"/>
              <a:ea typeface="+mn-ea"/>
            </a:endParaRPr>
          </a:p>
        </p:txBody>
      </p:sp>
      <p:sp>
        <p:nvSpPr>
          <p:cNvPr id="31" name="TextBox 30"/>
          <p:cNvSpPr txBox="1">
            <a:spLocks noChangeArrowheads="1"/>
          </p:cNvSpPr>
          <p:nvPr/>
        </p:nvSpPr>
        <p:spPr bwMode="auto">
          <a:xfrm>
            <a:off x="142875" y="5210323"/>
            <a:ext cx="428625" cy="522288"/>
          </a:xfrm>
          <a:prstGeom prst="rect">
            <a:avLst/>
          </a:prstGeom>
          <a:noFill/>
          <a:ln w="9525">
            <a:noFill/>
            <a:miter lim="800000"/>
            <a:headEnd/>
            <a:tailEnd/>
          </a:ln>
        </p:spPr>
        <p:txBody>
          <a:bodyPr>
            <a:spAutoFit/>
          </a:bodyPr>
          <a:lstStyle/>
          <a:p>
            <a:pPr>
              <a:defRPr/>
            </a:pPr>
            <a:r>
              <a:rPr lang="en-US" altLang="zh-CN" sz="2800" b="1" dirty="0">
                <a:solidFill>
                  <a:srgbClr val="0000CC"/>
                </a:solidFill>
                <a:latin typeface="+mn-lt"/>
                <a:ea typeface="+mn-ea"/>
              </a:rPr>
              <a:t>b</a:t>
            </a:r>
            <a:endParaRPr lang="zh-CN" altLang="en-US" sz="2800" b="1" dirty="0">
              <a:solidFill>
                <a:srgbClr val="0000CC"/>
              </a:solidFill>
              <a:latin typeface="+mn-lt"/>
              <a:ea typeface="+mn-ea"/>
            </a:endParaRPr>
          </a:p>
        </p:txBody>
      </p:sp>
      <p:cxnSp>
        <p:nvCxnSpPr>
          <p:cNvPr id="32" name="直接箭头连接符 29"/>
          <p:cNvCxnSpPr>
            <a:cxnSpLocks noChangeShapeType="1"/>
          </p:cNvCxnSpPr>
          <p:nvPr/>
        </p:nvCxnSpPr>
        <p:spPr bwMode="auto">
          <a:xfrm rot="16200000" flipV="1">
            <a:off x="7073106" y="6000105"/>
            <a:ext cx="428625" cy="1588"/>
          </a:xfrm>
          <a:prstGeom prst="straightConnector1">
            <a:avLst/>
          </a:prstGeom>
          <a:noFill/>
          <a:ln w="38100" algn="ctr">
            <a:solidFill>
              <a:srgbClr val="FF0000"/>
            </a:solidFill>
            <a:miter lim="800000"/>
            <a:headEnd/>
            <a:tailEnd type="arrow" w="med" len="med"/>
          </a:ln>
          <a:extLst>
            <a:ext uri="{909E8E84-426E-40DD-AFC4-6F175D3DCCD1}">
              <a14:hiddenFill xmlns:a14="http://schemas.microsoft.com/office/drawing/2010/main">
                <a:noFill/>
              </a14:hiddenFill>
            </a:ext>
          </a:extLst>
        </p:spPr>
      </p:cxnSp>
      <p:sp>
        <p:nvSpPr>
          <p:cNvPr id="33" name="TextBox 32"/>
          <p:cNvSpPr txBox="1">
            <a:spLocks noChangeArrowheads="1"/>
          </p:cNvSpPr>
          <p:nvPr/>
        </p:nvSpPr>
        <p:spPr bwMode="auto">
          <a:xfrm>
            <a:off x="7358063" y="5929461"/>
            <a:ext cx="714375" cy="523875"/>
          </a:xfrm>
          <a:prstGeom prst="rect">
            <a:avLst/>
          </a:prstGeom>
          <a:noFill/>
          <a:ln w="9525">
            <a:noFill/>
            <a:miter lim="800000"/>
            <a:headEnd/>
            <a:tailEnd/>
          </a:ln>
        </p:spPr>
        <p:txBody>
          <a:bodyPr>
            <a:spAutoFit/>
          </a:bodyPr>
          <a:lstStyle/>
          <a:p>
            <a:pPr>
              <a:defRPr/>
            </a:pPr>
            <a:r>
              <a:rPr lang="en-US" altLang="zh-CN" sz="2800" b="1" dirty="0">
                <a:solidFill>
                  <a:srgbClr val="FF3300"/>
                </a:solidFill>
                <a:latin typeface="+mn-lt"/>
                <a:ea typeface="+mn-ea"/>
              </a:rPr>
              <a:t>to</a:t>
            </a:r>
            <a:endParaRPr lang="zh-CN" altLang="en-US" sz="2800" b="1" dirty="0">
              <a:solidFill>
                <a:srgbClr val="FF3300"/>
              </a:solidFill>
              <a:latin typeface="+mn-lt"/>
              <a:ea typeface="+mn-ea"/>
            </a:endParaRPr>
          </a:p>
        </p:txBody>
      </p:sp>
      <p:graphicFrame>
        <p:nvGraphicFramePr>
          <p:cNvPr id="34" name="表格 33"/>
          <p:cNvGraphicFramePr>
            <a:graphicFrameLocks noGrp="1"/>
          </p:cNvGraphicFramePr>
          <p:nvPr>
            <p:extLst>
              <p:ext uri="{D42A27DB-BD31-4B8C-83A1-F6EECF244321}">
                <p14:modId xmlns:p14="http://schemas.microsoft.com/office/powerpoint/2010/main" val="1482987976"/>
              </p:ext>
            </p:extLst>
          </p:nvPr>
        </p:nvGraphicFramePr>
        <p:xfrm>
          <a:off x="500063" y="5269061"/>
          <a:ext cx="8501061" cy="517662"/>
        </p:xfrm>
        <a:graphic>
          <a:graphicData uri="http://schemas.openxmlformats.org/drawingml/2006/table">
            <a:tbl>
              <a:tblPr firstRow="1" bandRow="1">
                <a:tableStyleId>{5C22544A-7EE6-4342-B048-85BDC9FD1C3A}</a:tableStyleId>
              </a:tblPr>
              <a:tblGrid>
                <a:gridCol w="433745"/>
                <a:gridCol w="433745"/>
                <a:gridCol w="433745"/>
                <a:gridCol w="433745"/>
                <a:gridCol w="433745"/>
                <a:gridCol w="433745"/>
                <a:gridCol w="433745"/>
                <a:gridCol w="433745"/>
                <a:gridCol w="433745"/>
                <a:gridCol w="433745"/>
                <a:gridCol w="433745"/>
                <a:gridCol w="433745"/>
                <a:gridCol w="433745"/>
                <a:gridCol w="433745"/>
                <a:gridCol w="433745"/>
                <a:gridCol w="433745"/>
                <a:gridCol w="433745"/>
                <a:gridCol w="433745"/>
                <a:gridCol w="693651"/>
              </a:tblGrid>
              <a:tr h="517525">
                <a:tc>
                  <a:txBody>
                    <a:bodyPr/>
                    <a:lstStyle/>
                    <a:p>
                      <a:pPr algn="ctr"/>
                      <a:r>
                        <a:rPr lang="en-US" altLang="zh-CN" sz="2800" dirty="0" smtClean="0">
                          <a:solidFill>
                            <a:srgbClr val="009900"/>
                          </a:solidFill>
                        </a:rPr>
                        <a:t>I</a:t>
                      </a:r>
                      <a:endParaRPr lang="zh-CN" altLang="en-US" sz="2800" dirty="0">
                        <a:solidFill>
                          <a:srgbClr val="009900"/>
                        </a:solidFill>
                      </a:endParaRPr>
                    </a:p>
                  </a:txBody>
                  <a:tcPr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endParaRPr lang="zh-CN" altLang="en-US" sz="2800" dirty="0">
                        <a:solidFill>
                          <a:srgbClr val="009900"/>
                        </a:solidFill>
                      </a:endParaRPr>
                    </a:p>
                  </a:txBody>
                  <a:tcPr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2800" dirty="0" smtClean="0">
                          <a:solidFill>
                            <a:srgbClr val="009900"/>
                          </a:solidFill>
                        </a:rPr>
                        <a:t>a</a:t>
                      </a:r>
                      <a:endParaRPr lang="zh-CN" altLang="en-US" sz="2800" dirty="0">
                        <a:solidFill>
                          <a:srgbClr val="009900"/>
                        </a:solidFill>
                      </a:endParaRPr>
                    </a:p>
                  </a:txBody>
                  <a:tcPr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2800" dirty="0" smtClean="0">
                          <a:solidFill>
                            <a:srgbClr val="009900"/>
                          </a:solidFill>
                        </a:rPr>
                        <a:t>m</a:t>
                      </a:r>
                      <a:endParaRPr lang="zh-CN" altLang="en-US" sz="2800" dirty="0">
                        <a:solidFill>
                          <a:srgbClr val="009900"/>
                        </a:solidFill>
                      </a:endParaRPr>
                    </a:p>
                  </a:txBody>
                  <a:tcPr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endParaRPr lang="zh-CN" altLang="en-US" sz="2800" dirty="0">
                        <a:solidFill>
                          <a:srgbClr val="009900"/>
                        </a:solidFill>
                      </a:endParaRPr>
                    </a:p>
                  </a:txBody>
                  <a:tcPr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2800" dirty="0" smtClean="0">
                          <a:solidFill>
                            <a:srgbClr val="009900"/>
                          </a:solidFill>
                        </a:rPr>
                        <a:t>a</a:t>
                      </a:r>
                      <a:endParaRPr lang="zh-CN" altLang="en-US" sz="2800" dirty="0">
                        <a:solidFill>
                          <a:srgbClr val="009900"/>
                        </a:solidFill>
                      </a:endParaRPr>
                    </a:p>
                  </a:txBody>
                  <a:tcPr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endParaRPr lang="zh-CN" altLang="en-US" sz="2800" dirty="0">
                        <a:solidFill>
                          <a:srgbClr val="009900"/>
                        </a:solidFill>
                      </a:endParaRPr>
                    </a:p>
                  </a:txBody>
                  <a:tcPr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2800" dirty="0" smtClean="0">
                          <a:solidFill>
                            <a:srgbClr val="009900"/>
                          </a:solidFill>
                        </a:rPr>
                        <a:t>t</a:t>
                      </a:r>
                      <a:endParaRPr lang="zh-CN" altLang="en-US" sz="2800" dirty="0">
                        <a:solidFill>
                          <a:srgbClr val="009900"/>
                        </a:solidFill>
                      </a:endParaRPr>
                    </a:p>
                  </a:txBody>
                  <a:tcPr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2800" dirty="0" smtClean="0">
                          <a:solidFill>
                            <a:srgbClr val="009900"/>
                          </a:solidFill>
                        </a:rPr>
                        <a:t>e</a:t>
                      </a:r>
                      <a:endParaRPr lang="zh-CN" altLang="en-US" sz="2800" dirty="0">
                        <a:solidFill>
                          <a:srgbClr val="009900"/>
                        </a:solidFill>
                      </a:endParaRPr>
                    </a:p>
                  </a:txBody>
                  <a:tcPr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2800" dirty="0" smtClean="0">
                          <a:solidFill>
                            <a:srgbClr val="009900"/>
                          </a:solidFill>
                        </a:rPr>
                        <a:t>a</a:t>
                      </a:r>
                      <a:endParaRPr lang="zh-CN" altLang="en-US" sz="2800" dirty="0">
                        <a:solidFill>
                          <a:srgbClr val="009900"/>
                        </a:solidFill>
                      </a:endParaRPr>
                    </a:p>
                  </a:txBody>
                  <a:tcPr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2800" dirty="0" smtClean="0">
                          <a:solidFill>
                            <a:srgbClr val="009900"/>
                          </a:solidFill>
                        </a:rPr>
                        <a:t>c</a:t>
                      </a:r>
                      <a:endParaRPr lang="zh-CN" altLang="en-US" sz="2800" dirty="0">
                        <a:solidFill>
                          <a:srgbClr val="009900"/>
                        </a:solidFill>
                      </a:endParaRPr>
                    </a:p>
                  </a:txBody>
                  <a:tcPr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2800" dirty="0" smtClean="0">
                          <a:solidFill>
                            <a:srgbClr val="009900"/>
                          </a:solidFill>
                        </a:rPr>
                        <a:t>h</a:t>
                      </a:r>
                      <a:endParaRPr lang="zh-CN" altLang="en-US" sz="2800" dirty="0">
                        <a:solidFill>
                          <a:srgbClr val="009900"/>
                        </a:solidFill>
                      </a:endParaRPr>
                    </a:p>
                  </a:txBody>
                  <a:tcPr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2800" dirty="0" smtClean="0">
                          <a:solidFill>
                            <a:srgbClr val="009900"/>
                          </a:solidFill>
                        </a:rPr>
                        <a:t>e</a:t>
                      </a:r>
                      <a:endParaRPr lang="zh-CN" altLang="en-US" sz="2800" dirty="0">
                        <a:solidFill>
                          <a:srgbClr val="009900"/>
                        </a:solidFill>
                      </a:endParaRPr>
                    </a:p>
                  </a:txBody>
                  <a:tcPr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2800" dirty="0" smtClean="0">
                          <a:solidFill>
                            <a:srgbClr val="009900"/>
                          </a:solidFill>
                        </a:rPr>
                        <a:t>r</a:t>
                      </a:r>
                      <a:endParaRPr lang="zh-CN" altLang="en-US" sz="2800" dirty="0">
                        <a:solidFill>
                          <a:srgbClr val="009900"/>
                        </a:solidFill>
                      </a:endParaRPr>
                    </a:p>
                  </a:txBody>
                  <a:tcPr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2800" dirty="0" smtClean="0">
                          <a:solidFill>
                            <a:srgbClr val="009900"/>
                          </a:solidFill>
                        </a:rPr>
                        <a:t>.</a:t>
                      </a:r>
                      <a:endParaRPr lang="zh-CN" altLang="en-US" sz="2800" dirty="0">
                        <a:solidFill>
                          <a:srgbClr val="009900"/>
                        </a:solidFill>
                      </a:endParaRPr>
                    </a:p>
                  </a:txBody>
                  <a:tcPr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endParaRPr lang="zh-CN" altLang="en-US" sz="2800" dirty="0">
                        <a:solidFill>
                          <a:srgbClr val="0000CC"/>
                        </a:solidFill>
                      </a:endParaRPr>
                    </a:p>
                  </a:txBody>
                  <a:tcPr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2800" dirty="0" smtClean="0">
                          <a:solidFill>
                            <a:srgbClr val="0000CC"/>
                          </a:solidFill>
                        </a:rPr>
                        <a:t>t</a:t>
                      </a:r>
                      <a:endParaRPr lang="zh-CN" altLang="en-US" sz="2800" dirty="0">
                        <a:solidFill>
                          <a:srgbClr val="0000CC"/>
                        </a:solidFill>
                      </a:endParaRPr>
                    </a:p>
                  </a:txBody>
                  <a:tcPr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2800" dirty="0" smtClean="0">
                          <a:solidFill>
                            <a:srgbClr val="0000CC"/>
                          </a:solidFill>
                        </a:rPr>
                        <a:t>.</a:t>
                      </a:r>
                      <a:endParaRPr lang="zh-CN" altLang="en-US" sz="2800" dirty="0">
                        <a:solidFill>
                          <a:srgbClr val="0000CC"/>
                        </a:solidFill>
                      </a:endParaRPr>
                    </a:p>
                  </a:txBody>
                  <a:tcPr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2800" dirty="0" smtClean="0">
                          <a:solidFill>
                            <a:srgbClr val="0000CC"/>
                          </a:solidFill>
                        </a:rPr>
                        <a:t>\0</a:t>
                      </a:r>
                      <a:endParaRPr lang="zh-CN" altLang="en-US" sz="2800" dirty="0">
                        <a:solidFill>
                          <a:srgbClr val="0000CC"/>
                        </a:solidFill>
                      </a:endParaRPr>
                    </a:p>
                  </a:txBody>
                  <a:tcPr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r>
            </a:tbl>
          </a:graphicData>
        </a:graphic>
      </p:graphicFrame>
      <p:sp>
        <p:nvSpPr>
          <p:cNvPr id="35" name="TextBox 34"/>
          <p:cNvSpPr txBox="1">
            <a:spLocks noChangeArrowheads="1"/>
          </p:cNvSpPr>
          <p:nvPr/>
        </p:nvSpPr>
        <p:spPr bwMode="auto">
          <a:xfrm>
            <a:off x="6858000" y="5262711"/>
            <a:ext cx="785813" cy="523875"/>
          </a:xfrm>
          <a:prstGeom prst="rect">
            <a:avLst/>
          </a:prstGeom>
          <a:noFill/>
          <a:ln w="9525">
            <a:noFill/>
            <a:miter lim="800000"/>
            <a:headEnd/>
            <a:tailEnd/>
          </a:ln>
        </p:spPr>
        <p:txBody>
          <a:bodyPr>
            <a:spAutoFit/>
          </a:bodyPr>
          <a:lstStyle/>
          <a:p>
            <a:pPr>
              <a:defRPr/>
            </a:pPr>
            <a:r>
              <a:rPr lang="en-US" altLang="zh-CN" sz="2800" b="1" dirty="0">
                <a:solidFill>
                  <a:srgbClr val="009900"/>
                </a:solidFill>
                <a:latin typeface="+mn-lt"/>
                <a:ea typeface="+mn-ea"/>
              </a:rPr>
              <a:t>\0</a:t>
            </a:r>
            <a:endParaRPr lang="zh-CN" altLang="en-US" sz="2800" b="1" dirty="0">
              <a:solidFill>
                <a:srgbClr val="009900"/>
              </a:solidFill>
              <a:latin typeface="+mn-lt"/>
              <a:ea typeface="+mn-ea"/>
            </a:endParaRPr>
          </a:p>
        </p:txBody>
      </p:sp>
      <p:grpSp>
        <p:nvGrpSpPr>
          <p:cNvPr id="36" name="组合 7"/>
          <p:cNvGrpSpPr>
            <a:grpSpLocks/>
          </p:cNvGrpSpPr>
          <p:nvPr/>
        </p:nvGrpSpPr>
        <p:grpSpPr bwMode="auto">
          <a:xfrm>
            <a:off x="3851920" y="1557014"/>
            <a:ext cx="5143500" cy="2000250"/>
            <a:chOff x="3559343" y="4000504"/>
            <a:chExt cx="4941748" cy="1714512"/>
          </a:xfrm>
        </p:grpSpPr>
        <p:pic>
          <p:nvPicPr>
            <p:cNvPr id="37"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86578" y="5072073"/>
              <a:ext cx="1714512" cy="6429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71867" y="4000504"/>
              <a:ext cx="3454073" cy="7572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59343" y="4714884"/>
              <a:ext cx="4941748" cy="409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0"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71868" y="5072074"/>
              <a:ext cx="3269428" cy="6429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29453" y="4000504"/>
              <a:ext cx="1571637" cy="714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55717245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blinds(horizontal)">
                                      <p:cBhvr>
                                        <p:cTn id="7" dur="500"/>
                                        <p:tgtEl>
                                          <p:spTgt spid="3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6"/>
                                        </p:tgtEl>
                                        <p:attrNameLst>
                                          <p:attrName>style.visibility</p:attrName>
                                        </p:attrNameLst>
                                      </p:cBhvr>
                                      <p:to>
                                        <p:strVal val="visible"/>
                                      </p:to>
                                    </p:set>
                                    <p:animEffect transition="in" filter="blinds(horizontal)">
                                      <p:cBhvr>
                                        <p:cTn id="12"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内容占位符 2"/>
          <p:cNvSpPr>
            <a:spLocks noGrp="1"/>
          </p:cNvSpPr>
          <p:nvPr>
            <p:ph idx="1"/>
          </p:nvPr>
        </p:nvSpPr>
        <p:spPr>
          <a:xfrm>
            <a:off x="785813" y="764704"/>
            <a:ext cx="7878762" cy="4286250"/>
          </a:xfrm>
        </p:spPr>
        <p:txBody>
          <a:bodyPr/>
          <a:lstStyle/>
          <a:p>
            <a:pPr marL="0" indent="0">
              <a:lnSpc>
                <a:spcPct val="150000"/>
              </a:lnSpc>
              <a:spcBef>
                <a:spcPts val="0"/>
              </a:spcBef>
              <a:buFont typeface="Wingdings" pitchFamily="2" charset="2"/>
              <a:buNone/>
            </a:pPr>
            <a:r>
              <a:rPr lang="en-US" altLang="zh-CN" sz="2800" dirty="0" smtClean="0">
                <a:latin typeface="黑体" pitchFamily="49" charset="-122"/>
                <a:ea typeface="黑体" pitchFamily="49" charset="-122"/>
              </a:rPr>
              <a:t>(2)</a:t>
            </a:r>
            <a:r>
              <a:rPr lang="zh-CN" altLang="zh-CN" sz="2800" dirty="0" smtClean="0">
                <a:latin typeface="黑体" pitchFamily="49" charset="-122"/>
                <a:ea typeface="黑体" pitchFamily="49" charset="-122"/>
              </a:rPr>
              <a:t>用</a:t>
            </a:r>
            <a:r>
              <a:rPr lang="zh-CN" altLang="zh-CN" sz="2800" dirty="0" smtClean="0">
                <a:solidFill>
                  <a:srgbClr val="00B050"/>
                </a:solidFill>
                <a:latin typeface="黑体" pitchFamily="49" charset="-122"/>
                <a:ea typeface="黑体" pitchFamily="49" charset="-122"/>
              </a:rPr>
              <a:t>字符型指针变量</a:t>
            </a:r>
            <a:r>
              <a:rPr lang="zh-CN" altLang="zh-CN" sz="2800" dirty="0" smtClean="0">
                <a:latin typeface="黑体" pitchFamily="49" charset="-122"/>
                <a:ea typeface="黑体" pitchFamily="49" charset="-122"/>
              </a:rPr>
              <a:t>作实参</a:t>
            </a:r>
          </a:p>
          <a:p>
            <a:pPr marL="0" indent="0">
              <a:lnSpc>
                <a:spcPct val="150000"/>
              </a:lnSpc>
              <a:spcBef>
                <a:spcPts val="0"/>
              </a:spcBef>
              <a:buFont typeface="Wingdings" pitchFamily="2" charset="2"/>
              <a:buChar char="u"/>
            </a:pPr>
            <a:r>
              <a:rPr lang="en-US" altLang="zh-CN" sz="2800" dirty="0" err="1" smtClean="0">
                <a:latin typeface="黑体" pitchFamily="49" charset="-122"/>
                <a:ea typeface="黑体" pitchFamily="49" charset="-122"/>
              </a:rPr>
              <a:t>copy_string</a:t>
            </a:r>
            <a:r>
              <a:rPr lang="zh-CN" altLang="zh-CN" sz="2800" dirty="0" smtClean="0">
                <a:latin typeface="黑体" pitchFamily="49" charset="-122"/>
                <a:ea typeface="黑体" pitchFamily="49" charset="-122"/>
              </a:rPr>
              <a:t>不变，在</a:t>
            </a:r>
            <a:r>
              <a:rPr lang="en-US" altLang="zh-CN" sz="2800" dirty="0" smtClean="0">
                <a:latin typeface="黑体" pitchFamily="49" charset="-122"/>
                <a:ea typeface="黑体" pitchFamily="49" charset="-122"/>
              </a:rPr>
              <a:t>main</a:t>
            </a:r>
            <a:r>
              <a:rPr lang="zh-CN" altLang="zh-CN" sz="2800" dirty="0" smtClean="0">
                <a:latin typeface="黑体" pitchFamily="49" charset="-122"/>
                <a:ea typeface="黑体" pitchFamily="49" charset="-122"/>
              </a:rPr>
              <a:t>函数中定义字符指针变量</a:t>
            </a:r>
            <a:r>
              <a:rPr lang="en-US" altLang="zh-CN" sz="2800" dirty="0" smtClean="0">
                <a:latin typeface="黑体" pitchFamily="49" charset="-122"/>
                <a:ea typeface="黑体" pitchFamily="49" charset="-122"/>
              </a:rPr>
              <a:t>from</a:t>
            </a:r>
            <a:r>
              <a:rPr lang="zh-CN" altLang="zh-CN" sz="2800" dirty="0" smtClean="0">
                <a:latin typeface="黑体" pitchFamily="49" charset="-122"/>
                <a:ea typeface="黑体" pitchFamily="49" charset="-122"/>
              </a:rPr>
              <a:t>和</a:t>
            </a:r>
            <a:r>
              <a:rPr lang="en-US" altLang="zh-CN" sz="2800" dirty="0" smtClean="0">
                <a:latin typeface="黑体" pitchFamily="49" charset="-122"/>
                <a:ea typeface="黑体" pitchFamily="49" charset="-122"/>
              </a:rPr>
              <a:t>to</a:t>
            </a:r>
            <a:r>
              <a:rPr lang="zh-CN" altLang="zh-CN" sz="2800" dirty="0" smtClean="0">
                <a:latin typeface="黑体" pitchFamily="49" charset="-122"/>
                <a:ea typeface="黑体" pitchFamily="49" charset="-122"/>
              </a:rPr>
              <a:t>，分别指向两个字符数组</a:t>
            </a:r>
            <a:r>
              <a:rPr lang="en-US" altLang="zh-CN" sz="2800" dirty="0" err="1" smtClean="0">
                <a:latin typeface="黑体" pitchFamily="49" charset="-122"/>
                <a:ea typeface="黑体" pitchFamily="49" charset="-122"/>
              </a:rPr>
              <a:t>a,b</a:t>
            </a:r>
            <a:r>
              <a:rPr lang="zh-CN" altLang="zh-CN" sz="2800" dirty="0" smtClean="0">
                <a:latin typeface="黑体" pitchFamily="49" charset="-122"/>
                <a:ea typeface="黑体" pitchFamily="49" charset="-122"/>
              </a:rPr>
              <a:t>。</a:t>
            </a:r>
            <a:endParaRPr lang="en-US" altLang="zh-CN" sz="2800" dirty="0" smtClean="0">
              <a:latin typeface="黑体" pitchFamily="49" charset="-122"/>
              <a:ea typeface="黑体" pitchFamily="49" charset="-122"/>
            </a:endParaRPr>
          </a:p>
          <a:p>
            <a:pPr marL="0" indent="0">
              <a:lnSpc>
                <a:spcPct val="150000"/>
              </a:lnSpc>
              <a:spcBef>
                <a:spcPts val="0"/>
              </a:spcBef>
              <a:buFont typeface="Wingdings" pitchFamily="2" charset="2"/>
              <a:buChar char="u"/>
            </a:pPr>
            <a:r>
              <a:rPr lang="zh-CN" altLang="en-US" sz="2800" dirty="0" smtClean="0">
                <a:latin typeface="黑体" pitchFamily="49" charset="-122"/>
                <a:ea typeface="黑体" pitchFamily="49" charset="-122"/>
              </a:rPr>
              <a:t>仅需要修改主函数代码</a:t>
            </a:r>
          </a:p>
        </p:txBody>
      </p:sp>
      <p:pic>
        <p:nvPicPr>
          <p:cNvPr id="119811" name="图片 2" descr="Untitled2.png">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429625" y="6143625"/>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7224273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内容占位符 2"/>
          <p:cNvSpPr>
            <a:spLocks noGrp="1"/>
          </p:cNvSpPr>
          <p:nvPr>
            <p:ph idx="1"/>
          </p:nvPr>
        </p:nvSpPr>
        <p:spPr>
          <a:xfrm>
            <a:off x="285750" y="857250"/>
            <a:ext cx="8715375" cy="5643563"/>
          </a:xfrm>
        </p:spPr>
        <p:txBody>
          <a:bodyPr/>
          <a:lstStyle/>
          <a:p>
            <a:pPr>
              <a:lnSpc>
                <a:spcPts val="2900"/>
              </a:lnSpc>
              <a:buFont typeface="Wingdings" pitchFamily="2" charset="2"/>
              <a:buNone/>
            </a:pPr>
            <a:r>
              <a:rPr lang="en-US" altLang="zh-CN" sz="2800" dirty="0" smtClean="0"/>
              <a:t>#include &lt;</a:t>
            </a:r>
            <a:r>
              <a:rPr lang="en-US" altLang="zh-CN" sz="2800" dirty="0" err="1" smtClean="0"/>
              <a:t>stdio.h</a:t>
            </a:r>
            <a:r>
              <a:rPr lang="en-US" altLang="zh-CN" sz="2800" dirty="0" smtClean="0"/>
              <a:t>&gt;</a:t>
            </a:r>
            <a:endParaRPr lang="zh-CN" altLang="zh-CN" sz="2800" dirty="0" smtClean="0"/>
          </a:p>
          <a:p>
            <a:pPr>
              <a:lnSpc>
                <a:spcPts val="2900"/>
              </a:lnSpc>
              <a:buFont typeface="Wingdings" pitchFamily="2" charset="2"/>
              <a:buNone/>
            </a:pPr>
            <a:r>
              <a:rPr lang="en-US" altLang="zh-CN" sz="2800" dirty="0" err="1" smtClean="0"/>
              <a:t>int</a:t>
            </a:r>
            <a:r>
              <a:rPr lang="en-US" altLang="zh-CN" sz="2800" dirty="0" smtClean="0"/>
              <a:t> main()</a:t>
            </a:r>
            <a:endParaRPr lang="zh-CN" altLang="zh-CN" sz="2800" dirty="0" smtClean="0"/>
          </a:p>
          <a:p>
            <a:pPr>
              <a:lnSpc>
                <a:spcPts val="2900"/>
              </a:lnSpc>
              <a:buFont typeface="Wingdings" pitchFamily="2" charset="2"/>
              <a:buNone/>
            </a:pPr>
            <a:r>
              <a:rPr lang="en-US" altLang="zh-CN" sz="2800" dirty="0" smtClean="0"/>
              <a:t>{void </a:t>
            </a:r>
            <a:r>
              <a:rPr lang="en-US" altLang="zh-CN" sz="2800" dirty="0" err="1" smtClean="0"/>
              <a:t>copy_string</a:t>
            </a:r>
            <a:r>
              <a:rPr lang="en-US" altLang="zh-CN" sz="2800" dirty="0" smtClean="0"/>
              <a:t>(char from[], char to[]); </a:t>
            </a:r>
            <a:endParaRPr lang="zh-CN" altLang="zh-CN" sz="2800" dirty="0" smtClean="0"/>
          </a:p>
          <a:p>
            <a:pPr>
              <a:lnSpc>
                <a:spcPts val="2900"/>
              </a:lnSpc>
              <a:buFont typeface="Wingdings" pitchFamily="2" charset="2"/>
              <a:buNone/>
            </a:pPr>
            <a:r>
              <a:rPr lang="en-US" altLang="zh-CN" sz="2800" dirty="0" smtClean="0"/>
              <a:t>  char a[]=“I am a teacher.”; </a:t>
            </a:r>
            <a:endParaRPr lang="zh-CN" altLang="zh-CN" sz="2800" dirty="0" smtClean="0"/>
          </a:p>
          <a:p>
            <a:pPr>
              <a:lnSpc>
                <a:spcPts val="2900"/>
              </a:lnSpc>
              <a:buFont typeface="Wingdings" pitchFamily="2" charset="2"/>
              <a:buNone/>
            </a:pPr>
            <a:r>
              <a:rPr lang="en-US" altLang="zh-CN" sz="2800" dirty="0" smtClean="0"/>
              <a:t>  char b[]=“you are a student.”; </a:t>
            </a:r>
            <a:endParaRPr lang="zh-CN" altLang="zh-CN" sz="2800" dirty="0" smtClean="0"/>
          </a:p>
          <a:p>
            <a:pPr>
              <a:lnSpc>
                <a:spcPts val="2900"/>
              </a:lnSpc>
              <a:buFont typeface="Wingdings" pitchFamily="2" charset="2"/>
              <a:buNone/>
            </a:pPr>
            <a:r>
              <a:rPr lang="en-US" altLang="zh-CN" sz="2800" dirty="0" smtClean="0"/>
              <a:t>  char *</a:t>
            </a:r>
            <a:r>
              <a:rPr lang="en-US" altLang="zh-CN" sz="2800" dirty="0" smtClean="0">
                <a:solidFill>
                  <a:srgbClr val="9D138D"/>
                </a:solidFill>
              </a:rPr>
              <a:t>from</a:t>
            </a:r>
            <a:r>
              <a:rPr lang="en-US" altLang="zh-CN" sz="2800" dirty="0" smtClean="0"/>
              <a:t>=a,*</a:t>
            </a:r>
            <a:r>
              <a:rPr lang="en-US" altLang="zh-CN" sz="2800" dirty="0" smtClean="0">
                <a:solidFill>
                  <a:srgbClr val="9D138D"/>
                </a:solidFill>
              </a:rPr>
              <a:t>to</a:t>
            </a:r>
            <a:r>
              <a:rPr lang="en-US" altLang="zh-CN" sz="2800" dirty="0" smtClean="0"/>
              <a:t>=b; </a:t>
            </a:r>
            <a:r>
              <a:rPr lang="zh-CN" altLang="zh-CN" sz="2800" dirty="0" smtClean="0"/>
              <a:t> </a:t>
            </a:r>
          </a:p>
          <a:p>
            <a:pPr>
              <a:lnSpc>
                <a:spcPts val="2900"/>
              </a:lnSpc>
              <a:buFont typeface="Wingdings" pitchFamily="2" charset="2"/>
              <a:buNone/>
            </a:pPr>
            <a:r>
              <a:rPr lang="en-US" altLang="zh-CN" sz="2800" dirty="0" smtClean="0"/>
              <a:t>  </a:t>
            </a:r>
            <a:r>
              <a:rPr lang="en-US" altLang="zh-CN" sz="2800" dirty="0" err="1" smtClean="0"/>
              <a:t>printf</a:t>
            </a:r>
            <a:r>
              <a:rPr lang="en-US" altLang="zh-CN" sz="2800" dirty="0" smtClean="0"/>
              <a:t>(“a=%s\</a:t>
            </a:r>
            <a:r>
              <a:rPr lang="en-US" altLang="zh-CN" sz="2800" dirty="0" err="1" smtClean="0"/>
              <a:t>nb</a:t>
            </a:r>
            <a:r>
              <a:rPr lang="en-US" altLang="zh-CN" sz="2800" dirty="0" smtClean="0"/>
              <a:t>=%s\n",</a:t>
            </a:r>
            <a:r>
              <a:rPr lang="en-US" altLang="zh-CN" sz="2800" dirty="0" err="1" smtClean="0"/>
              <a:t>a,b</a:t>
            </a:r>
            <a:r>
              <a:rPr lang="en-US" altLang="zh-CN" sz="2800" dirty="0" smtClean="0"/>
              <a:t>);</a:t>
            </a:r>
            <a:endParaRPr lang="zh-CN" altLang="zh-CN" sz="2800" dirty="0" smtClean="0"/>
          </a:p>
          <a:p>
            <a:pPr>
              <a:lnSpc>
                <a:spcPts val="2900"/>
              </a:lnSpc>
              <a:buFont typeface="Wingdings" pitchFamily="2" charset="2"/>
              <a:buNone/>
            </a:pPr>
            <a:r>
              <a:rPr lang="en-US" altLang="zh-CN" sz="2800" dirty="0" smtClean="0"/>
              <a:t>  </a:t>
            </a:r>
            <a:r>
              <a:rPr lang="en-US" altLang="zh-CN" sz="2800" dirty="0" err="1" smtClean="0"/>
              <a:t>printf</a:t>
            </a:r>
            <a:r>
              <a:rPr lang="en-US" altLang="zh-CN" sz="2800" dirty="0" smtClean="0"/>
              <a:t>("\</a:t>
            </a:r>
            <a:r>
              <a:rPr lang="en-US" altLang="zh-CN" sz="2800" dirty="0" err="1" smtClean="0"/>
              <a:t>ncopy</a:t>
            </a:r>
            <a:r>
              <a:rPr lang="en-US" altLang="zh-CN" sz="2800" dirty="0" smtClean="0"/>
              <a:t> string a to string b:\n");</a:t>
            </a:r>
            <a:endParaRPr lang="zh-CN" altLang="zh-CN" sz="2800" dirty="0" smtClean="0"/>
          </a:p>
          <a:p>
            <a:pPr>
              <a:lnSpc>
                <a:spcPts val="2900"/>
              </a:lnSpc>
              <a:buFont typeface="Wingdings" pitchFamily="2" charset="2"/>
              <a:buNone/>
            </a:pPr>
            <a:r>
              <a:rPr lang="en-US" altLang="zh-CN" sz="2800" dirty="0" smtClean="0"/>
              <a:t>  </a:t>
            </a:r>
            <a:r>
              <a:rPr lang="en-US" altLang="zh-CN" sz="2800" dirty="0" err="1" smtClean="0"/>
              <a:t>copy_string</a:t>
            </a:r>
            <a:r>
              <a:rPr lang="en-US" altLang="zh-CN" sz="2800" dirty="0" smtClean="0"/>
              <a:t>(</a:t>
            </a:r>
            <a:r>
              <a:rPr lang="en-US" altLang="zh-CN" sz="2800" dirty="0" err="1" smtClean="0">
                <a:solidFill>
                  <a:srgbClr val="9D138D"/>
                </a:solidFill>
              </a:rPr>
              <a:t>from</a:t>
            </a:r>
            <a:r>
              <a:rPr lang="en-US" altLang="zh-CN" sz="2800" dirty="0" err="1" smtClean="0"/>
              <a:t>,</a:t>
            </a:r>
            <a:r>
              <a:rPr lang="en-US" altLang="zh-CN" sz="2800" dirty="0" err="1" smtClean="0">
                <a:solidFill>
                  <a:srgbClr val="9D138D"/>
                </a:solidFill>
              </a:rPr>
              <a:t>to</a:t>
            </a:r>
            <a:r>
              <a:rPr lang="en-US" altLang="zh-CN" sz="2800" dirty="0" smtClean="0"/>
              <a:t>); </a:t>
            </a:r>
            <a:endParaRPr lang="zh-CN" altLang="zh-CN" sz="2800" dirty="0" smtClean="0"/>
          </a:p>
          <a:p>
            <a:pPr>
              <a:lnSpc>
                <a:spcPts val="2900"/>
              </a:lnSpc>
              <a:buFont typeface="Wingdings" pitchFamily="2" charset="2"/>
              <a:buNone/>
            </a:pPr>
            <a:r>
              <a:rPr lang="en-US" altLang="zh-CN" sz="2800" dirty="0" smtClean="0"/>
              <a:t>  </a:t>
            </a:r>
            <a:r>
              <a:rPr lang="en-US" altLang="zh-CN" sz="2800" dirty="0" err="1" smtClean="0"/>
              <a:t>printf</a:t>
            </a:r>
            <a:r>
              <a:rPr lang="en-US" altLang="zh-CN" sz="2800" dirty="0" smtClean="0"/>
              <a:t>(“a=%s\</a:t>
            </a:r>
            <a:r>
              <a:rPr lang="en-US" altLang="zh-CN" sz="2800" dirty="0" err="1" smtClean="0"/>
              <a:t>nb</a:t>
            </a:r>
            <a:r>
              <a:rPr lang="en-US" altLang="zh-CN" sz="2800" dirty="0" smtClean="0"/>
              <a:t>=%s\n",</a:t>
            </a:r>
            <a:r>
              <a:rPr lang="en-US" altLang="zh-CN" sz="2800" dirty="0" err="1" smtClean="0"/>
              <a:t>a,b</a:t>
            </a:r>
            <a:r>
              <a:rPr lang="en-US" altLang="zh-CN" sz="2800" dirty="0" smtClean="0"/>
              <a:t>);  </a:t>
            </a:r>
            <a:endParaRPr lang="zh-CN" altLang="zh-CN" sz="2800" dirty="0" smtClean="0"/>
          </a:p>
          <a:p>
            <a:pPr>
              <a:lnSpc>
                <a:spcPts val="2900"/>
              </a:lnSpc>
              <a:buFont typeface="Wingdings" pitchFamily="2" charset="2"/>
              <a:buNone/>
            </a:pPr>
            <a:r>
              <a:rPr lang="en-US" altLang="zh-CN" sz="2800" dirty="0" smtClean="0"/>
              <a:t>  return 0;</a:t>
            </a:r>
            <a:endParaRPr lang="zh-CN" altLang="zh-CN" sz="2800" dirty="0" smtClean="0"/>
          </a:p>
          <a:p>
            <a:pPr>
              <a:lnSpc>
                <a:spcPts val="2900"/>
              </a:lnSpc>
              <a:buFont typeface="Wingdings" pitchFamily="2" charset="2"/>
              <a:buNone/>
            </a:pPr>
            <a:r>
              <a:rPr lang="en-US" altLang="zh-CN" sz="2800" dirty="0" smtClean="0"/>
              <a:t>}</a:t>
            </a:r>
            <a:endParaRPr lang="zh-CN" altLang="zh-CN" sz="2800" dirty="0" smtClean="0"/>
          </a:p>
        </p:txBody>
      </p:sp>
      <p:pic>
        <p:nvPicPr>
          <p:cNvPr id="120835" name="图片 2" descr="Untitled2.png">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429625" y="6143625"/>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5235990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内容占位符 2"/>
          <p:cNvSpPr>
            <a:spLocks noGrp="1"/>
          </p:cNvSpPr>
          <p:nvPr>
            <p:ph idx="1"/>
          </p:nvPr>
        </p:nvSpPr>
        <p:spPr>
          <a:xfrm>
            <a:off x="299273" y="137741"/>
            <a:ext cx="7286625" cy="648072"/>
          </a:xfrm>
        </p:spPr>
        <p:txBody>
          <a:bodyPr/>
          <a:lstStyle/>
          <a:p>
            <a:pPr>
              <a:buFont typeface="Wingdings" pitchFamily="2" charset="2"/>
              <a:buNone/>
            </a:pPr>
            <a:r>
              <a:rPr lang="en-US" altLang="zh-CN" sz="2800" dirty="0" smtClean="0">
                <a:latin typeface="黑体" pitchFamily="49" charset="-122"/>
                <a:ea typeface="黑体" pitchFamily="49" charset="-122"/>
              </a:rPr>
              <a:t>(3)</a:t>
            </a:r>
            <a:r>
              <a:rPr lang="zh-CN" altLang="zh-CN" sz="2800" dirty="0" smtClean="0">
                <a:latin typeface="黑体" pitchFamily="49" charset="-122"/>
                <a:ea typeface="黑体" pitchFamily="49" charset="-122"/>
              </a:rPr>
              <a:t>用</a:t>
            </a:r>
            <a:r>
              <a:rPr lang="zh-CN" altLang="zh-CN" sz="2800" dirty="0" smtClean="0">
                <a:solidFill>
                  <a:srgbClr val="00B050"/>
                </a:solidFill>
                <a:latin typeface="黑体" pitchFamily="49" charset="-122"/>
                <a:ea typeface="黑体" pitchFamily="49" charset="-122"/>
              </a:rPr>
              <a:t>字符指针变量</a:t>
            </a:r>
            <a:r>
              <a:rPr lang="zh-CN" altLang="zh-CN" sz="2800" dirty="0" smtClean="0">
                <a:latin typeface="黑体" pitchFamily="49" charset="-122"/>
                <a:ea typeface="黑体" pitchFamily="49" charset="-122"/>
              </a:rPr>
              <a:t>作形参和实参</a:t>
            </a:r>
            <a:endParaRPr lang="en-US" altLang="zh-CN" sz="2800" dirty="0" smtClean="0">
              <a:latin typeface="黑体" pitchFamily="49" charset="-122"/>
              <a:ea typeface="黑体" pitchFamily="49" charset="-122"/>
            </a:endParaRPr>
          </a:p>
        </p:txBody>
      </p:sp>
      <p:pic>
        <p:nvPicPr>
          <p:cNvPr id="121859" name="图片 2" descr="Untitled2.png">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429625" y="6143625"/>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内容占位符 2"/>
          <p:cNvSpPr txBox="1">
            <a:spLocks/>
          </p:cNvSpPr>
          <p:nvPr/>
        </p:nvSpPr>
        <p:spPr bwMode="auto">
          <a:xfrm>
            <a:off x="285750" y="785813"/>
            <a:ext cx="8715375" cy="578643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Wingdings" pitchFamily="2" charset="2"/>
              <a:defRPr sz="2400" b="1">
                <a:solidFill>
                  <a:schemeClr val="tx1"/>
                </a:solidFill>
                <a:latin typeface="+mn-lt"/>
                <a:ea typeface="+mn-ea"/>
                <a:cs typeface="华文楷体"/>
              </a:defRPr>
            </a:lvl1pPr>
            <a:lvl2pPr marL="742950" indent="-285750" algn="l" rtl="0" eaLnBrk="0" fontAlgn="base" hangingPunct="0">
              <a:spcBef>
                <a:spcPct val="20000"/>
              </a:spcBef>
              <a:spcAft>
                <a:spcPct val="0"/>
              </a:spcAft>
              <a:defRPr sz="2000" b="1">
                <a:solidFill>
                  <a:schemeClr val="tx1"/>
                </a:solidFill>
                <a:latin typeface="+mn-lt"/>
                <a:ea typeface="+mn-ea"/>
                <a:cs typeface="华文楷体"/>
              </a:defRPr>
            </a:lvl2pPr>
            <a:lvl3pPr marL="1143000" indent="-228600" algn="l" rtl="0" eaLnBrk="0" fontAlgn="base" hangingPunct="0">
              <a:spcBef>
                <a:spcPct val="20000"/>
              </a:spcBef>
              <a:spcAft>
                <a:spcPct val="0"/>
              </a:spcAft>
              <a:defRPr sz="2000" b="1">
                <a:solidFill>
                  <a:schemeClr val="tx1"/>
                </a:solidFill>
                <a:latin typeface="+mn-lt"/>
                <a:ea typeface="+mn-ea"/>
                <a:cs typeface="华文楷体"/>
              </a:defRPr>
            </a:lvl3pPr>
            <a:lvl4pPr marL="1600200" indent="-228600" algn="l" rtl="0" eaLnBrk="0" fontAlgn="base" hangingPunct="0">
              <a:spcBef>
                <a:spcPct val="20000"/>
              </a:spcBef>
              <a:spcAft>
                <a:spcPct val="0"/>
              </a:spcAft>
              <a:defRPr sz="2000" b="1">
                <a:solidFill>
                  <a:schemeClr val="tx1"/>
                </a:solidFill>
                <a:latin typeface="+mn-lt"/>
                <a:ea typeface="+mn-ea"/>
                <a:cs typeface="华文楷体"/>
              </a:defRPr>
            </a:lvl4pPr>
            <a:lvl5pPr marL="2057400" indent="-228600" algn="l" rtl="0" eaLnBrk="0" fontAlgn="base" hangingPunct="0">
              <a:spcBef>
                <a:spcPct val="20000"/>
              </a:spcBef>
              <a:spcAft>
                <a:spcPct val="0"/>
              </a:spcAft>
              <a:defRPr sz="2000" b="1">
                <a:solidFill>
                  <a:schemeClr val="tx1"/>
                </a:solidFill>
                <a:latin typeface="+mn-lt"/>
                <a:ea typeface="+mn-ea"/>
                <a:cs typeface="华文楷体"/>
              </a:defRPr>
            </a:lvl5pPr>
            <a:lvl6pPr marL="2514600" indent="-228600" algn="l" rtl="0" fontAlgn="base">
              <a:spcBef>
                <a:spcPct val="20000"/>
              </a:spcBef>
              <a:spcAft>
                <a:spcPct val="0"/>
              </a:spcAft>
              <a:defRPr sz="2000" b="1">
                <a:solidFill>
                  <a:schemeClr val="tx1"/>
                </a:solidFill>
                <a:latin typeface="+mn-lt"/>
                <a:ea typeface="+mn-ea"/>
              </a:defRPr>
            </a:lvl6pPr>
            <a:lvl7pPr marL="2971800" indent="-228600" algn="l" rtl="0" fontAlgn="base">
              <a:spcBef>
                <a:spcPct val="20000"/>
              </a:spcBef>
              <a:spcAft>
                <a:spcPct val="0"/>
              </a:spcAft>
              <a:defRPr sz="2000" b="1">
                <a:solidFill>
                  <a:schemeClr val="tx1"/>
                </a:solidFill>
                <a:latin typeface="+mn-lt"/>
                <a:ea typeface="+mn-ea"/>
              </a:defRPr>
            </a:lvl7pPr>
            <a:lvl8pPr marL="3429000" indent="-228600" algn="l" rtl="0" fontAlgn="base">
              <a:spcBef>
                <a:spcPct val="20000"/>
              </a:spcBef>
              <a:spcAft>
                <a:spcPct val="0"/>
              </a:spcAft>
              <a:defRPr sz="2000" b="1">
                <a:solidFill>
                  <a:schemeClr val="tx1"/>
                </a:solidFill>
                <a:latin typeface="+mn-lt"/>
                <a:ea typeface="+mn-ea"/>
              </a:defRPr>
            </a:lvl8pPr>
            <a:lvl9pPr marL="3886200" indent="-228600" algn="l" rtl="0" fontAlgn="base">
              <a:spcBef>
                <a:spcPct val="20000"/>
              </a:spcBef>
              <a:spcAft>
                <a:spcPct val="0"/>
              </a:spcAft>
              <a:defRPr sz="2000" b="1">
                <a:solidFill>
                  <a:schemeClr val="tx1"/>
                </a:solidFill>
                <a:latin typeface="+mn-lt"/>
                <a:ea typeface="+mn-ea"/>
              </a:defRPr>
            </a:lvl9pPr>
          </a:lstStyle>
          <a:p>
            <a:pPr>
              <a:lnSpc>
                <a:spcPts val="3000"/>
              </a:lnSpc>
            </a:pPr>
            <a:r>
              <a:rPr lang="en-US" altLang="zh-CN" sz="2800" smtClean="0"/>
              <a:t>#include &lt;stdio.h&gt;</a:t>
            </a:r>
            <a:endParaRPr lang="zh-CN" altLang="zh-CN" sz="2800" smtClean="0"/>
          </a:p>
          <a:p>
            <a:pPr>
              <a:lnSpc>
                <a:spcPts val="3000"/>
              </a:lnSpc>
            </a:pPr>
            <a:r>
              <a:rPr lang="en-US" altLang="zh-CN" sz="2800" smtClean="0"/>
              <a:t>int main()</a:t>
            </a:r>
            <a:endParaRPr lang="zh-CN" altLang="zh-CN" sz="2800" smtClean="0"/>
          </a:p>
          <a:p>
            <a:pPr>
              <a:lnSpc>
                <a:spcPts val="3000"/>
              </a:lnSpc>
            </a:pPr>
            <a:r>
              <a:rPr lang="en-US" altLang="zh-CN" sz="2800" smtClean="0"/>
              <a:t>{void copy_string(char *from, char *to);</a:t>
            </a:r>
            <a:endParaRPr lang="zh-CN" altLang="zh-CN" sz="2800" smtClean="0"/>
          </a:p>
          <a:p>
            <a:pPr>
              <a:lnSpc>
                <a:spcPts val="3000"/>
              </a:lnSpc>
            </a:pPr>
            <a:r>
              <a:rPr lang="en-US" altLang="zh-CN" sz="2800" smtClean="0"/>
              <a:t>  char *</a:t>
            </a:r>
            <a:r>
              <a:rPr lang="en-US" altLang="zh-CN" sz="2800" smtClean="0">
                <a:solidFill>
                  <a:srgbClr val="9D138D"/>
                </a:solidFill>
              </a:rPr>
              <a:t>a</a:t>
            </a:r>
            <a:r>
              <a:rPr lang="en-US" altLang="zh-CN" sz="2800" smtClean="0"/>
              <a:t>=“I am a teacher.”; </a:t>
            </a:r>
            <a:endParaRPr lang="zh-CN" altLang="zh-CN" sz="2800" smtClean="0"/>
          </a:p>
          <a:p>
            <a:pPr>
              <a:lnSpc>
                <a:spcPts val="3000"/>
              </a:lnSpc>
            </a:pPr>
            <a:r>
              <a:rPr lang="en-US" altLang="zh-CN" sz="2800" smtClean="0"/>
              <a:t>  char b[]=“You are a student.”; </a:t>
            </a:r>
            <a:endParaRPr lang="zh-CN" altLang="zh-CN" sz="2800" smtClean="0"/>
          </a:p>
          <a:p>
            <a:pPr>
              <a:lnSpc>
                <a:spcPts val="3000"/>
              </a:lnSpc>
            </a:pPr>
            <a:r>
              <a:rPr lang="en-US" altLang="zh-CN" sz="2800" smtClean="0"/>
              <a:t>  char *</a:t>
            </a:r>
            <a:r>
              <a:rPr lang="en-US" altLang="zh-CN" sz="2800" smtClean="0">
                <a:solidFill>
                  <a:srgbClr val="9D138D"/>
                </a:solidFill>
              </a:rPr>
              <a:t>p</a:t>
            </a:r>
            <a:r>
              <a:rPr lang="en-US" altLang="zh-CN" sz="2800" smtClean="0"/>
              <a:t>=b; </a:t>
            </a:r>
            <a:endParaRPr lang="zh-CN" altLang="zh-CN" sz="2800" smtClean="0"/>
          </a:p>
          <a:p>
            <a:pPr>
              <a:lnSpc>
                <a:spcPts val="3000"/>
              </a:lnSpc>
            </a:pPr>
            <a:r>
              <a:rPr lang="en-US" altLang="zh-CN" sz="2800" smtClean="0"/>
              <a:t>  printf(“a=%s\nb=%s\n”,a,b); </a:t>
            </a:r>
            <a:endParaRPr lang="zh-CN" altLang="zh-CN" sz="2800" smtClean="0"/>
          </a:p>
          <a:p>
            <a:pPr>
              <a:lnSpc>
                <a:spcPts val="3000"/>
              </a:lnSpc>
            </a:pPr>
            <a:r>
              <a:rPr lang="en-US" altLang="zh-CN" sz="2800" smtClean="0"/>
              <a:t>  printf("\ncopy string a to string b:\n");</a:t>
            </a:r>
            <a:endParaRPr lang="zh-CN" altLang="zh-CN" sz="2800" smtClean="0"/>
          </a:p>
          <a:p>
            <a:pPr>
              <a:lnSpc>
                <a:spcPts val="3000"/>
              </a:lnSpc>
            </a:pPr>
            <a:r>
              <a:rPr lang="en-US" altLang="zh-CN" sz="2800" smtClean="0"/>
              <a:t>  copy_string(</a:t>
            </a:r>
            <a:r>
              <a:rPr lang="en-US" altLang="zh-CN" sz="2800" smtClean="0">
                <a:solidFill>
                  <a:srgbClr val="9D138D"/>
                </a:solidFill>
              </a:rPr>
              <a:t>a</a:t>
            </a:r>
            <a:r>
              <a:rPr lang="en-US" altLang="zh-CN" sz="2800" smtClean="0"/>
              <a:t>,</a:t>
            </a:r>
            <a:r>
              <a:rPr lang="en-US" altLang="zh-CN" sz="2800" smtClean="0">
                <a:solidFill>
                  <a:srgbClr val="9D138D"/>
                </a:solidFill>
              </a:rPr>
              <a:t>p</a:t>
            </a:r>
            <a:r>
              <a:rPr lang="en-US" altLang="zh-CN" sz="2800" smtClean="0"/>
              <a:t>); </a:t>
            </a:r>
            <a:endParaRPr lang="zh-CN" altLang="zh-CN" sz="2800" smtClean="0"/>
          </a:p>
          <a:p>
            <a:pPr>
              <a:lnSpc>
                <a:spcPts val="3000"/>
              </a:lnSpc>
            </a:pPr>
            <a:r>
              <a:rPr lang="en-US" altLang="zh-CN" sz="2800" smtClean="0"/>
              <a:t>  printf(“a=%s\nb=%s\n”,a,b); </a:t>
            </a:r>
            <a:endParaRPr lang="zh-CN" altLang="zh-CN" sz="2800" smtClean="0"/>
          </a:p>
          <a:p>
            <a:pPr>
              <a:lnSpc>
                <a:spcPts val="3000"/>
              </a:lnSpc>
            </a:pPr>
            <a:r>
              <a:rPr lang="en-US" altLang="zh-CN" sz="2800" smtClean="0"/>
              <a:t>  return 0;</a:t>
            </a:r>
            <a:endParaRPr lang="zh-CN" altLang="zh-CN" sz="2800" smtClean="0"/>
          </a:p>
          <a:p>
            <a:pPr>
              <a:lnSpc>
                <a:spcPts val="3000"/>
              </a:lnSpc>
            </a:pPr>
            <a:r>
              <a:rPr lang="en-US" altLang="zh-CN" sz="2800" smtClean="0"/>
              <a:t>}</a:t>
            </a:r>
            <a:endParaRPr lang="zh-CN" altLang="zh-CN" sz="2800" dirty="0" smtClean="0"/>
          </a:p>
        </p:txBody>
      </p:sp>
    </p:spTree>
    <p:extLst>
      <p:ext uri="{BB962C8B-B14F-4D97-AF65-F5344CB8AC3E}">
        <p14:creationId xmlns:p14="http://schemas.microsoft.com/office/powerpoint/2010/main" val="425645891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内容占位符 2"/>
          <p:cNvSpPr>
            <a:spLocks noGrp="1"/>
          </p:cNvSpPr>
          <p:nvPr>
            <p:ph idx="1"/>
          </p:nvPr>
        </p:nvSpPr>
        <p:spPr>
          <a:xfrm>
            <a:off x="571500" y="928688"/>
            <a:ext cx="8215313" cy="3357562"/>
          </a:xfrm>
        </p:spPr>
        <p:txBody>
          <a:bodyPr/>
          <a:lstStyle/>
          <a:p>
            <a:pPr>
              <a:buFont typeface="Wingdings" pitchFamily="2" charset="2"/>
              <a:buNone/>
            </a:pPr>
            <a:r>
              <a:rPr lang="en-US" altLang="zh-CN" sz="2800" dirty="0" smtClean="0"/>
              <a:t>void </a:t>
            </a:r>
            <a:r>
              <a:rPr lang="en-US" altLang="zh-CN" sz="2800" dirty="0" err="1" smtClean="0"/>
              <a:t>copy_string</a:t>
            </a:r>
            <a:r>
              <a:rPr lang="en-US" altLang="zh-CN" sz="2800" dirty="0" smtClean="0"/>
              <a:t>(char *</a:t>
            </a:r>
            <a:r>
              <a:rPr lang="en-US" altLang="zh-CN" sz="2800" dirty="0" smtClean="0">
                <a:solidFill>
                  <a:srgbClr val="9D138D"/>
                </a:solidFill>
              </a:rPr>
              <a:t>from</a:t>
            </a:r>
            <a:r>
              <a:rPr lang="en-US" altLang="zh-CN" sz="2800" dirty="0" smtClean="0"/>
              <a:t>, char *</a:t>
            </a:r>
            <a:r>
              <a:rPr lang="en-US" altLang="zh-CN" sz="2800" dirty="0" smtClean="0">
                <a:solidFill>
                  <a:srgbClr val="9D138D"/>
                </a:solidFill>
              </a:rPr>
              <a:t>to</a:t>
            </a:r>
            <a:r>
              <a:rPr lang="en-US" altLang="zh-CN" sz="2800" dirty="0" smtClean="0"/>
              <a:t>) </a:t>
            </a:r>
            <a:endParaRPr lang="zh-CN" altLang="zh-CN" sz="2800" dirty="0" smtClean="0"/>
          </a:p>
          <a:p>
            <a:pPr>
              <a:buFont typeface="Wingdings" pitchFamily="2" charset="2"/>
              <a:buNone/>
            </a:pPr>
            <a:r>
              <a:rPr lang="en-US" altLang="zh-CN" sz="2800" dirty="0" smtClean="0"/>
              <a:t>{  for(  ;*from!='\0'; </a:t>
            </a:r>
            <a:r>
              <a:rPr lang="en-US" altLang="zh-CN" sz="2800" dirty="0" smtClean="0">
                <a:solidFill>
                  <a:srgbClr val="9D138D"/>
                </a:solidFill>
              </a:rPr>
              <a:t>from++</a:t>
            </a:r>
            <a:r>
              <a:rPr lang="en-US" altLang="zh-CN" sz="2800" dirty="0" smtClean="0"/>
              <a:t>,</a:t>
            </a:r>
            <a:r>
              <a:rPr lang="en-US" altLang="zh-CN" sz="2800" dirty="0" smtClean="0">
                <a:solidFill>
                  <a:srgbClr val="9D138D"/>
                </a:solidFill>
              </a:rPr>
              <a:t>to++</a:t>
            </a:r>
            <a:r>
              <a:rPr lang="en-US" altLang="zh-CN" sz="2800" dirty="0" smtClean="0"/>
              <a:t>)</a:t>
            </a:r>
            <a:endParaRPr lang="zh-CN" altLang="zh-CN" sz="2800" dirty="0" smtClean="0"/>
          </a:p>
          <a:p>
            <a:pPr>
              <a:buFont typeface="Wingdings" pitchFamily="2" charset="2"/>
              <a:buNone/>
            </a:pPr>
            <a:r>
              <a:rPr lang="en-US" altLang="zh-CN" sz="2800" dirty="0" smtClean="0"/>
              <a:t>      {  *to=*from;   }</a:t>
            </a:r>
            <a:endParaRPr lang="zh-CN" altLang="zh-CN" sz="2800" dirty="0" smtClean="0"/>
          </a:p>
          <a:p>
            <a:pPr>
              <a:buFont typeface="Wingdings" pitchFamily="2" charset="2"/>
              <a:buNone/>
            </a:pPr>
            <a:r>
              <a:rPr lang="en-US" altLang="zh-CN" sz="2800" dirty="0" smtClean="0"/>
              <a:t>   *to='\0';</a:t>
            </a:r>
            <a:endParaRPr lang="zh-CN" altLang="zh-CN" sz="2800" dirty="0" smtClean="0"/>
          </a:p>
          <a:p>
            <a:pPr>
              <a:buFont typeface="Wingdings" pitchFamily="2" charset="2"/>
              <a:buNone/>
            </a:pPr>
            <a:r>
              <a:rPr lang="en-US" altLang="zh-CN" sz="2800" dirty="0" smtClean="0"/>
              <a:t>} </a:t>
            </a:r>
            <a:endParaRPr lang="zh-CN" altLang="zh-CN" sz="2800" dirty="0" smtClean="0"/>
          </a:p>
        </p:txBody>
      </p:sp>
      <p:sp>
        <p:nvSpPr>
          <p:cNvPr id="4" name="圆角矩形标注 3"/>
          <p:cNvSpPr>
            <a:spLocks noChangeArrowheads="1"/>
          </p:cNvSpPr>
          <p:nvPr/>
        </p:nvSpPr>
        <p:spPr bwMode="auto">
          <a:xfrm>
            <a:off x="2214563" y="4221163"/>
            <a:ext cx="6389687" cy="714375"/>
          </a:xfrm>
          <a:prstGeom prst="wedgeRoundRectCallout">
            <a:avLst>
              <a:gd name="adj1" fmla="val -26000"/>
              <a:gd name="adj2" fmla="val -188000"/>
              <a:gd name="adj3" fmla="val 16667"/>
            </a:avLst>
          </a:prstGeom>
          <a:solidFill>
            <a:srgbClr val="FFFFCC"/>
          </a:solidFill>
          <a:ln w="9525" algn="ctr">
            <a:solidFill>
              <a:schemeClr val="tx1"/>
            </a:solidFill>
            <a:miter lim="800000"/>
            <a:headEnd/>
            <a:tailEnd/>
          </a:ln>
        </p:spPr>
        <p:txBody>
          <a:bodyPr/>
          <a:lstStyle/>
          <a:p>
            <a:r>
              <a:rPr lang="zh-CN" altLang="en-US" sz="2800" b="1" dirty="0">
                <a:solidFill>
                  <a:srgbClr val="0000CC"/>
                </a:solidFill>
                <a:latin typeface="黑体" pitchFamily="49" charset="-122"/>
                <a:ea typeface="黑体" pitchFamily="49" charset="-122"/>
              </a:rPr>
              <a:t>函数体有多种简化写法，请见主教材</a:t>
            </a:r>
            <a:r>
              <a:rPr lang="en-US" altLang="zh-CN" sz="2800" b="1" dirty="0">
                <a:solidFill>
                  <a:srgbClr val="0000CC"/>
                </a:solidFill>
                <a:latin typeface="黑体" pitchFamily="49" charset="-122"/>
                <a:ea typeface="黑体" pitchFamily="49" charset="-122"/>
              </a:rPr>
              <a:t>  </a:t>
            </a:r>
          </a:p>
        </p:txBody>
      </p:sp>
      <p:pic>
        <p:nvPicPr>
          <p:cNvPr id="123908" name="图片 4" descr="Untitled2.png">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429625" y="6143625"/>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2270888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0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42" name="Rectangle 2"/>
          <p:cNvSpPr>
            <a:spLocks noGrp="1" noChangeArrowheads="1"/>
          </p:cNvSpPr>
          <p:nvPr>
            <p:ph type="title"/>
          </p:nvPr>
        </p:nvSpPr>
        <p:spPr>
          <a:xfrm>
            <a:off x="71822" y="188640"/>
            <a:ext cx="8858250" cy="1200150"/>
          </a:xfrm>
          <a:effectLst/>
        </p:spPr>
        <p:txBody>
          <a:bodyPr anchor="ctr"/>
          <a:lstStyle/>
          <a:p>
            <a:pPr eaLnBrk="1" hangingPunct="1"/>
            <a:r>
              <a:rPr lang="en-US" altLang="zh-CN" sz="3600" b="1" dirty="0" smtClean="0">
                <a:solidFill>
                  <a:srgbClr val="0000FF"/>
                </a:solidFill>
                <a:latin typeface="黑体" pitchFamily="49" charset="-122"/>
                <a:ea typeface="黑体" pitchFamily="49" charset="-122"/>
              </a:rPr>
              <a:t>8.4.3</a:t>
            </a:r>
            <a:r>
              <a:rPr lang="zh-CN" altLang="zh-CN" sz="3600" b="1" dirty="0" smtClean="0">
                <a:solidFill>
                  <a:srgbClr val="0000FF"/>
                </a:solidFill>
                <a:latin typeface="黑体" pitchFamily="49" charset="-122"/>
                <a:ea typeface="黑体" pitchFamily="49" charset="-122"/>
              </a:rPr>
              <a:t>使用字符指针变量和字符数组的比较</a:t>
            </a:r>
            <a:endParaRPr lang="zh-CN" altLang="en-US" sz="3600" b="1" dirty="0" smtClean="0">
              <a:solidFill>
                <a:srgbClr val="0000FF"/>
              </a:solidFill>
              <a:latin typeface="黑体" pitchFamily="49" charset="-122"/>
              <a:ea typeface="黑体" pitchFamily="49" charset="-122"/>
            </a:endParaRPr>
          </a:p>
        </p:txBody>
      </p:sp>
      <p:sp>
        <p:nvSpPr>
          <p:cNvPr id="6147" name="Rectangle 3"/>
          <p:cNvSpPr>
            <a:spLocks noGrp="1" noChangeArrowheads="1"/>
          </p:cNvSpPr>
          <p:nvPr>
            <p:ph type="body" idx="1"/>
          </p:nvPr>
        </p:nvSpPr>
        <p:spPr>
          <a:xfrm>
            <a:off x="500062" y="1214438"/>
            <a:ext cx="8399463" cy="4929187"/>
          </a:xfrm>
        </p:spPr>
        <p:txBody>
          <a:bodyPr/>
          <a:lstStyle/>
          <a:p>
            <a:pPr marL="0" indent="0">
              <a:lnSpc>
                <a:spcPct val="150000"/>
              </a:lnSpc>
              <a:spcBef>
                <a:spcPts val="0"/>
              </a:spcBef>
            </a:pPr>
            <a:r>
              <a:rPr lang="zh-CN" altLang="zh-CN" sz="2800" dirty="0" smtClean="0">
                <a:latin typeface="黑体" pitchFamily="49" charset="-122"/>
                <a:ea typeface="黑体" pitchFamily="49" charset="-122"/>
              </a:rPr>
              <a:t>用字符数组和字符指针变量都能实现字符串的存储和运算，但它们二者之间是有区别的，不应混为一谈，主要有以下几点。</a:t>
            </a:r>
          </a:p>
          <a:p>
            <a:pPr marL="0" lvl="1" indent="0">
              <a:lnSpc>
                <a:spcPct val="150000"/>
              </a:lnSpc>
              <a:spcBef>
                <a:spcPts val="0"/>
              </a:spcBef>
              <a:buFont typeface="Wingdings" pitchFamily="2" charset="2"/>
              <a:buNone/>
            </a:pPr>
            <a:r>
              <a:rPr lang="en-US" altLang="zh-CN" sz="2800" dirty="0" smtClean="0">
                <a:latin typeface="黑体" pitchFamily="49" charset="-122"/>
                <a:ea typeface="黑体" pitchFamily="49" charset="-122"/>
              </a:rPr>
              <a:t>(1) </a:t>
            </a:r>
            <a:r>
              <a:rPr lang="zh-CN" altLang="zh-CN" sz="2800" dirty="0" smtClean="0">
                <a:latin typeface="黑体" pitchFamily="49" charset="-122"/>
                <a:ea typeface="黑体" pitchFamily="49" charset="-122"/>
              </a:rPr>
              <a:t>字符数组由若干个元素组成，每个元素中放一个字符，而</a:t>
            </a:r>
            <a:r>
              <a:rPr lang="zh-CN" altLang="zh-CN" sz="2800" dirty="0" smtClean="0">
                <a:solidFill>
                  <a:srgbClr val="00B050"/>
                </a:solidFill>
                <a:latin typeface="黑体" pitchFamily="49" charset="-122"/>
                <a:ea typeface="黑体" pitchFamily="49" charset="-122"/>
              </a:rPr>
              <a:t>字符指针变量中存放的是地址</a:t>
            </a:r>
            <a:r>
              <a:rPr lang="zh-CN" altLang="zh-CN" sz="2800" dirty="0" smtClean="0">
                <a:latin typeface="黑体" pitchFamily="49" charset="-122"/>
                <a:ea typeface="黑体" pitchFamily="49" charset="-122"/>
              </a:rPr>
              <a:t>（字符串第</a:t>
            </a:r>
            <a:r>
              <a:rPr lang="en-US" altLang="zh-CN" sz="2800" dirty="0" smtClean="0">
                <a:latin typeface="黑体" pitchFamily="49" charset="-122"/>
                <a:ea typeface="黑体" pitchFamily="49" charset="-122"/>
              </a:rPr>
              <a:t>1</a:t>
            </a:r>
            <a:r>
              <a:rPr lang="zh-CN" altLang="zh-CN" sz="2800" dirty="0" smtClean="0">
                <a:latin typeface="黑体" pitchFamily="49" charset="-122"/>
                <a:ea typeface="黑体" pitchFamily="49" charset="-122"/>
              </a:rPr>
              <a:t>个字符的地址），决不是将字符串放到字符指针变量中。</a:t>
            </a:r>
          </a:p>
        </p:txBody>
      </p:sp>
      <p:pic>
        <p:nvPicPr>
          <p:cNvPr id="124932" name="图片 3" descr="Untitled2.png">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429625" y="6143625"/>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46271250"/>
      </p:ext>
    </p:extLst>
  </p:cSld>
  <p:clrMapOvr>
    <a:masterClrMapping/>
  </p:clrMapOvr>
  <p:transition spd="med">
    <p:blinds/>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6147">
                                            <p:txEl>
                                              <p:pRg st="1" end="1"/>
                                            </p:txEl>
                                          </p:spTgt>
                                        </p:tgtEl>
                                        <p:attrNameLst>
                                          <p:attrName>style.visibility</p:attrName>
                                        </p:attrNameLst>
                                      </p:cBhvr>
                                      <p:to>
                                        <p:strVal val="visible"/>
                                      </p:to>
                                    </p:set>
                                    <p:animEffect transition="in" filter="blinds(horizontal)">
                                      <p:cBhvr>
                                        <p:cTn id="7" dur="500"/>
                                        <p:tgtEl>
                                          <p:spTgt spid="614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47" name="Rectangle 3"/>
          <p:cNvSpPr>
            <a:spLocks noGrp="1" noChangeArrowheads="1"/>
          </p:cNvSpPr>
          <p:nvPr>
            <p:ph type="body" idx="1"/>
          </p:nvPr>
        </p:nvSpPr>
        <p:spPr>
          <a:xfrm>
            <a:off x="467544" y="404664"/>
            <a:ext cx="8296490" cy="4929187"/>
          </a:xfrm>
        </p:spPr>
        <p:txBody>
          <a:bodyPr/>
          <a:lstStyle/>
          <a:p>
            <a:pPr marL="0" indent="0">
              <a:lnSpc>
                <a:spcPct val="150000"/>
              </a:lnSpc>
              <a:spcBef>
                <a:spcPts val="0"/>
              </a:spcBef>
            </a:pPr>
            <a:r>
              <a:rPr lang="zh-CN" altLang="zh-CN" sz="2800" dirty="0" smtClean="0">
                <a:latin typeface="黑体" pitchFamily="49" charset="-122"/>
                <a:ea typeface="黑体" pitchFamily="49" charset="-122"/>
              </a:rPr>
              <a:t>用字符数组和字符指针变量都能实现字符串的存储和运算，但它们二者之间是有区别的，不应混为一谈，主要有以下几点。</a:t>
            </a:r>
          </a:p>
          <a:p>
            <a:pPr marL="0" lvl="1" indent="0">
              <a:lnSpc>
                <a:spcPct val="150000"/>
              </a:lnSpc>
              <a:spcBef>
                <a:spcPts val="0"/>
              </a:spcBef>
              <a:buFont typeface="Wingdings" pitchFamily="2" charset="2"/>
              <a:buNone/>
            </a:pPr>
            <a:r>
              <a:rPr lang="en-US" altLang="zh-CN" sz="2800" dirty="0" smtClean="0">
                <a:latin typeface="黑体" pitchFamily="49" charset="-122"/>
                <a:ea typeface="黑体" pitchFamily="49" charset="-122"/>
              </a:rPr>
              <a:t>(2) </a:t>
            </a:r>
            <a:r>
              <a:rPr lang="zh-CN" altLang="zh-CN" sz="2800" dirty="0" smtClean="0">
                <a:latin typeface="黑体" pitchFamily="49" charset="-122"/>
                <a:ea typeface="黑体" pitchFamily="49" charset="-122"/>
              </a:rPr>
              <a:t>赋值方式。可以对字符指针变量赋值，但不能对数组名赋值。</a:t>
            </a:r>
            <a:endParaRPr lang="en-US" altLang="zh-CN" sz="2800" dirty="0" smtClean="0">
              <a:latin typeface="黑体" pitchFamily="49" charset="-122"/>
              <a:ea typeface="黑体" pitchFamily="49" charset="-122"/>
            </a:endParaRPr>
          </a:p>
          <a:p>
            <a:pPr marL="0" lvl="1" indent="0">
              <a:lnSpc>
                <a:spcPct val="150000"/>
              </a:lnSpc>
              <a:spcBef>
                <a:spcPts val="0"/>
              </a:spcBef>
              <a:buFont typeface="Wingdings" pitchFamily="2" charset="2"/>
              <a:buNone/>
            </a:pPr>
            <a:r>
              <a:rPr lang="en-US" altLang="zh-CN" sz="2800" dirty="0" smtClean="0">
                <a:latin typeface="黑体" pitchFamily="49" charset="-122"/>
                <a:ea typeface="黑体" pitchFamily="49" charset="-122"/>
              </a:rPr>
              <a:t>char *a; a=”I love China!”;   </a:t>
            </a:r>
            <a:r>
              <a:rPr lang="zh-CN" altLang="en-US" sz="2800" dirty="0" smtClean="0">
                <a:solidFill>
                  <a:srgbClr val="FF0000"/>
                </a:solidFill>
                <a:latin typeface="黑体" pitchFamily="49" charset="-122"/>
                <a:ea typeface="黑体" pitchFamily="49" charset="-122"/>
              </a:rPr>
              <a:t>对</a:t>
            </a:r>
            <a:endParaRPr lang="en-US" altLang="zh-CN" sz="2800" dirty="0" smtClean="0">
              <a:solidFill>
                <a:srgbClr val="FF0000"/>
              </a:solidFill>
              <a:latin typeface="黑体" pitchFamily="49" charset="-122"/>
              <a:ea typeface="黑体" pitchFamily="49" charset="-122"/>
            </a:endParaRPr>
          </a:p>
          <a:p>
            <a:pPr marL="0" lvl="1" indent="0">
              <a:lnSpc>
                <a:spcPct val="150000"/>
              </a:lnSpc>
              <a:spcBef>
                <a:spcPts val="0"/>
              </a:spcBef>
              <a:buFont typeface="Wingdings" pitchFamily="2" charset="2"/>
              <a:buNone/>
            </a:pPr>
            <a:r>
              <a:rPr lang="en-US" altLang="zh-CN" sz="2800" dirty="0" smtClean="0">
                <a:latin typeface="黑体" pitchFamily="49" charset="-122"/>
                <a:ea typeface="黑体" pitchFamily="49" charset="-122"/>
              </a:rPr>
              <a:t>char </a:t>
            </a:r>
            <a:r>
              <a:rPr lang="en-US" altLang="zh-CN" sz="2800" dirty="0" err="1" smtClean="0">
                <a:latin typeface="黑体" pitchFamily="49" charset="-122"/>
                <a:ea typeface="黑体" pitchFamily="49" charset="-122"/>
              </a:rPr>
              <a:t>str</a:t>
            </a:r>
            <a:r>
              <a:rPr lang="en-US" altLang="zh-CN" sz="2800" dirty="0" smtClean="0">
                <a:latin typeface="黑体" pitchFamily="49" charset="-122"/>
                <a:ea typeface="黑体" pitchFamily="49" charset="-122"/>
              </a:rPr>
              <a:t>[14];</a:t>
            </a:r>
            <a:r>
              <a:rPr lang="en-US" altLang="zh-CN" sz="2800" dirty="0" err="1" smtClean="0">
                <a:latin typeface="黑体" pitchFamily="49" charset="-122"/>
                <a:ea typeface="黑体" pitchFamily="49" charset="-122"/>
              </a:rPr>
              <a:t>str</a:t>
            </a:r>
            <a:r>
              <a:rPr lang="en-US" altLang="zh-CN" sz="2800" dirty="0" smtClean="0">
                <a:latin typeface="黑体" pitchFamily="49" charset="-122"/>
                <a:ea typeface="黑体" pitchFamily="49" charset="-122"/>
              </a:rPr>
              <a:t>[0]=’I’;   </a:t>
            </a:r>
            <a:r>
              <a:rPr lang="zh-CN" altLang="en-US" sz="2800" dirty="0" smtClean="0">
                <a:solidFill>
                  <a:srgbClr val="FF0000"/>
                </a:solidFill>
                <a:latin typeface="黑体" pitchFamily="49" charset="-122"/>
                <a:ea typeface="黑体" pitchFamily="49" charset="-122"/>
              </a:rPr>
              <a:t>对</a:t>
            </a:r>
            <a:endParaRPr lang="en-US" altLang="zh-CN" sz="2800" dirty="0" smtClean="0">
              <a:solidFill>
                <a:srgbClr val="FF0000"/>
              </a:solidFill>
              <a:latin typeface="黑体" pitchFamily="49" charset="-122"/>
              <a:ea typeface="黑体" pitchFamily="49" charset="-122"/>
            </a:endParaRPr>
          </a:p>
          <a:p>
            <a:pPr marL="0" lvl="1" indent="0">
              <a:lnSpc>
                <a:spcPct val="150000"/>
              </a:lnSpc>
              <a:spcBef>
                <a:spcPts val="0"/>
              </a:spcBef>
              <a:buFont typeface="Wingdings" pitchFamily="2" charset="2"/>
              <a:buNone/>
            </a:pPr>
            <a:r>
              <a:rPr lang="en-US" altLang="zh-CN" sz="2800" dirty="0" smtClean="0">
                <a:latin typeface="黑体" pitchFamily="49" charset="-122"/>
                <a:ea typeface="黑体" pitchFamily="49" charset="-122"/>
              </a:rPr>
              <a:t>char </a:t>
            </a:r>
            <a:r>
              <a:rPr lang="en-US" altLang="zh-CN" sz="2800" dirty="0" err="1" smtClean="0">
                <a:latin typeface="黑体" pitchFamily="49" charset="-122"/>
                <a:ea typeface="黑体" pitchFamily="49" charset="-122"/>
              </a:rPr>
              <a:t>str</a:t>
            </a:r>
            <a:r>
              <a:rPr lang="en-US" altLang="zh-CN" sz="2800" dirty="0" smtClean="0">
                <a:latin typeface="黑体" pitchFamily="49" charset="-122"/>
                <a:ea typeface="黑体" pitchFamily="49" charset="-122"/>
              </a:rPr>
              <a:t>[14]; </a:t>
            </a:r>
            <a:r>
              <a:rPr lang="en-US" altLang="zh-CN" sz="2800" dirty="0" err="1" smtClean="0">
                <a:latin typeface="黑体" pitchFamily="49" charset="-122"/>
                <a:ea typeface="黑体" pitchFamily="49" charset="-122"/>
              </a:rPr>
              <a:t>str</a:t>
            </a:r>
            <a:r>
              <a:rPr lang="en-US" altLang="zh-CN" sz="2800" dirty="0" smtClean="0">
                <a:latin typeface="黑体" pitchFamily="49" charset="-122"/>
                <a:ea typeface="黑体" pitchFamily="49" charset="-122"/>
              </a:rPr>
              <a:t>=”I love China!”; </a:t>
            </a:r>
            <a:r>
              <a:rPr lang="zh-CN" altLang="en-US" sz="2800" dirty="0" smtClean="0">
                <a:solidFill>
                  <a:srgbClr val="FF0000"/>
                </a:solidFill>
                <a:latin typeface="黑体" pitchFamily="49" charset="-122"/>
                <a:ea typeface="黑体" pitchFamily="49" charset="-122"/>
              </a:rPr>
              <a:t>错</a:t>
            </a:r>
            <a:endParaRPr lang="zh-CN" altLang="zh-CN" sz="2800" dirty="0" smtClean="0">
              <a:solidFill>
                <a:srgbClr val="FF0000"/>
              </a:solidFill>
              <a:latin typeface="黑体" pitchFamily="49" charset="-122"/>
              <a:ea typeface="黑体" pitchFamily="49" charset="-122"/>
            </a:endParaRPr>
          </a:p>
        </p:txBody>
      </p:sp>
      <p:pic>
        <p:nvPicPr>
          <p:cNvPr id="125956" name="图片 3" descr="Untitled2.png">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429625" y="6143625"/>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49960095"/>
      </p:ext>
    </p:extLst>
  </p:cSld>
  <p:clrMapOvr>
    <a:masterClrMapping/>
  </p:clrMapOvr>
  <p:transition spd="med">
    <p:blinds/>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nodeType="afterEffect">
                                  <p:stCondLst>
                                    <p:cond delay="0"/>
                                  </p:stCondLst>
                                  <p:childTnLst>
                                    <p:set>
                                      <p:cBhvr>
                                        <p:cTn id="6" dur="1" fill="hold">
                                          <p:stCondLst>
                                            <p:cond delay="0"/>
                                          </p:stCondLst>
                                        </p:cTn>
                                        <p:tgtEl>
                                          <p:spTgt spid="6147">
                                            <p:txEl>
                                              <p:pRg st="1" end="1"/>
                                            </p:txEl>
                                          </p:spTgt>
                                        </p:tgtEl>
                                        <p:attrNameLst>
                                          <p:attrName>style.visibility</p:attrName>
                                        </p:attrNameLst>
                                      </p:cBhvr>
                                      <p:to>
                                        <p:strVal val="visible"/>
                                      </p:to>
                                    </p:set>
                                    <p:animEffect transition="in" filter="blinds(horizontal)">
                                      <p:cBhvr>
                                        <p:cTn id="7" dur="500"/>
                                        <p:tgtEl>
                                          <p:spTgt spid="6147">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6147">
                                            <p:txEl>
                                              <p:pRg st="2" end="2"/>
                                            </p:txEl>
                                          </p:spTgt>
                                        </p:tgtEl>
                                        <p:attrNameLst>
                                          <p:attrName>style.visibility</p:attrName>
                                        </p:attrNameLst>
                                      </p:cBhvr>
                                      <p:to>
                                        <p:strVal val="visible"/>
                                      </p:to>
                                    </p:set>
                                    <p:animEffect transition="in" filter="blinds(horizontal)">
                                      <p:cBhvr>
                                        <p:cTn id="12" dur="500"/>
                                        <p:tgtEl>
                                          <p:spTgt spid="6147">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6147">
                                            <p:txEl>
                                              <p:pRg st="3" end="3"/>
                                            </p:txEl>
                                          </p:spTgt>
                                        </p:tgtEl>
                                        <p:attrNameLst>
                                          <p:attrName>style.visibility</p:attrName>
                                        </p:attrNameLst>
                                      </p:cBhvr>
                                      <p:to>
                                        <p:strVal val="visible"/>
                                      </p:to>
                                    </p:set>
                                    <p:animEffect transition="in" filter="blinds(horizontal)">
                                      <p:cBhvr>
                                        <p:cTn id="17" dur="500"/>
                                        <p:tgtEl>
                                          <p:spTgt spid="6147">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6147">
                                            <p:txEl>
                                              <p:pRg st="4" end="4"/>
                                            </p:txEl>
                                          </p:spTgt>
                                        </p:tgtEl>
                                        <p:attrNameLst>
                                          <p:attrName>style.visibility</p:attrName>
                                        </p:attrNameLst>
                                      </p:cBhvr>
                                      <p:to>
                                        <p:strVal val="visible"/>
                                      </p:to>
                                    </p:set>
                                    <p:animEffect transition="in" filter="blinds(horizontal)">
                                      <p:cBhvr>
                                        <p:cTn id="22" dur="500"/>
                                        <p:tgtEl>
                                          <p:spTgt spid="614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47" name="Rectangle 3"/>
          <p:cNvSpPr>
            <a:spLocks noGrp="1" noChangeArrowheads="1"/>
          </p:cNvSpPr>
          <p:nvPr>
            <p:ph type="body" idx="1"/>
          </p:nvPr>
        </p:nvSpPr>
        <p:spPr>
          <a:xfrm>
            <a:off x="500062" y="692696"/>
            <a:ext cx="8248402" cy="4929187"/>
          </a:xfrm>
        </p:spPr>
        <p:txBody>
          <a:bodyPr/>
          <a:lstStyle/>
          <a:p>
            <a:pPr marL="0" indent="0">
              <a:lnSpc>
                <a:spcPct val="150000"/>
              </a:lnSpc>
              <a:spcBef>
                <a:spcPts val="0"/>
              </a:spcBef>
            </a:pPr>
            <a:r>
              <a:rPr lang="zh-CN" altLang="zh-CN" sz="2800" dirty="0" smtClean="0">
                <a:latin typeface="黑体" pitchFamily="49" charset="-122"/>
                <a:ea typeface="黑体" pitchFamily="49" charset="-122"/>
              </a:rPr>
              <a:t>用字符数组和字符指针变量都能实现字符串的存储和运算，但它们二者之间是有区别的，不应混为一谈，主要有以下几点。</a:t>
            </a:r>
          </a:p>
          <a:p>
            <a:pPr marL="0" lvl="1" indent="0">
              <a:lnSpc>
                <a:spcPct val="150000"/>
              </a:lnSpc>
              <a:spcBef>
                <a:spcPts val="0"/>
              </a:spcBef>
              <a:buFont typeface="Wingdings" pitchFamily="2" charset="2"/>
              <a:buNone/>
            </a:pPr>
            <a:r>
              <a:rPr lang="zh-CN" altLang="zh-CN" sz="2800" dirty="0" smtClean="0">
                <a:latin typeface="黑体" pitchFamily="49" charset="-122"/>
                <a:ea typeface="黑体" pitchFamily="49" charset="-122"/>
              </a:rPr>
              <a:t>（</a:t>
            </a:r>
            <a:r>
              <a:rPr lang="en-US" altLang="zh-CN" sz="2800" dirty="0" smtClean="0">
                <a:latin typeface="黑体" pitchFamily="49" charset="-122"/>
                <a:ea typeface="黑体" pitchFamily="49" charset="-122"/>
              </a:rPr>
              <a:t>3</a:t>
            </a:r>
            <a:r>
              <a:rPr lang="zh-CN" altLang="zh-CN" sz="2800" dirty="0" smtClean="0">
                <a:latin typeface="黑体" pitchFamily="49" charset="-122"/>
                <a:ea typeface="黑体" pitchFamily="49" charset="-122"/>
              </a:rPr>
              <a:t>）初始化的含义</a:t>
            </a:r>
            <a:endParaRPr lang="en-US" altLang="zh-CN" sz="2800" dirty="0" smtClean="0">
              <a:latin typeface="黑体" pitchFamily="49" charset="-122"/>
              <a:ea typeface="黑体" pitchFamily="49" charset="-122"/>
            </a:endParaRPr>
          </a:p>
          <a:p>
            <a:pPr marL="0" lvl="1" indent="0">
              <a:lnSpc>
                <a:spcPct val="150000"/>
              </a:lnSpc>
              <a:spcBef>
                <a:spcPts val="0"/>
              </a:spcBef>
              <a:buFont typeface="Wingdings" pitchFamily="2" charset="2"/>
              <a:buNone/>
            </a:pPr>
            <a:r>
              <a:rPr lang="en-US" altLang="zh-CN" sz="2800" dirty="0" smtClean="0">
                <a:latin typeface="黑体" pitchFamily="49" charset="-122"/>
                <a:ea typeface="黑体" pitchFamily="49" charset="-122"/>
              </a:rPr>
              <a:t>char *a=”I love China</a:t>
            </a:r>
            <a:r>
              <a:rPr lang="zh-CN" altLang="zh-CN" sz="2800" dirty="0" smtClean="0">
                <a:latin typeface="黑体" pitchFamily="49" charset="-122"/>
                <a:ea typeface="黑体" pitchFamily="49" charset="-122"/>
              </a:rPr>
              <a:t>！</a:t>
            </a:r>
            <a:r>
              <a:rPr lang="en-US" altLang="zh-CN" sz="2800" dirty="0" smtClean="0">
                <a:latin typeface="黑体" pitchFamily="49" charset="-122"/>
                <a:ea typeface="黑体" pitchFamily="49" charset="-122"/>
              </a:rPr>
              <a:t>”;</a:t>
            </a:r>
            <a:r>
              <a:rPr lang="zh-CN" altLang="en-US" sz="2800" dirty="0" smtClean="0">
                <a:solidFill>
                  <a:srgbClr val="9D138D"/>
                </a:solidFill>
                <a:latin typeface="黑体" pitchFamily="49" charset="-122"/>
                <a:ea typeface="黑体" pitchFamily="49" charset="-122"/>
              </a:rPr>
              <a:t>与</a:t>
            </a:r>
            <a:endParaRPr lang="en-US" altLang="zh-CN" sz="2800" dirty="0" smtClean="0">
              <a:solidFill>
                <a:srgbClr val="9D138D"/>
              </a:solidFill>
              <a:latin typeface="黑体" pitchFamily="49" charset="-122"/>
              <a:ea typeface="黑体" pitchFamily="49" charset="-122"/>
            </a:endParaRPr>
          </a:p>
          <a:p>
            <a:pPr marL="0" lvl="1" indent="0">
              <a:lnSpc>
                <a:spcPct val="150000"/>
              </a:lnSpc>
              <a:spcBef>
                <a:spcPts val="0"/>
              </a:spcBef>
              <a:buFont typeface="Wingdings" pitchFamily="2" charset="2"/>
              <a:buNone/>
            </a:pPr>
            <a:r>
              <a:rPr lang="en-US" altLang="zh-CN" sz="2800" dirty="0" smtClean="0">
                <a:solidFill>
                  <a:srgbClr val="00B050"/>
                </a:solidFill>
                <a:latin typeface="黑体" pitchFamily="49" charset="-122"/>
                <a:ea typeface="黑体" pitchFamily="49" charset="-122"/>
              </a:rPr>
              <a:t>char *a; a=”I love China</a:t>
            </a:r>
            <a:r>
              <a:rPr lang="zh-CN" altLang="zh-CN" sz="2800" dirty="0" smtClean="0">
                <a:solidFill>
                  <a:srgbClr val="00B050"/>
                </a:solidFill>
                <a:latin typeface="黑体" pitchFamily="49" charset="-122"/>
                <a:ea typeface="黑体" pitchFamily="49" charset="-122"/>
              </a:rPr>
              <a:t>！</a:t>
            </a:r>
            <a:r>
              <a:rPr lang="en-US" altLang="zh-CN" sz="2800" dirty="0" smtClean="0">
                <a:solidFill>
                  <a:srgbClr val="00B050"/>
                </a:solidFill>
                <a:latin typeface="黑体" pitchFamily="49" charset="-122"/>
                <a:ea typeface="黑体" pitchFamily="49" charset="-122"/>
              </a:rPr>
              <a:t>”;</a:t>
            </a:r>
            <a:r>
              <a:rPr lang="zh-CN" altLang="en-US" sz="2800" dirty="0" smtClean="0">
                <a:solidFill>
                  <a:srgbClr val="9D138D"/>
                </a:solidFill>
                <a:latin typeface="黑体" pitchFamily="49" charset="-122"/>
                <a:ea typeface="黑体" pitchFamily="49" charset="-122"/>
              </a:rPr>
              <a:t>等价</a:t>
            </a:r>
            <a:endParaRPr lang="zh-CN" altLang="zh-CN" sz="2800" dirty="0" smtClean="0">
              <a:solidFill>
                <a:srgbClr val="9D138D"/>
              </a:solidFill>
              <a:latin typeface="黑体" pitchFamily="49" charset="-122"/>
              <a:ea typeface="黑体" pitchFamily="49" charset="-122"/>
            </a:endParaRPr>
          </a:p>
        </p:txBody>
      </p:sp>
      <p:pic>
        <p:nvPicPr>
          <p:cNvPr id="126980" name="图片 3" descr="Untitled2.png">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429625" y="6143625"/>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3"/>
          <p:cNvSpPr txBox="1">
            <a:spLocks noChangeArrowheads="1"/>
          </p:cNvSpPr>
          <p:nvPr/>
        </p:nvSpPr>
        <p:spPr bwMode="auto">
          <a:xfrm>
            <a:off x="35496" y="4653137"/>
            <a:ext cx="7929563" cy="149048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Wingdings" pitchFamily="2" charset="2"/>
              <a:defRPr sz="2400" b="1">
                <a:solidFill>
                  <a:schemeClr val="tx1"/>
                </a:solidFill>
                <a:latin typeface="+mn-lt"/>
                <a:ea typeface="+mn-ea"/>
                <a:cs typeface="华文楷体"/>
              </a:defRPr>
            </a:lvl1pPr>
            <a:lvl2pPr marL="742950" indent="-285750" algn="l" rtl="0" eaLnBrk="0" fontAlgn="base" hangingPunct="0">
              <a:spcBef>
                <a:spcPct val="20000"/>
              </a:spcBef>
              <a:spcAft>
                <a:spcPct val="0"/>
              </a:spcAft>
              <a:defRPr sz="2000" b="1">
                <a:solidFill>
                  <a:schemeClr val="tx1"/>
                </a:solidFill>
                <a:latin typeface="+mn-lt"/>
                <a:ea typeface="+mn-ea"/>
                <a:cs typeface="华文楷体"/>
              </a:defRPr>
            </a:lvl2pPr>
            <a:lvl3pPr marL="1143000" indent="-228600" algn="l" rtl="0" eaLnBrk="0" fontAlgn="base" hangingPunct="0">
              <a:spcBef>
                <a:spcPct val="20000"/>
              </a:spcBef>
              <a:spcAft>
                <a:spcPct val="0"/>
              </a:spcAft>
              <a:defRPr sz="2000" b="1">
                <a:solidFill>
                  <a:schemeClr val="tx1"/>
                </a:solidFill>
                <a:latin typeface="+mn-lt"/>
                <a:ea typeface="+mn-ea"/>
                <a:cs typeface="华文楷体"/>
              </a:defRPr>
            </a:lvl3pPr>
            <a:lvl4pPr marL="1600200" indent="-228600" algn="l" rtl="0" eaLnBrk="0" fontAlgn="base" hangingPunct="0">
              <a:spcBef>
                <a:spcPct val="20000"/>
              </a:spcBef>
              <a:spcAft>
                <a:spcPct val="0"/>
              </a:spcAft>
              <a:defRPr sz="2000" b="1">
                <a:solidFill>
                  <a:schemeClr val="tx1"/>
                </a:solidFill>
                <a:latin typeface="+mn-lt"/>
                <a:ea typeface="+mn-ea"/>
                <a:cs typeface="华文楷体"/>
              </a:defRPr>
            </a:lvl4pPr>
            <a:lvl5pPr marL="2057400" indent="-228600" algn="l" rtl="0" eaLnBrk="0" fontAlgn="base" hangingPunct="0">
              <a:spcBef>
                <a:spcPct val="20000"/>
              </a:spcBef>
              <a:spcAft>
                <a:spcPct val="0"/>
              </a:spcAft>
              <a:defRPr sz="2000" b="1">
                <a:solidFill>
                  <a:schemeClr val="tx1"/>
                </a:solidFill>
                <a:latin typeface="+mn-lt"/>
                <a:ea typeface="+mn-ea"/>
                <a:cs typeface="华文楷体"/>
              </a:defRPr>
            </a:lvl5pPr>
            <a:lvl6pPr marL="2514600" indent="-228600" algn="l" rtl="0" fontAlgn="base">
              <a:spcBef>
                <a:spcPct val="20000"/>
              </a:spcBef>
              <a:spcAft>
                <a:spcPct val="0"/>
              </a:spcAft>
              <a:defRPr sz="2000" b="1">
                <a:solidFill>
                  <a:schemeClr val="tx1"/>
                </a:solidFill>
                <a:latin typeface="+mn-lt"/>
                <a:ea typeface="+mn-ea"/>
              </a:defRPr>
            </a:lvl6pPr>
            <a:lvl7pPr marL="2971800" indent="-228600" algn="l" rtl="0" fontAlgn="base">
              <a:spcBef>
                <a:spcPct val="20000"/>
              </a:spcBef>
              <a:spcAft>
                <a:spcPct val="0"/>
              </a:spcAft>
              <a:defRPr sz="2000" b="1">
                <a:solidFill>
                  <a:schemeClr val="tx1"/>
                </a:solidFill>
                <a:latin typeface="+mn-lt"/>
                <a:ea typeface="+mn-ea"/>
              </a:defRPr>
            </a:lvl7pPr>
            <a:lvl8pPr marL="3429000" indent="-228600" algn="l" rtl="0" fontAlgn="base">
              <a:spcBef>
                <a:spcPct val="20000"/>
              </a:spcBef>
              <a:spcAft>
                <a:spcPct val="0"/>
              </a:spcAft>
              <a:defRPr sz="2000" b="1">
                <a:solidFill>
                  <a:schemeClr val="tx1"/>
                </a:solidFill>
                <a:latin typeface="+mn-lt"/>
                <a:ea typeface="+mn-ea"/>
              </a:defRPr>
            </a:lvl8pPr>
            <a:lvl9pPr marL="3886200" indent="-228600" algn="l" rtl="0" fontAlgn="base">
              <a:spcBef>
                <a:spcPct val="20000"/>
              </a:spcBef>
              <a:spcAft>
                <a:spcPct val="0"/>
              </a:spcAft>
              <a:defRPr sz="2000" b="1">
                <a:solidFill>
                  <a:schemeClr val="tx1"/>
                </a:solidFill>
                <a:latin typeface="+mn-lt"/>
                <a:ea typeface="+mn-ea"/>
              </a:defRPr>
            </a:lvl9pPr>
          </a:lstStyle>
          <a:p>
            <a:pPr lvl="1">
              <a:buFont typeface="Wingdings" pitchFamily="2" charset="2"/>
              <a:buNone/>
            </a:pPr>
            <a:r>
              <a:rPr lang="en-US" altLang="zh-CN" sz="2800" dirty="0" smtClean="0"/>
              <a:t>char </a:t>
            </a:r>
            <a:r>
              <a:rPr lang="en-US" altLang="zh-CN" sz="2800" dirty="0" err="1" smtClean="0"/>
              <a:t>str</a:t>
            </a:r>
            <a:r>
              <a:rPr lang="en-US" altLang="zh-CN" sz="2800" dirty="0" smtClean="0"/>
              <a:t>[14]= ”I love China</a:t>
            </a:r>
            <a:r>
              <a:rPr lang="zh-CN" altLang="zh-CN" sz="2800" dirty="0" smtClean="0"/>
              <a:t>！</a:t>
            </a:r>
            <a:r>
              <a:rPr lang="en-US" altLang="zh-CN" sz="2800" dirty="0" smtClean="0"/>
              <a:t>”;</a:t>
            </a:r>
            <a:r>
              <a:rPr lang="zh-CN" altLang="en-US" sz="2800" dirty="0" smtClean="0">
                <a:solidFill>
                  <a:srgbClr val="9D138D"/>
                </a:solidFill>
                <a:latin typeface="黑体" pitchFamily="49" charset="-122"/>
                <a:ea typeface="黑体" pitchFamily="49" charset="-122"/>
              </a:rPr>
              <a:t>与</a:t>
            </a:r>
            <a:endParaRPr lang="en-US" altLang="zh-CN" sz="2800" dirty="0" smtClean="0">
              <a:solidFill>
                <a:srgbClr val="9D138D"/>
              </a:solidFill>
              <a:latin typeface="黑体" pitchFamily="49" charset="-122"/>
              <a:ea typeface="黑体" pitchFamily="49" charset="-122"/>
            </a:endParaRPr>
          </a:p>
          <a:p>
            <a:pPr lvl="1">
              <a:buFont typeface="Wingdings" pitchFamily="2" charset="2"/>
              <a:buNone/>
            </a:pPr>
            <a:r>
              <a:rPr lang="en-US" altLang="zh-CN" sz="2800" dirty="0" smtClean="0">
                <a:solidFill>
                  <a:srgbClr val="00B050"/>
                </a:solidFill>
              </a:rPr>
              <a:t>char </a:t>
            </a:r>
            <a:r>
              <a:rPr lang="en-US" altLang="zh-CN" sz="2800" dirty="0" err="1" smtClean="0">
                <a:solidFill>
                  <a:srgbClr val="00B050"/>
                </a:solidFill>
              </a:rPr>
              <a:t>str</a:t>
            </a:r>
            <a:r>
              <a:rPr lang="en-US" altLang="zh-CN" sz="2800" dirty="0" smtClean="0">
                <a:solidFill>
                  <a:srgbClr val="00B050"/>
                </a:solidFill>
              </a:rPr>
              <a:t>[14]; </a:t>
            </a:r>
          </a:p>
          <a:p>
            <a:pPr lvl="1">
              <a:buFont typeface="Wingdings" pitchFamily="2" charset="2"/>
              <a:buNone/>
            </a:pPr>
            <a:r>
              <a:rPr lang="en-US" altLang="zh-CN" sz="2800" dirty="0" err="1" smtClean="0">
                <a:solidFill>
                  <a:srgbClr val="00B050"/>
                </a:solidFill>
              </a:rPr>
              <a:t>str</a:t>
            </a:r>
            <a:r>
              <a:rPr lang="en-US" altLang="zh-CN" sz="2800" dirty="0" smtClean="0">
                <a:solidFill>
                  <a:srgbClr val="00B050"/>
                </a:solidFill>
              </a:rPr>
              <a:t>[]=”I love China</a:t>
            </a:r>
            <a:r>
              <a:rPr lang="zh-CN" altLang="zh-CN" sz="2800" dirty="0" smtClean="0">
                <a:solidFill>
                  <a:srgbClr val="00B050"/>
                </a:solidFill>
              </a:rPr>
              <a:t>！</a:t>
            </a:r>
            <a:r>
              <a:rPr lang="en-US" altLang="zh-CN" sz="2800" dirty="0" smtClean="0">
                <a:solidFill>
                  <a:srgbClr val="00B050"/>
                </a:solidFill>
              </a:rPr>
              <a:t>”;    </a:t>
            </a:r>
            <a:r>
              <a:rPr lang="zh-CN" altLang="en-US" sz="2800" dirty="0" smtClean="0">
                <a:solidFill>
                  <a:srgbClr val="9D138D"/>
                </a:solidFill>
                <a:latin typeface="黑体" pitchFamily="49" charset="-122"/>
                <a:ea typeface="黑体" pitchFamily="49" charset="-122"/>
              </a:rPr>
              <a:t>不等价</a:t>
            </a:r>
            <a:endParaRPr lang="zh-CN" altLang="zh-CN" sz="2800" dirty="0" smtClean="0">
              <a:solidFill>
                <a:srgbClr val="9D138D"/>
              </a:solidFill>
              <a:latin typeface="黑体" pitchFamily="49" charset="-122"/>
              <a:ea typeface="黑体" pitchFamily="49" charset="-122"/>
            </a:endParaRPr>
          </a:p>
        </p:txBody>
      </p:sp>
    </p:spTree>
    <p:extLst>
      <p:ext uri="{BB962C8B-B14F-4D97-AF65-F5344CB8AC3E}">
        <p14:creationId xmlns:p14="http://schemas.microsoft.com/office/powerpoint/2010/main" val="4005753419"/>
      </p:ext>
    </p:extLst>
  </p:cSld>
  <p:clrMapOvr>
    <a:masterClrMapping/>
  </p:clrMapOvr>
  <p:transition spd="med">
    <p:blinds/>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nodeType="afterEffect">
                                  <p:stCondLst>
                                    <p:cond delay="0"/>
                                  </p:stCondLst>
                                  <p:childTnLst>
                                    <p:set>
                                      <p:cBhvr>
                                        <p:cTn id="6" dur="1" fill="hold">
                                          <p:stCondLst>
                                            <p:cond delay="0"/>
                                          </p:stCondLst>
                                        </p:cTn>
                                        <p:tgtEl>
                                          <p:spTgt spid="6147">
                                            <p:txEl>
                                              <p:pRg st="1" end="1"/>
                                            </p:txEl>
                                          </p:spTgt>
                                        </p:tgtEl>
                                        <p:attrNameLst>
                                          <p:attrName>style.visibility</p:attrName>
                                        </p:attrNameLst>
                                      </p:cBhvr>
                                      <p:to>
                                        <p:strVal val="visible"/>
                                      </p:to>
                                    </p:set>
                                    <p:animEffect transition="in" filter="blinds(horizontal)">
                                      <p:cBhvr>
                                        <p:cTn id="7" dur="500"/>
                                        <p:tgtEl>
                                          <p:spTgt spid="6147">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6147">
                                            <p:txEl>
                                              <p:pRg st="2" end="2"/>
                                            </p:txEl>
                                          </p:spTgt>
                                        </p:tgtEl>
                                        <p:attrNameLst>
                                          <p:attrName>style.visibility</p:attrName>
                                        </p:attrNameLst>
                                      </p:cBhvr>
                                      <p:to>
                                        <p:strVal val="visible"/>
                                      </p:to>
                                    </p:set>
                                    <p:animEffect transition="in" filter="blinds(horizontal)">
                                      <p:cBhvr>
                                        <p:cTn id="12" dur="500"/>
                                        <p:tgtEl>
                                          <p:spTgt spid="6147">
                                            <p:txEl>
                                              <p:pRg st="2" end="2"/>
                                            </p:txEl>
                                          </p:spTgt>
                                        </p:tgtEl>
                                      </p:cBhvr>
                                    </p:animEffect>
                                  </p:childTnLst>
                                </p:cTn>
                              </p:par>
                            </p:childTnLst>
                          </p:cTn>
                        </p:par>
                        <p:par>
                          <p:cTn id="13" fill="hold" nodeType="afterGroup">
                            <p:stCondLst>
                              <p:cond delay="500"/>
                            </p:stCondLst>
                            <p:childTnLst>
                              <p:par>
                                <p:cTn id="14" presetID="3" presetClass="entr" presetSubtype="10" fill="hold" nodeType="afterEffect">
                                  <p:stCondLst>
                                    <p:cond delay="0"/>
                                  </p:stCondLst>
                                  <p:childTnLst>
                                    <p:set>
                                      <p:cBhvr>
                                        <p:cTn id="15" dur="1" fill="hold">
                                          <p:stCondLst>
                                            <p:cond delay="0"/>
                                          </p:stCondLst>
                                        </p:cTn>
                                        <p:tgtEl>
                                          <p:spTgt spid="6147">
                                            <p:txEl>
                                              <p:pRg st="3" end="3"/>
                                            </p:txEl>
                                          </p:spTgt>
                                        </p:tgtEl>
                                        <p:attrNameLst>
                                          <p:attrName>style.visibility</p:attrName>
                                        </p:attrNameLst>
                                      </p:cBhvr>
                                      <p:to>
                                        <p:strVal val="visible"/>
                                      </p:to>
                                    </p:set>
                                    <p:animEffect transition="in" filter="blinds(horizontal)">
                                      <p:cBhvr>
                                        <p:cTn id="16" dur="500"/>
                                        <p:tgtEl>
                                          <p:spTgt spid="6147">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anim calcmode="lin" valueType="num">
                                      <p:cBhvr additive="base">
                                        <p:cTn id="21" dur="500" fill="hold"/>
                                        <p:tgtEl>
                                          <p:spTgt spid="6"/>
                                        </p:tgtEl>
                                        <p:attrNameLst>
                                          <p:attrName>ppt_x</p:attrName>
                                        </p:attrNameLst>
                                      </p:cBhvr>
                                      <p:tavLst>
                                        <p:tav tm="0">
                                          <p:val>
                                            <p:strVal val="#ppt_x"/>
                                          </p:val>
                                        </p:tav>
                                        <p:tav tm="100000">
                                          <p:val>
                                            <p:strVal val="#ppt_x"/>
                                          </p:val>
                                        </p:tav>
                                      </p:tavLst>
                                    </p:anim>
                                    <p:anim calcmode="lin" valueType="num">
                                      <p:cBhvr additive="base">
                                        <p:cTn id="22"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0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47" name="Rectangle 3"/>
          <p:cNvSpPr>
            <a:spLocks noGrp="1" noChangeArrowheads="1"/>
          </p:cNvSpPr>
          <p:nvPr>
            <p:ph type="body" idx="1"/>
          </p:nvPr>
        </p:nvSpPr>
        <p:spPr>
          <a:xfrm>
            <a:off x="395536" y="620688"/>
            <a:ext cx="8503989" cy="4929187"/>
          </a:xfrm>
        </p:spPr>
        <p:txBody>
          <a:bodyPr/>
          <a:lstStyle/>
          <a:p>
            <a:pPr marL="0" indent="0">
              <a:lnSpc>
                <a:spcPct val="150000"/>
              </a:lnSpc>
              <a:spcBef>
                <a:spcPts val="0"/>
              </a:spcBef>
            </a:pPr>
            <a:r>
              <a:rPr lang="zh-CN" altLang="zh-CN" sz="2800" dirty="0" smtClean="0">
                <a:latin typeface="黑体" pitchFamily="49" charset="-122"/>
                <a:ea typeface="黑体" pitchFamily="49" charset="-122"/>
              </a:rPr>
              <a:t>用字符数组和字符指针变量都能实现字符串的存储和运算，但它们二者之间是有区别的，不应混为一谈，主要有以下几点。</a:t>
            </a:r>
          </a:p>
          <a:p>
            <a:pPr marL="0" lvl="1" indent="0">
              <a:lnSpc>
                <a:spcPct val="150000"/>
              </a:lnSpc>
              <a:spcBef>
                <a:spcPts val="0"/>
              </a:spcBef>
              <a:buFont typeface="Wingdings" pitchFamily="2" charset="2"/>
              <a:buNone/>
            </a:pPr>
            <a:r>
              <a:rPr lang="en-US" altLang="zh-CN" sz="2800" dirty="0" smtClean="0">
                <a:latin typeface="黑体" pitchFamily="49" charset="-122"/>
                <a:ea typeface="黑体" pitchFamily="49" charset="-122"/>
              </a:rPr>
              <a:t>(4) </a:t>
            </a:r>
            <a:r>
              <a:rPr lang="zh-CN" altLang="zh-CN" sz="2800" dirty="0" smtClean="0">
                <a:latin typeface="黑体" pitchFamily="49" charset="-122"/>
                <a:ea typeface="黑体" pitchFamily="49" charset="-122"/>
              </a:rPr>
              <a:t>存储单元的内容</a:t>
            </a:r>
            <a:endParaRPr lang="en-US" altLang="zh-CN" sz="2800" dirty="0" smtClean="0">
              <a:latin typeface="黑体" pitchFamily="49" charset="-122"/>
              <a:ea typeface="黑体" pitchFamily="49" charset="-122"/>
            </a:endParaRPr>
          </a:p>
          <a:p>
            <a:pPr marL="0" lvl="1" indent="0">
              <a:lnSpc>
                <a:spcPct val="150000"/>
              </a:lnSpc>
              <a:spcBef>
                <a:spcPts val="0"/>
              </a:spcBef>
              <a:buFont typeface="Wingdings" pitchFamily="2" charset="2"/>
              <a:buNone/>
            </a:pPr>
            <a:r>
              <a:rPr lang="en-US" altLang="zh-CN" sz="2800" dirty="0" smtClean="0">
                <a:latin typeface="黑体" pitchFamily="49" charset="-122"/>
                <a:ea typeface="黑体" pitchFamily="49" charset="-122"/>
              </a:rPr>
              <a:t>  </a:t>
            </a:r>
            <a:r>
              <a:rPr lang="zh-CN" altLang="zh-CN" sz="2800" dirty="0" smtClean="0">
                <a:latin typeface="黑体" pitchFamily="49" charset="-122"/>
                <a:ea typeface="黑体" pitchFamily="49" charset="-122"/>
              </a:rPr>
              <a:t>编译时为字符数组分配若干存储单元，以存放各元素的值，而对字符指针变量，只分配一个存储单元</a:t>
            </a:r>
            <a:r>
              <a:rPr lang="zh-CN" altLang="en-US" sz="2800" dirty="0" smtClean="0">
                <a:latin typeface="黑体" pitchFamily="49" charset="-122"/>
                <a:ea typeface="黑体" pitchFamily="49" charset="-122"/>
              </a:rPr>
              <a:t>。</a:t>
            </a:r>
            <a:endParaRPr lang="zh-CN" altLang="zh-CN" sz="2800" dirty="0" smtClean="0">
              <a:solidFill>
                <a:srgbClr val="9D138D"/>
              </a:solidFill>
              <a:latin typeface="黑体" pitchFamily="49" charset="-122"/>
              <a:ea typeface="黑体" pitchFamily="49" charset="-122"/>
            </a:endParaRPr>
          </a:p>
        </p:txBody>
      </p:sp>
      <p:pic>
        <p:nvPicPr>
          <p:cNvPr id="129028" name="图片 3" descr="Untitled2.png">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429625" y="6143625"/>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11161833"/>
      </p:ext>
    </p:extLst>
  </p:cSld>
  <p:clrMapOvr>
    <a:masterClrMapping/>
  </p:clrMapOvr>
  <p:transition spd="med">
    <p:blinds/>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nodeType="afterEffect">
                                  <p:stCondLst>
                                    <p:cond delay="0"/>
                                  </p:stCondLst>
                                  <p:childTnLst>
                                    <p:set>
                                      <p:cBhvr>
                                        <p:cTn id="6" dur="1" fill="hold">
                                          <p:stCondLst>
                                            <p:cond delay="0"/>
                                          </p:stCondLst>
                                        </p:cTn>
                                        <p:tgtEl>
                                          <p:spTgt spid="6147">
                                            <p:txEl>
                                              <p:pRg st="1" end="1"/>
                                            </p:txEl>
                                          </p:spTgt>
                                        </p:tgtEl>
                                        <p:attrNameLst>
                                          <p:attrName>style.visibility</p:attrName>
                                        </p:attrNameLst>
                                      </p:cBhvr>
                                      <p:to>
                                        <p:strVal val="visible"/>
                                      </p:to>
                                    </p:set>
                                    <p:animEffect transition="in" filter="blinds(horizontal)">
                                      <p:cBhvr>
                                        <p:cTn id="7" dur="500"/>
                                        <p:tgtEl>
                                          <p:spTgt spid="6147">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6147">
                                            <p:txEl>
                                              <p:pRg st="2" end="2"/>
                                            </p:txEl>
                                          </p:spTgt>
                                        </p:tgtEl>
                                        <p:attrNameLst>
                                          <p:attrName>style.visibility</p:attrName>
                                        </p:attrNameLst>
                                      </p:cBhvr>
                                      <p:to>
                                        <p:strVal val="visible"/>
                                      </p:to>
                                    </p:set>
                                    <p:animEffect transition="in" filter="blinds(horizontal)">
                                      <p:cBhvr>
                                        <p:cTn id="12" dur="500"/>
                                        <p:tgtEl>
                                          <p:spTgt spid="614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47" name="Rectangle 3"/>
          <p:cNvSpPr>
            <a:spLocks noGrp="1" noChangeArrowheads="1"/>
          </p:cNvSpPr>
          <p:nvPr>
            <p:ph type="body" idx="1"/>
          </p:nvPr>
        </p:nvSpPr>
        <p:spPr>
          <a:xfrm>
            <a:off x="441397" y="548680"/>
            <a:ext cx="8223178" cy="4929187"/>
          </a:xfrm>
        </p:spPr>
        <p:txBody>
          <a:bodyPr/>
          <a:lstStyle/>
          <a:p>
            <a:pPr marL="0" indent="0">
              <a:lnSpc>
                <a:spcPct val="150000"/>
              </a:lnSpc>
              <a:spcBef>
                <a:spcPts val="0"/>
              </a:spcBef>
            </a:pPr>
            <a:r>
              <a:rPr lang="zh-CN" altLang="zh-CN" sz="2800" dirty="0" smtClean="0">
                <a:latin typeface="黑体" pitchFamily="49" charset="-122"/>
                <a:ea typeface="黑体" pitchFamily="49" charset="-122"/>
              </a:rPr>
              <a:t>用字符数组和字符指针变量都能实现字符串的存储和运算，但它们二者之间是有区别的，不应混为一谈，主要有以下几点。</a:t>
            </a:r>
          </a:p>
          <a:p>
            <a:pPr marL="0" lvl="1" indent="0">
              <a:lnSpc>
                <a:spcPct val="150000"/>
              </a:lnSpc>
              <a:spcBef>
                <a:spcPts val="0"/>
              </a:spcBef>
              <a:buFont typeface="Wingdings" pitchFamily="2" charset="2"/>
              <a:buNone/>
            </a:pPr>
            <a:r>
              <a:rPr lang="en-US" altLang="zh-CN" sz="2800" dirty="0" smtClean="0">
                <a:latin typeface="黑体" pitchFamily="49" charset="-122"/>
                <a:ea typeface="黑体" pitchFamily="49" charset="-122"/>
              </a:rPr>
              <a:t>(4) </a:t>
            </a:r>
            <a:r>
              <a:rPr lang="zh-CN" altLang="zh-CN" sz="2800" dirty="0" smtClean="0">
                <a:latin typeface="黑体" pitchFamily="49" charset="-122"/>
                <a:ea typeface="黑体" pitchFamily="49" charset="-122"/>
              </a:rPr>
              <a:t>存储单元的内容</a:t>
            </a:r>
            <a:endParaRPr lang="en-US" altLang="zh-CN" sz="2800" dirty="0" smtClean="0">
              <a:latin typeface="黑体" pitchFamily="49" charset="-122"/>
              <a:ea typeface="黑体" pitchFamily="49" charset="-122"/>
            </a:endParaRPr>
          </a:p>
          <a:p>
            <a:pPr marL="0" lvl="1" indent="0">
              <a:lnSpc>
                <a:spcPct val="150000"/>
              </a:lnSpc>
              <a:spcBef>
                <a:spcPts val="0"/>
              </a:spcBef>
              <a:buFont typeface="Wingdings" pitchFamily="2" charset="2"/>
              <a:buNone/>
            </a:pPr>
            <a:r>
              <a:rPr lang="en-US" altLang="zh-CN" sz="2800" dirty="0" smtClean="0">
                <a:latin typeface="黑体" pitchFamily="49" charset="-122"/>
                <a:ea typeface="黑体" pitchFamily="49" charset="-122"/>
              </a:rPr>
              <a:t> char *a; </a:t>
            </a:r>
            <a:r>
              <a:rPr lang="en-US" altLang="zh-CN" sz="2800" dirty="0" err="1">
                <a:latin typeface="黑体" pitchFamily="49" charset="-122"/>
                <a:ea typeface="黑体" pitchFamily="49" charset="-122"/>
              </a:rPr>
              <a:t>scanf</a:t>
            </a:r>
            <a:r>
              <a:rPr lang="en-US" altLang="zh-CN" sz="2800" dirty="0" smtClean="0">
                <a:latin typeface="黑体" pitchFamily="49" charset="-122"/>
                <a:ea typeface="黑体" pitchFamily="49" charset="-122"/>
              </a:rPr>
              <a:t>(“%</a:t>
            </a:r>
            <a:r>
              <a:rPr lang="en-US" altLang="zh-CN" sz="2800" dirty="0" err="1" smtClean="0">
                <a:latin typeface="黑体" pitchFamily="49" charset="-122"/>
                <a:ea typeface="黑体" pitchFamily="49" charset="-122"/>
              </a:rPr>
              <a:t>s”,a</a:t>
            </a:r>
            <a:r>
              <a:rPr lang="en-US" altLang="zh-CN" sz="2800" dirty="0" smtClean="0">
                <a:latin typeface="黑体" pitchFamily="49" charset="-122"/>
                <a:ea typeface="黑体" pitchFamily="49" charset="-122"/>
              </a:rPr>
              <a:t>);   </a:t>
            </a:r>
            <a:r>
              <a:rPr lang="zh-CN" altLang="en-US" sz="2800" dirty="0" smtClean="0">
                <a:solidFill>
                  <a:srgbClr val="FF0000"/>
                </a:solidFill>
                <a:latin typeface="黑体" pitchFamily="49" charset="-122"/>
                <a:ea typeface="黑体" pitchFamily="49" charset="-122"/>
              </a:rPr>
              <a:t>错</a:t>
            </a:r>
            <a:endParaRPr lang="en-US" altLang="zh-CN" sz="2800" dirty="0" smtClean="0">
              <a:solidFill>
                <a:srgbClr val="FF0000"/>
              </a:solidFill>
              <a:latin typeface="黑体" pitchFamily="49" charset="-122"/>
              <a:ea typeface="黑体" pitchFamily="49" charset="-122"/>
            </a:endParaRPr>
          </a:p>
          <a:p>
            <a:pPr marL="0" lvl="1" indent="0">
              <a:lnSpc>
                <a:spcPct val="150000"/>
              </a:lnSpc>
              <a:spcBef>
                <a:spcPts val="0"/>
              </a:spcBef>
              <a:buFont typeface="Wingdings" pitchFamily="2" charset="2"/>
              <a:buNone/>
            </a:pPr>
            <a:r>
              <a:rPr lang="en-US" altLang="zh-CN" sz="2800" dirty="0" smtClean="0">
                <a:latin typeface="黑体" pitchFamily="49" charset="-122"/>
                <a:ea typeface="黑体" pitchFamily="49" charset="-122"/>
              </a:rPr>
              <a:t> </a:t>
            </a:r>
            <a:r>
              <a:rPr lang="en-US" altLang="zh-CN" sz="2800" dirty="0" smtClean="0">
                <a:solidFill>
                  <a:srgbClr val="00B050"/>
                </a:solidFill>
                <a:latin typeface="黑体" pitchFamily="49" charset="-122"/>
                <a:ea typeface="黑体" pitchFamily="49" charset="-122"/>
              </a:rPr>
              <a:t>char *</a:t>
            </a:r>
            <a:r>
              <a:rPr lang="en-US" altLang="zh-CN" sz="2800" dirty="0" err="1" smtClean="0">
                <a:solidFill>
                  <a:srgbClr val="00B050"/>
                </a:solidFill>
                <a:latin typeface="黑体" pitchFamily="49" charset="-122"/>
                <a:ea typeface="黑体" pitchFamily="49" charset="-122"/>
              </a:rPr>
              <a:t>a,str</a:t>
            </a:r>
            <a:r>
              <a:rPr lang="en-US" altLang="zh-CN" sz="2800" dirty="0" smtClean="0">
                <a:solidFill>
                  <a:srgbClr val="00B050"/>
                </a:solidFill>
                <a:latin typeface="黑体" pitchFamily="49" charset="-122"/>
                <a:ea typeface="黑体" pitchFamily="49" charset="-122"/>
              </a:rPr>
              <a:t>[10];      </a:t>
            </a:r>
            <a:endParaRPr lang="zh-CN" altLang="zh-CN" sz="2800" dirty="0" smtClean="0">
              <a:solidFill>
                <a:srgbClr val="00B050"/>
              </a:solidFill>
              <a:latin typeface="黑体" pitchFamily="49" charset="-122"/>
              <a:ea typeface="黑体" pitchFamily="49" charset="-122"/>
            </a:endParaRPr>
          </a:p>
          <a:p>
            <a:pPr marL="0" lvl="1" indent="0">
              <a:lnSpc>
                <a:spcPct val="150000"/>
              </a:lnSpc>
              <a:spcBef>
                <a:spcPts val="0"/>
              </a:spcBef>
              <a:buFont typeface="Wingdings" pitchFamily="2" charset="2"/>
              <a:buNone/>
            </a:pPr>
            <a:r>
              <a:rPr lang="en-US" altLang="zh-CN" sz="2800" dirty="0" smtClean="0">
                <a:solidFill>
                  <a:srgbClr val="00B050"/>
                </a:solidFill>
                <a:latin typeface="黑体" pitchFamily="49" charset="-122"/>
                <a:ea typeface="黑体" pitchFamily="49" charset="-122"/>
              </a:rPr>
              <a:t> a=</a:t>
            </a:r>
            <a:r>
              <a:rPr lang="en-US" altLang="zh-CN" sz="2800" dirty="0" err="1" smtClean="0">
                <a:solidFill>
                  <a:srgbClr val="00B050"/>
                </a:solidFill>
                <a:latin typeface="黑体" pitchFamily="49" charset="-122"/>
                <a:ea typeface="黑体" pitchFamily="49" charset="-122"/>
              </a:rPr>
              <a:t>str</a:t>
            </a:r>
            <a:r>
              <a:rPr lang="en-US" altLang="zh-CN" sz="2800" dirty="0" smtClean="0">
                <a:solidFill>
                  <a:srgbClr val="00B050"/>
                </a:solidFill>
                <a:latin typeface="黑体" pitchFamily="49" charset="-122"/>
                <a:ea typeface="黑体" pitchFamily="49" charset="-122"/>
              </a:rPr>
              <a:t>;                  </a:t>
            </a:r>
            <a:endParaRPr lang="zh-CN" altLang="zh-CN" sz="2800" dirty="0" smtClean="0">
              <a:solidFill>
                <a:srgbClr val="00B050"/>
              </a:solidFill>
              <a:latin typeface="黑体" pitchFamily="49" charset="-122"/>
              <a:ea typeface="黑体" pitchFamily="49" charset="-122"/>
            </a:endParaRPr>
          </a:p>
          <a:p>
            <a:pPr marL="0" lvl="1" indent="0">
              <a:lnSpc>
                <a:spcPct val="150000"/>
              </a:lnSpc>
              <a:spcBef>
                <a:spcPts val="0"/>
              </a:spcBef>
              <a:buFont typeface="Wingdings" pitchFamily="2" charset="2"/>
              <a:buNone/>
            </a:pPr>
            <a:r>
              <a:rPr lang="en-US" altLang="zh-CN" sz="2800" dirty="0" smtClean="0">
                <a:solidFill>
                  <a:srgbClr val="00B050"/>
                </a:solidFill>
                <a:latin typeface="黑体" pitchFamily="49" charset="-122"/>
                <a:ea typeface="黑体" pitchFamily="49" charset="-122"/>
              </a:rPr>
              <a:t> </a:t>
            </a:r>
            <a:r>
              <a:rPr lang="en-US" altLang="zh-CN" sz="2800" dirty="0" err="1" smtClean="0">
                <a:solidFill>
                  <a:srgbClr val="00B050"/>
                </a:solidFill>
                <a:latin typeface="黑体" pitchFamily="49" charset="-122"/>
                <a:ea typeface="黑体" pitchFamily="49" charset="-122"/>
              </a:rPr>
              <a:t>scanf</a:t>
            </a:r>
            <a:r>
              <a:rPr lang="en-US" altLang="zh-CN" sz="2800" dirty="0" smtClean="0">
                <a:solidFill>
                  <a:srgbClr val="00B050"/>
                </a:solidFill>
                <a:latin typeface="黑体" pitchFamily="49" charset="-122"/>
                <a:ea typeface="黑体" pitchFamily="49" charset="-122"/>
              </a:rPr>
              <a:t> (“%</a:t>
            </a:r>
            <a:r>
              <a:rPr lang="en-US" altLang="zh-CN" sz="2800" dirty="0" err="1" smtClean="0">
                <a:solidFill>
                  <a:srgbClr val="00B050"/>
                </a:solidFill>
                <a:latin typeface="黑体" pitchFamily="49" charset="-122"/>
                <a:ea typeface="黑体" pitchFamily="49" charset="-122"/>
              </a:rPr>
              <a:t>s”,a</a:t>
            </a:r>
            <a:r>
              <a:rPr lang="en-US" altLang="zh-CN" sz="2800" dirty="0" smtClean="0">
                <a:solidFill>
                  <a:srgbClr val="00B050"/>
                </a:solidFill>
                <a:latin typeface="黑体" pitchFamily="49" charset="-122"/>
                <a:ea typeface="黑体" pitchFamily="49" charset="-122"/>
              </a:rPr>
              <a:t>);      </a:t>
            </a:r>
            <a:r>
              <a:rPr lang="zh-CN" altLang="en-US" sz="2800" dirty="0" smtClean="0">
                <a:solidFill>
                  <a:srgbClr val="FF0000"/>
                </a:solidFill>
                <a:latin typeface="黑体" pitchFamily="49" charset="-122"/>
                <a:ea typeface="黑体" pitchFamily="49" charset="-122"/>
              </a:rPr>
              <a:t>对</a:t>
            </a:r>
            <a:endParaRPr lang="zh-CN" altLang="zh-CN" sz="2800" dirty="0" smtClean="0">
              <a:solidFill>
                <a:srgbClr val="9D138D"/>
              </a:solidFill>
              <a:latin typeface="黑体" pitchFamily="49" charset="-122"/>
              <a:ea typeface="黑体" pitchFamily="49" charset="-122"/>
            </a:endParaRPr>
          </a:p>
        </p:txBody>
      </p:sp>
      <p:pic>
        <p:nvPicPr>
          <p:cNvPr id="130052" name="图片 3" descr="Untitled2.png">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429625" y="6143625"/>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76215841"/>
      </p:ext>
    </p:extLst>
  </p:cSld>
  <p:clrMapOvr>
    <a:masterClrMapping/>
  </p:clrMapOvr>
  <p:transition spd="med">
    <p:blinds/>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nodeType="afterEffect">
                                  <p:stCondLst>
                                    <p:cond delay="0"/>
                                  </p:stCondLst>
                                  <p:childTnLst>
                                    <p:set>
                                      <p:cBhvr>
                                        <p:cTn id="6" dur="1" fill="hold">
                                          <p:stCondLst>
                                            <p:cond delay="0"/>
                                          </p:stCondLst>
                                        </p:cTn>
                                        <p:tgtEl>
                                          <p:spTgt spid="6147">
                                            <p:txEl>
                                              <p:pRg st="2" end="2"/>
                                            </p:txEl>
                                          </p:spTgt>
                                        </p:tgtEl>
                                        <p:attrNameLst>
                                          <p:attrName>style.visibility</p:attrName>
                                        </p:attrNameLst>
                                      </p:cBhvr>
                                      <p:to>
                                        <p:strVal val="visible"/>
                                      </p:to>
                                    </p:set>
                                    <p:animEffect transition="in" filter="blinds(horizontal)">
                                      <p:cBhvr>
                                        <p:cTn id="7" dur="500"/>
                                        <p:tgtEl>
                                          <p:spTgt spid="6147">
                                            <p:txEl>
                                              <p:pRg st="2" end="2"/>
                                            </p:txEl>
                                          </p:spTgt>
                                        </p:tgtEl>
                                      </p:cBhvr>
                                    </p:animEffect>
                                  </p:childTnLst>
                                </p:cTn>
                              </p:par>
                            </p:childTnLst>
                          </p:cTn>
                        </p:par>
                        <p:par>
                          <p:cTn id="8" fill="hold" nodeType="afterGroup">
                            <p:stCondLst>
                              <p:cond delay="500"/>
                            </p:stCondLst>
                            <p:childTnLst>
                              <p:par>
                                <p:cTn id="9" presetID="3" presetClass="entr" presetSubtype="10" fill="hold" nodeType="afterEffect">
                                  <p:stCondLst>
                                    <p:cond delay="0"/>
                                  </p:stCondLst>
                                  <p:childTnLst>
                                    <p:set>
                                      <p:cBhvr>
                                        <p:cTn id="10" dur="1" fill="hold">
                                          <p:stCondLst>
                                            <p:cond delay="0"/>
                                          </p:stCondLst>
                                        </p:cTn>
                                        <p:tgtEl>
                                          <p:spTgt spid="6147">
                                            <p:txEl>
                                              <p:pRg st="5" end="5"/>
                                            </p:txEl>
                                          </p:spTgt>
                                        </p:tgtEl>
                                        <p:attrNameLst>
                                          <p:attrName>style.visibility</p:attrName>
                                        </p:attrNameLst>
                                      </p:cBhvr>
                                      <p:to>
                                        <p:strVal val="visible"/>
                                      </p:to>
                                    </p:set>
                                    <p:animEffect transition="in" filter="blinds(horizontal)">
                                      <p:cBhvr>
                                        <p:cTn id="11" dur="500"/>
                                        <p:tgtEl>
                                          <p:spTgt spid="6147">
                                            <p:txEl>
                                              <p:pRg st="5" end="5"/>
                                            </p:txEl>
                                          </p:spTgt>
                                        </p:tgtEl>
                                      </p:cBhvr>
                                    </p:animEffect>
                                  </p:childTnLst>
                                </p:cTn>
                              </p:par>
                            </p:childTnLst>
                          </p:cTn>
                        </p:par>
                        <p:par>
                          <p:cTn id="12" fill="hold" nodeType="afterGroup">
                            <p:stCondLst>
                              <p:cond delay="1000"/>
                            </p:stCondLst>
                            <p:childTnLst>
                              <p:par>
                                <p:cTn id="13" presetID="3" presetClass="entr" presetSubtype="10" fill="hold" nodeType="afterEffect">
                                  <p:stCondLst>
                                    <p:cond delay="0"/>
                                  </p:stCondLst>
                                  <p:childTnLst>
                                    <p:set>
                                      <p:cBhvr>
                                        <p:cTn id="14" dur="1" fill="hold">
                                          <p:stCondLst>
                                            <p:cond delay="0"/>
                                          </p:stCondLst>
                                        </p:cTn>
                                        <p:tgtEl>
                                          <p:spTgt spid="6147">
                                            <p:txEl>
                                              <p:pRg st="3" end="3"/>
                                            </p:txEl>
                                          </p:spTgt>
                                        </p:tgtEl>
                                        <p:attrNameLst>
                                          <p:attrName>style.visibility</p:attrName>
                                        </p:attrNameLst>
                                      </p:cBhvr>
                                      <p:to>
                                        <p:strVal val="visible"/>
                                      </p:to>
                                    </p:set>
                                    <p:animEffect transition="in" filter="blinds(horizontal)">
                                      <p:cBhvr>
                                        <p:cTn id="15" dur="500"/>
                                        <p:tgtEl>
                                          <p:spTgt spid="6147">
                                            <p:txEl>
                                              <p:pRg st="3" end="3"/>
                                            </p:txEl>
                                          </p:spTgt>
                                        </p:tgtEl>
                                      </p:cBhvr>
                                    </p:animEffect>
                                  </p:childTnLst>
                                </p:cTn>
                              </p:par>
                            </p:childTnLst>
                          </p:cTn>
                        </p:par>
                        <p:par>
                          <p:cTn id="16" fill="hold" nodeType="afterGroup">
                            <p:stCondLst>
                              <p:cond delay="1500"/>
                            </p:stCondLst>
                            <p:childTnLst>
                              <p:par>
                                <p:cTn id="17" presetID="3" presetClass="entr" presetSubtype="10" fill="hold" nodeType="afterEffect">
                                  <p:stCondLst>
                                    <p:cond delay="0"/>
                                  </p:stCondLst>
                                  <p:childTnLst>
                                    <p:set>
                                      <p:cBhvr>
                                        <p:cTn id="18" dur="1" fill="hold">
                                          <p:stCondLst>
                                            <p:cond delay="0"/>
                                          </p:stCondLst>
                                        </p:cTn>
                                        <p:tgtEl>
                                          <p:spTgt spid="6147">
                                            <p:txEl>
                                              <p:pRg st="4" end="4"/>
                                            </p:txEl>
                                          </p:spTgt>
                                        </p:tgtEl>
                                        <p:attrNameLst>
                                          <p:attrName>style.visibility</p:attrName>
                                        </p:attrNameLst>
                                      </p:cBhvr>
                                      <p:to>
                                        <p:strVal val="visible"/>
                                      </p:to>
                                    </p:set>
                                    <p:animEffect transition="in" filter="blinds(horizontal)">
                                      <p:cBhvr>
                                        <p:cTn id="19" dur="500"/>
                                        <p:tgtEl>
                                          <p:spTgt spid="614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47" name="Rectangle 3"/>
          <p:cNvSpPr>
            <a:spLocks noGrp="1" noChangeArrowheads="1"/>
          </p:cNvSpPr>
          <p:nvPr>
            <p:ph type="body" idx="1"/>
          </p:nvPr>
        </p:nvSpPr>
        <p:spPr>
          <a:xfrm>
            <a:off x="489666" y="548680"/>
            <a:ext cx="8174909" cy="4929187"/>
          </a:xfrm>
        </p:spPr>
        <p:txBody>
          <a:bodyPr/>
          <a:lstStyle/>
          <a:p>
            <a:pPr marL="0" indent="0">
              <a:lnSpc>
                <a:spcPct val="150000"/>
              </a:lnSpc>
              <a:spcBef>
                <a:spcPts val="0"/>
              </a:spcBef>
            </a:pPr>
            <a:r>
              <a:rPr lang="zh-CN" altLang="zh-CN" sz="2800" dirty="0" smtClean="0">
                <a:latin typeface="黑体" pitchFamily="49" charset="-122"/>
                <a:ea typeface="黑体" pitchFamily="49" charset="-122"/>
              </a:rPr>
              <a:t>用字符数组和字符指针变量都能实现字符串的存储和运算，但它们二者之间是有区别的，不应混为一谈，主要有以下几点。</a:t>
            </a:r>
          </a:p>
          <a:p>
            <a:pPr marL="0" lvl="1" indent="0">
              <a:lnSpc>
                <a:spcPct val="150000"/>
              </a:lnSpc>
              <a:spcBef>
                <a:spcPts val="0"/>
              </a:spcBef>
              <a:buFont typeface="Wingdings" pitchFamily="2" charset="2"/>
              <a:buNone/>
            </a:pPr>
            <a:r>
              <a:rPr lang="en-US" altLang="zh-CN" sz="2800" dirty="0" smtClean="0">
                <a:latin typeface="黑体" pitchFamily="49" charset="-122"/>
                <a:ea typeface="黑体" pitchFamily="49" charset="-122"/>
              </a:rPr>
              <a:t>(5) </a:t>
            </a:r>
            <a:r>
              <a:rPr lang="zh-CN" altLang="zh-CN" sz="2800" dirty="0" smtClean="0">
                <a:latin typeface="黑体" pitchFamily="49" charset="-122"/>
                <a:ea typeface="黑体" pitchFamily="49" charset="-122"/>
              </a:rPr>
              <a:t>指针变量的值是可以改变的，而数组名代表一个固定的值</a:t>
            </a:r>
            <a:r>
              <a:rPr lang="en-US" altLang="zh-CN" sz="2800" dirty="0" smtClean="0">
                <a:latin typeface="黑体" pitchFamily="49" charset="-122"/>
                <a:ea typeface="黑体" pitchFamily="49" charset="-122"/>
              </a:rPr>
              <a:t>(</a:t>
            </a:r>
            <a:r>
              <a:rPr lang="zh-CN" altLang="zh-CN" sz="2800" dirty="0" smtClean="0">
                <a:latin typeface="黑体" pitchFamily="49" charset="-122"/>
                <a:ea typeface="黑体" pitchFamily="49" charset="-122"/>
              </a:rPr>
              <a:t>数组首元素的地址</a:t>
            </a:r>
            <a:r>
              <a:rPr lang="en-US" altLang="zh-CN" sz="2800" dirty="0" smtClean="0">
                <a:latin typeface="黑体" pitchFamily="49" charset="-122"/>
                <a:ea typeface="黑体" pitchFamily="49" charset="-122"/>
              </a:rPr>
              <a:t>)</a:t>
            </a:r>
            <a:r>
              <a:rPr lang="zh-CN" altLang="zh-CN" sz="2800" dirty="0" smtClean="0">
                <a:latin typeface="黑体" pitchFamily="49" charset="-122"/>
                <a:ea typeface="黑体" pitchFamily="49" charset="-122"/>
              </a:rPr>
              <a:t>，不能改变。</a:t>
            </a:r>
            <a:endParaRPr lang="zh-CN" altLang="zh-CN" sz="2800" dirty="0" smtClean="0">
              <a:solidFill>
                <a:srgbClr val="9D138D"/>
              </a:solidFill>
              <a:latin typeface="黑体" pitchFamily="49" charset="-122"/>
              <a:ea typeface="黑体" pitchFamily="49" charset="-122"/>
            </a:endParaRPr>
          </a:p>
        </p:txBody>
      </p:sp>
      <p:pic>
        <p:nvPicPr>
          <p:cNvPr id="131076" name="图片 3" descr="Untitled2.png">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429625" y="6143625"/>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60210116"/>
      </p:ext>
    </p:extLst>
  </p:cSld>
  <p:clrMapOvr>
    <a:masterClrMapping/>
  </p:clrMapOvr>
  <p:transition spd="med">
    <p:blinds/>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nodeType="afterEffect">
                                  <p:stCondLst>
                                    <p:cond delay="0"/>
                                  </p:stCondLst>
                                  <p:childTnLst>
                                    <p:set>
                                      <p:cBhvr>
                                        <p:cTn id="6" dur="1" fill="hold">
                                          <p:stCondLst>
                                            <p:cond delay="0"/>
                                          </p:stCondLst>
                                        </p:cTn>
                                        <p:tgtEl>
                                          <p:spTgt spid="6147">
                                            <p:txEl>
                                              <p:pRg st="1" end="1"/>
                                            </p:txEl>
                                          </p:spTgt>
                                        </p:tgtEl>
                                        <p:attrNameLst>
                                          <p:attrName>style.visibility</p:attrName>
                                        </p:attrNameLst>
                                      </p:cBhvr>
                                      <p:to>
                                        <p:strVal val="visible"/>
                                      </p:to>
                                    </p:set>
                                    <p:animEffect transition="in" filter="blinds(horizontal)">
                                      <p:cBhvr>
                                        <p:cTn id="7" dur="500"/>
                                        <p:tgtEl>
                                          <p:spTgt spid="614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内容占位符 2"/>
          <p:cNvSpPr>
            <a:spLocks noGrp="1"/>
          </p:cNvSpPr>
          <p:nvPr>
            <p:ph idx="1"/>
          </p:nvPr>
        </p:nvSpPr>
        <p:spPr>
          <a:xfrm>
            <a:off x="539750" y="785813"/>
            <a:ext cx="8153400" cy="4786312"/>
          </a:xfrm>
        </p:spPr>
        <p:txBody>
          <a:bodyPr/>
          <a:lstStyle/>
          <a:p>
            <a:pPr>
              <a:buFont typeface="Wingdings" pitchFamily="2" charset="2"/>
              <a:buNone/>
            </a:pPr>
            <a:r>
              <a:rPr lang="zh-CN" altLang="zh-CN" sz="2800" dirty="0" smtClean="0">
                <a:latin typeface="黑体" pitchFamily="49" charset="-122"/>
                <a:ea typeface="黑体" pitchFamily="49" charset="-122"/>
              </a:rPr>
              <a:t>例</a:t>
            </a:r>
            <a:r>
              <a:rPr lang="en-US" altLang="zh-CN" sz="2800" dirty="0" smtClean="0">
                <a:latin typeface="黑体" pitchFamily="49" charset="-122"/>
                <a:ea typeface="黑体" pitchFamily="49" charset="-122"/>
              </a:rPr>
              <a:t>8.21 </a:t>
            </a:r>
            <a:r>
              <a:rPr lang="zh-CN" altLang="zh-CN" sz="2800" dirty="0" smtClean="0">
                <a:latin typeface="黑体" pitchFamily="49" charset="-122"/>
                <a:ea typeface="黑体" pitchFamily="49" charset="-122"/>
              </a:rPr>
              <a:t>改变指针变量的值。</a:t>
            </a:r>
            <a:endParaRPr lang="en-US" altLang="zh-CN" sz="2800" dirty="0" smtClean="0">
              <a:latin typeface="黑体" pitchFamily="49" charset="-122"/>
              <a:ea typeface="黑体" pitchFamily="49" charset="-122"/>
            </a:endParaRPr>
          </a:p>
          <a:p>
            <a:pPr>
              <a:lnSpc>
                <a:spcPct val="100000"/>
              </a:lnSpc>
              <a:buFont typeface="Wingdings" pitchFamily="2" charset="2"/>
              <a:buNone/>
            </a:pPr>
            <a:r>
              <a:rPr lang="en-US" altLang="zh-CN" dirty="0" smtClean="0"/>
              <a:t>#</a:t>
            </a:r>
            <a:r>
              <a:rPr lang="en-US" altLang="zh-CN" sz="2800" dirty="0" smtClean="0"/>
              <a:t>include &lt;</a:t>
            </a:r>
            <a:r>
              <a:rPr lang="en-US" altLang="zh-CN" sz="2800" dirty="0" err="1" smtClean="0"/>
              <a:t>stdio.h</a:t>
            </a:r>
            <a:r>
              <a:rPr lang="en-US" altLang="zh-CN" sz="2800" dirty="0" smtClean="0"/>
              <a:t>&gt;</a:t>
            </a:r>
            <a:endParaRPr lang="zh-CN" altLang="zh-CN" sz="2800" dirty="0" smtClean="0"/>
          </a:p>
          <a:p>
            <a:pPr>
              <a:lnSpc>
                <a:spcPct val="100000"/>
              </a:lnSpc>
              <a:buFont typeface="Wingdings" pitchFamily="2" charset="2"/>
              <a:buNone/>
            </a:pPr>
            <a:r>
              <a:rPr lang="en-US" altLang="zh-CN" sz="2800" dirty="0" err="1" smtClean="0"/>
              <a:t>int</a:t>
            </a:r>
            <a:r>
              <a:rPr lang="en-US" altLang="zh-CN" sz="2800" dirty="0" smtClean="0"/>
              <a:t> main()</a:t>
            </a:r>
            <a:endParaRPr lang="zh-CN" altLang="zh-CN" sz="2800" dirty="0" smtClean="0"/>
          </a:p>
          <a:p>
            <a:pPr>
              <a:lnSpc>
                <a:spcPct val="100000"/>
              </a:lnSpc>
              <a:buFont typeface="Wingdings" pitchFamily="2" charset="2"/>
              <a:buNone/>
            </a:pPr>
            <a:r>
              <a:rPr lang="en-US" altLang="zh-CN" sz="2800" dirty="0" smtClean="0"/>
              <a:t>{ char *a="I love China!";</a:t>
            </a:r>
            <a:endParaRPr lang="zh-CN" altLang="zh-CN" sz="2800" dirty="0" smtClean="0"/>
          </a:p>
          <a:p>
            <a:pPr>
              <a:lnSpc>
                <a:spcPct val="100000"/>
              </a:lnSpc>
              <a:buFont typeface="Wingdings" pitchFamily="2" charset="2"/>
              <a:buNone/>
            </a:pPr>
            <a:r>
              <a:rPr lang="en-US" altLang="zh-CN" sz="2800" dirty="0" smtClean="0"/>
              <a:t>   a=a+7; </a:t>
            </a:r>
            <a:endParaRPr lang="zh-CN" altLang="zh-CN" sz="2800" dirty="0" smtClean="0"/>
          </a:p>
          <a:p>
            <a:pPr>
              <a:lnSpc>
                <a:spcPct val="100000"/>
              </a:lnSpc>
              <a:buFont typeface="Wingdings" pitchFamily="2" charset="2"/>
              <a:buNone/>
            </a:pPr>
            <a:r>
              <a:rPr lang="en-US" altLang="zh-CN" sz="2800" dirty="0" smtClean="0"/>
              <a:t>   </a:t>
            </a:r>
            <a:r>
              <a:rPr lang="en-US" altLang="zh-CN" sz="2800" dirty="0" err="1" smtClean="0"/>
              <a:t>printf</a:t>
            </a:r>
            <a:r>
              <a:rPr lang="en-US" altLang="zh-CN" sz="2800" dirty="0" smtClean="0"/>
              <a:t>(“%s\</a:t>
            </a:r>
            <a:r>
              <a:rPr lang="en-US" altLang="zh-CN" sz="2800" dirty="0" err="1" smtClean="0"/>
              <a:t>n”,a</a:t>
            </a:r>
            <a:r>
              <a:rPr lang="en-US" altLang="zh-CN" sz="2800" dirty="0" smtClean="0"/>
              <a:t>); </a:t>
            </a:r>
            <a:endParaRPr lang="zh-CN" altLang="zh-CN" sz="2800" dirty="0" smtClean="0"/>
          </a:p>
          <a:p>
            <a:pPr>
              <a:lnSpc>
                <a:spcPct val="100000"/>
              </a:lnSpc>
              <a:buFont typeface="Wingdings" pitchFamily="2" charset="2"/>
              <a:buNone/>
            </a:pPr>
            <a:r>
              <a:rPr lang="en-US" altLang="zh-CN" sz="2800" dirty="0" smtClean="0"/>
              <a:t>   return 0;</a:t>
            </a:r>
            <a:endParaRPr lang="zh-CN" altLang="zh-CN" sz="2800" dirty="0" smtClean="0"/>
          </a:p>
          <a:p>
            <a:pPr>
              <a:buFont typeface="Wingdings" pitchFamily="2" charset="2"/>
              <a:buNone/>
            </a:pPr>
            <a:r>
              <a:rPr lang="en-US" altLang="zh-CN" sz="2800" dirty="0" smtClean="0"/>
              <a:t>}</a:t>
            </a:r>
            <a:endParaRPr lang="zh-CN" altLang="zh-CN" sz="2800" dirty="0" smtClean="0"/>
          </a:p>
          <a:p>
            <a:pPr>
              <a:buFont typeface="Wingdings" pitchFamily="2" charset="2"/>
              <a:buNone/>
            </a:pPr>
            <a:endParaRPr lang="zh-CN" altLang="en-US" dirty="0" smtClean="0"/>
          </a:p>
        </p:txBody>
      </p:sp>
      <p:pic>
        <p:nvPicPr>
          <p:cNvPr id="261122" name="Picture 2" descr="pic8-2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27984" y="4214813"/>
            <a:ext cx="2444750"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圆角矩形标注 4"/>
          <p:cNvSpPr/>
          <p:nvPr/>
        </p:nvSpPr>
        <p:spPr bwMode="auto">
          <a:xfrm>
            <a:off x="2411760" y="857250"/>
            <a:ext cx="5572125" cy="1143000"/>
          </a:xfrm>
          <a:prstGeom prst="wedgeRoundRectCallout">
            <a:avLst>
              <a:gd name="adj1" fmla="val -31040"/>
              <a:gd name="adj2" fmla="val 91976"/>
              <a:gd name="adj3" fmla="val 16667"/>
            </a:avLst>
          </a:prstGeom>
          <a:solidFill>
            <a:srgbClr val="FFFFCC"/>
          </a:solidFill>
          <a:ln w="9525" cap="flat" cmpd="sng" algn="ctr">
            <a:solidFill>
              <a:schemeClr val="tx1"/>
            </a:solidFill>
            <a:prstDash val="solid"/>
            <a:miter lim="800000"/>
            <a:headEnd type="none" w="med" len="med"/>
            <a:tailEnd type="none" w="med" len="med"/>
          </a:ln>
          <a:effectLst/>
        </p:spPr>
        <p:txBody>
          <a:bodyPr/>
          <a:lstStyle/>
          <a:p>
            <a:r>
              <a:rPr lang="zh-CN" altLang="en-US" sz="2800" b="1" dirty="0">
                <a:solidFill>
                  <a:srgbClr val="0000CC"/>
                </a:solidFill>
                <a:latin typeface="黑体" pitchFamily="49" charset="-122"/>
                <a:ea typeface="黑体" pitchFamily="49" charset="-122"/>
              </a:rPr>
              <a:t>不能改为</a:t>
            </a:r>
            <a:endParaRPr lang="en-US" altLang="zh-CN" sz="2800" b="1" dirty="0">
              <a:solidFill>
                <a:srgbClr val="0000CC"/>
              </a:solidFill>
              <a:latin typeface="黑体" pitchFamily="49" charset="-122"/>
              <a:ea typeface="黑体" pitchFamily="49" charset="-122"/>
            </a:endParaRPr>
          </a:p>
          <a:p>
            <a:r>
              <a:rPr lang="en-US" altLang="zh-CN" sz="2800" b="1" dirty="0">
                <a:solidFill>
                  <a:srgbClr val="0000CC"/>
                </a:solidFill>
                <a:latin typeface="Verdana" pitchFamily="34" charset="0"/>
              </a:rPr>
              <a:t>char a[]=“I love China!”;</a:t>
            </a:r>
            <a:endParaRPr lang="zh-CN" altLang="zh-CN" sz="2800" b="1" dirty="0">
              <a:solidFill>
                <a:srgbClr val="0000CC"/>
              </a:solidFill>
              <a:latin typeface="Verdana" pitchFamily="34" charset="0"/>
            </a:endParaRPr>
          </a:p>
        </p:txBody>
      </p:sp>
      <p:sp>
        <p:nvSpPr>
          <p:cNvPr id="6" name="矩形 5"/>
          <p:cNvSpPr>
            <a:spLocks noChangeArrowheads="1"/>
          </p:cNvSpPr>
          <p:nvPr/>
        </p:nvSpPr>
        <p:spPr bwMode="auto">
          <a:xfrm>
            <a:off x="755576" y="2348880"/>
            <a:ext cx="4324424" cy="571500"/>
          </a:xfrm>
          <a:prstGeom prst="rect">
            <a:avLst/>
          </a:prstGeom>
          <a:noFill/>
          <a:ln w="38100" algn="ctr">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solidFill>
                <a:srgbClr val="FF0000"/>
              </a:solidFill>
            </a:endParaRPr>
          </a:p>
        </p:txBody>
      </p:sp>
      <p:pic>
        <p:nvPicPr>
          <p:cNvPr id="132102" name="图片 6" descr="Untitled2.png">
            <a:hlinkClick r:id="rId3" action="ppaction://hlinksldjump"/>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8429625" y="6143625"/>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6071078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61122"/>
                                        </p:tgtEl>
                                        <p:attrNameLst>
                                          <p:attrName>style.visibility</p:attrName>
                                        </p:attrNameLst>
                                      </p:cBhvr>
                                      <p:to>
                                        <p:strVal val="visible"/>
                                      </p:to>
                                    </p:set>
                                    <p:animEffect transition="in" filter="blinds(horizontal)">
                                      <p:cBhvr>
                                        <p:cTn id="7" dur="500"/>
                                        <p:tgtEl>
                                          <p:spTgt spid="26112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linds(horizontal)">
                                      <p:cBhvr>
                                        <p:cTn id="12" dur="500"/>
                                        <p:tgtEl>
                                          <p:spTgt spid="6"/>
                                        </p:tgtEl>
                                      </p:cBhvr>
                                    </p:animEffect>
                                  </p:childTnLst>
                                </p:cTn>
                              </p:par>
                            </p:childTnLst>
                          </p:cTn>
                        </p:par>
                        <p:par>
                          <p:cTn id="13" fill="hold" nodeType="afterGroup">
                            <p:stCondLst>
                              <p:cond delay="500"/>
                            </p:stCondLst>
                            <p:childTnLst>
                              <p:par>
                                <p:cTn id="14" presetID="3" presetClass="entr" presetSubtype="10" fill="hold" grpId="0" nodeType="after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blinds(horizontal)">
                                      <p:cBhvr>
                                        <p:cTn id="16"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1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47" name="Rectangle 3"/>
          <p:cNvSpPr>
            <a:spLocks noGrp="1" noChangeArrowheads="1"/>
          </p:cNvSpPr>
          <p:nvPr>
            <p:ph type="body" idx="1"/>
          </p:nvPr>
        </p:nvSpPr>
        <p:spPr>
          <a:xfrm>
            <a:off x="251520" y="548680"/>
            <a:ext cx="8784976" cy="4929187"/>
          </a:xfrm>
        </p:spPr>
        <p:txBody>
          <a:bodyPr/>
          <a:lstStyle/>
          <a:p>
            <a:pPr marL="0" indent="0">
              <a:lnSpc>
                <a:spcPct val="150000"/>
              </a:lnSpc>
              <a:spcBef>
                <a:spcPts val="0"/>
              </a:spcBef>
            </a:pPr>
            <a:r>
              <a:rPr lang="zh-CN" altLang="zh-CN" sz="2800" dirty="0" smtClean="0">
                <a:latin typeface="黑体" pitchFamily="49" charset="-122"/>
                <a:ea typeface="黑体" pitchFamily="49" charset="-122"/>
              </a:rPr>
              <a:t>用字符数组和字符指针变量都能实现字符串的存储和运算，但它们二者之间是有区别的，不应混为一谈，主要有以下几点。</a:t>
            </a:r>
          </a:p>
          <a:p>
            <a:pPr marL="0" lvl="1" indent="0">
              <a:lnSpc>
                <a:spcPct val="150000"/>
              </a:lnSpc>
              <a:spcBef>
                <a:spcPts val="0"/>
              </a:spcBef>
              <a:buFont typeface="Wingdings" pitchFamily="2" charset="2"/>
              <a:buNone/>
            </a:pPr>
            <a:r>
              <a:rPr lang="en-US" altLang="zh-CN" sz="2800" dirty="0" smtClean="0">
                <a:latin typeface="黑体" pitchFamily="49" charset="-122"/>
                <a:ea typeface="黑体" pitchFamily="49" charset="-122"/>
              </a:rPr>
              <a:t>(6) </a:t>
            </a:r>
            <a:r>
              <a:rPr lang="zh-CN" altLang="zh-CN" sz="2800" dirty="0" smtClean="0">
                <a:latin typeface="黑体" pitchFamily="49" charset="-122"/>
                <a:ea typeface="黑体" pitchFamily="49" charset="-122"/>
              </a:rPr>
              <a:t>字符数组中各元素的值是可以改变的，但字符指针变量指向的字符串常量中的内容是</a:t>
            </a:r>
            <a:r>
              <a:rPr lang="zh-CN" altLang="zh-CN" sz="2800" dirty="0" smtClean="0">
                <a:solidFill>
                  <a:srgbClr val="FF0000"/>
                </a:solidFill>
                <a:latin typeface="黑体" pitchFamily="49" charset="-122"/>
                <a:ea typeface="黑体" pitchFamily="49" charset="-122"/>
              </a:rPr>
              <a:t>不可以</a:t>
            </a:r>
            <a:r>
              <a:rPr lang="zh-CN" altLang="zh-CN" sz="2800" dirty="0" smtClean="0">
                <a:latin typeface="黑体" pitchFamily="49" charset="-122"/>
                <a:ea typeface="黑体" pitchFamily="49" charset="-122"/>
              </a:rPr>
              <a:t>被取代的。</a:t>
            </a:r>
            <a:endParaRPr lang="en-US" altLang="zh-CN" sz="2800" dirty="0" smtClean="0">
              <a:latin typeface="黑体" pitchFamily="49" charset="-122"/>
              <a:ea typeface="黑体" pitchFamily="49" charset="-122"/>
            </a:endParaRPr>
          </a:p>
          <a:p>
            <a:pPr marL="0" lvl="1" indent="0">
              <a:lnSpc>
                <a:spcPct val="150000"/>
              </a:lnSpc>
              <a:spcBef>
                <a:spcPts val="0"/>
              </a:spcBef>
              <a:buFont typeface="Wingdings" pitchFamily="2" charset="2"/>
              <a:buNone/>
            </a:pPr>
            <a:r>
              <a:rPr lang="en-US" altLang="zh-CN" sz="2800" dirty="0" smtClean="0">
                <a:latin typeface="黑体" pitchFamily="49" charset="-122"/>
                <a:ea typeface="黑体" pitchFamily="49" charset="-122"/>
              </a:rPr>
              <a:t>char a[]=”House”,*b=” House”;</a:t>
            </a:r>
          </a:p>
          <a:p>
            <a:pPr marL="0" lvl="1" indent="0">
              <a:lnSpc>
                <a:spcPct val="150000"/>
              </a:lnSpc>
              <a:spcBef>
                <a:spcPts val="0"/>
              </a:spcBef>
              <a:buFont typeface="Wingdings" pitchFamily="2" charset="2"/>
              <a:buNone/>
            </a:pPr>
            <a:r>
              <a:rPr lang="en-US" altLang="zh-CN" sz="2800" dirty="0" smtClean="0">
                <a:latin typeface="黑体" pitchFamily="49" charset="-122"/>
                <a:ea typeface="黑体" pitchFamily="49" charset="-122"/>
              </a:rPr>
              <a:t>a[2]=’r’;        </a:t>
            </a:r>
            <a:r>
              <a:rPr lang="zh-CN" altLang="en-US" sz="2800" dirty="0" smtClean="0">
                <a:solidFill>
                  <a:srgbClr val="FF0000"/>
                </a:solidFill>
                <a:latin typeface="黑体" pitchFamily="49" charset="-122"/>
                <a:ea typeface="黑体" pitchFamily="49" charset="-122"/>
              </a:rPr>
              <a:t>对</a:t>
            </a:r>
            <a:endParaRPr lang="zh-CN" altLang="zh-CN" sz="2800" dirty="0" smtClean="0">
              <a:solidFill>
                <a:srgbClr val="FF0000"/>
              </a:solidFill>
              <a:latin typeface="黑体" pitchFamily="49" charset="-122"/>
              <a:ea typeface="黑体" pitchFamily="49" charset="-122"/>
            </a:endParaRPr>
          </a:p>
        </p:txBody>
      </p:sp>
      <p:pic>
        <p:nvPicPr>
          <p:cNvPr id="133124" name="图片 3" descr="Untitled2.png">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429625" y="6143625"/>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3"/>
          <p:cNvSpPr txBox="1">
            <a:spLocks noChangeArrowheads="1"/>
          </p:cNvSpPr>
          <p:nvPr/>
        </p:nvSpPr>
        <p:spPr bwMode="auto">
          <a:xfrm>
            <a:off x="323528" y="5025828"/>
            <a:ext cx="7929563" cy="135274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Wingdings" pitchFamily="2" charset="2"/>
              <a:defRPr sz="2400" b="1">
                <a:solidFill>
                  <a:schemeClr val="tx1"/>
                </a:solidFill>
                <a:latin typeface="+mn-lt"/>
                <a:ea typeface="+mn-ea"/>
                <a:cs typeface="华文楷体"/>
              </a:defRPr>
            </a:lvl1pPr>
            <a:lvl2pPr marL="742950" indent="-285750" algn="l" rtl="0" eaLnBrk="0" fontAlgn="base" hangingPunct="0">
              <a:spcBef>
                <a:spcPct val="20000"/>
              </a:spcBef>
              <a:spcAft>
                <a:spcPct val="0"/>
              </a:spcAft>
              <a:defRPr sz="2000" b="1">
                <a:solidFill>
                  <a:schemeClr val="tx1"/>
                </a:solidFill>
                <a:latin typeface="+mn-lt"/>
                <a:ea typeface="+mn-ea"/>
                <a:cs typeface="华文楷体"/>
              </a:defRPr>
            </a:lvl2pPr>
            <a:lvl3pPr marL="1143000" indent="-228600" algn="l" rtl="0" eaLnBrk="0" fontAlgn="base" hangingPunct="0">
              <a:spcBef>
                <a:spcPct val="20000"/>
              </a:spcBef>
              <a:spcAft>
                <a:spcPct val="0"/>
              </a:spcAft>
              <a:defRPr sz="2000" b="1">
                <a:solidFill>
                  <a:schemeClr val="tx1"/>
                </a:solidFill>
                <a:latin typeface="+mn-lt"/>
                <a:ea typeface="+mn-ea"/>
                <a:cs typeface="华文楷体"/>
              </a:defRPr>
            </a:lvl3pPr>
            <a:lvl4pPr marL="1600200" indent="-228600" algn="l" rtl="0" eaLnBrk="0" fontAlgn="base" hangingPunct="0">
              <a:spcBef>
                <a:spcPct val="20000"/>
              </a:spcBef>
              <a:spcAft>
                <a:spcPct val="0"/>
              </a:spcAft>
              <a:defRPr sz="2000" b="1">
                <a:solidFill>
                  <a:schemeClr val="tx1"/>
                </a:solidFill>
                <a:latin typeface="+mn-lt"/>
                <a:ea typeface="+mn-ea"/>
                <a:cs typeface="华文楷体"/>
              </a:defRPr>
            </a:lvl4pPr>
            <a:lvl5pPr marL="2057400" indent="-228600" algn="l" rtl="0" eaLnBrk="0" fontAlgn="base" hangingPunct="0">
              <a:spcBef>
                <a:spcPct val="20000"/>
              </a:spcBef>
              <a:spcAft>
                <a:spcPct val="0"/>
              </a:spcAft>
              <a:defRPr sz="2000" b="1">
                <a:solidFill>
                  <a:schemeClr val="tx1"/>
                </a:solidFill>
                <a:latin typeface="+mn-lt"/>
                <a:ea typeface="+mn-ea"/>
                <a:cs typeface="华文楷体"/>
              </a:defRPr>
            </a:lvl5pPr>
            <a:lvl6pPr marL="2514600" indent="-228600" algn="l" rtl="0" fontAlgn="base">
              <a:spcBef>
                <a:spcPct val="20000"/>
              </a:spcBef>
              <a:spcAft>
                <a:spcPct val="0"/>
              </a:spcAft>
              <a:defRPr sz="2000" b="1">
                <a:solidFill>
                  <a:schemeClr val="tx1"/>
                </a:solidFill>
                <a:latin typeface="+mn-lt"/>
                <a:ea typeface="+mn-ea"/>
              </a:defRPr>
            </a:lvl6pPr>
            <a:lvl7pPr marL="2971800" indent="-228600" algn="l" rtl="0" fontAlgn="base">
              <a:spcBef>
                <a:spcPct val="20000"/>
              </a:spcBef>
              <a:spcAft>
                <a:spcPct val="0"/>
              </a:spcAft>
              <a:defRPr sz="2000" b="1">
                <a:solidFill>
                  <a:schemeClr val="tx1"/>
                </a:solidFill>
                <a:latin typeface="+mn-lt"/>
                <a:ea typeface="+mn-ea"/>
              </a:defRPr>
            </a:lvl7pPr>
            <a:lvl8pPr marL="3429000" indent="-228600" algn="l" rtl="0" fontAlgn="base">
              <a:spcBef>
                <a:spcPct val="20000"/>
              </a:spcBef>
              <a:spcAft>
                <a:spcPct val="0"/>
              </a:spcAft>
              <a:defRPr sz="2000" b="1">
                <a:solidFill>
                  <a:schemeClr val="tx1"/>
                </a:solidFill>
                <a:latin typeface="+mn-lt"/>
                <a:ea typeface="+mn-ea"/>
              </a:defRPr>
            </a:lvl8pPr>
            <a:lvl9pPr marL="3886200" indent="-228600" algn="l" rtl="0" fontAlgn="base">
              <a:spcBef>
                <a:spcPct val="20000"/>
              </a:spcBef>
              <a:spcAft>
                <a:spcPct val="0"/>
              </a:spcAft>
              <a:defRPr sz="2000" b="1">
                <a:solidFill>
                  <a:schemeClr val="tx1"/>
                </a:solidFill>
                <a:latin typeface="+mn-lt"/>
                <a:ea typeface="+mn-ea"/>
              </a:defRPr>
            </a:lvl9pPr>
          </a:lstStyle>
          <a:p>
            <a:pPr marL="0" lvl="1" indent="0">
              <a:lnSpc>
                <a:spcPct val="150000"/>
              </a:lnSpc>
              <a:spcBef>
                <a:spcPts val="0"/>
              </a:spcBef>
              <a:buFont typeface="Wingdings" pitchFamily="2" charset="2"/>
              <a:buNone/>
            </a:pPr>
            <a:r>
              <a:rPr lang="en-US" altLang="zh-CN" sz="2800" dirty="0" smtClean="0"/>
              <a:t>char a[]=”House”,*b=”House”;</a:t>
            </a:r>
          </a:p>
          <a:p>
            <a:pPr marL="0" lvl="1" indent="0">
              <a:lnSpc>
                <a:spcPct val="150000"/>
              </a:lnSpc>
              <a:spcBef>
                <a:spcPts val="0"/>
              </a:spcBef>
              <a:buFont typeface="Wingdings" pitchFamily="2" charset="2"/>
              <a:buNone/>
            </a:pPr>
            <a:r>
              <a:rPr lang="en-US" altLang="zh-CN" sz="2800" dirty="0" smtClean="0"/>
              <a:t>b[2]=’r’;        </a:t>
            </a:r>
            <a:r>
              <a:rPr lang="zh-CN" altLang="en-US" sz="2800" dirty="0" smtClean="0">
                <a:solidFill>
                  <a:srgbClr val="FF0000"/>
                </a:solidFill>
                <a:latin typeface="黑体" pitchFamily="49" charset="-122"/>
                <a:ea typeface="黑体" pitchFamily="49" charset="-122"/>
              </a:rPr>
              <a:t>错</a:t>
            </a:r>
            <a:endParaRPr lang="zh-CN" altLang="zh-CN" sz="2800" dirty="0" smtClean="0">
              <a:solidFill>
                <a:srgbClr val="FF0000"/>
              </a:solidFill>
              <a:latin typeface="黑体" pitchFamily="49" charset="-122"/>
              <a:ea typeface="黑体" pitchFamily="49" charset="-122"/>
            </a:endParaRPr>
          </a:p>
        </p:txBody>
      </p:sp>
    </p:spTree>
    <p:extLst>
      <p:ext uri="{BB962C8B-B14F-4D97-AF65-F5344CB8AC3E}">
        <p14:creationId xmlns:p14="http://schemas.microsoft.com/office/powerpoint/2010/main" val="2867502390"/>
      </p:ext>
    </p:extLst>
  </p:cSld>
  <p:clrMapOvr>
    <a:masterClrMapping/>
  </p:clrMapOvr>
  <p:transition spd="med">
    <p:blinds/>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nodeType="afterEffect">
                                  <p:stCondLst>
                                    <p:cond delay="0"/>
                                  </p:stCondLst>
                                  <p:childTnLst>
                                    <p:set>
                                      <p:cBhvr>
                                        <p:cTn id="6" dur="1" fill="hold">
                                          <p:stCondLst>
                                            <p:cond delay="0"/>
                                          </p:stCondLst>
                                        </p:cTn>
                                        <p:tgtEl>
                                          <p:spTgt spid="6147">
                                            <p:txEl>
                                              <p:pRg st="1" end="1"/>
                                            </p:txEl>
                                          </p:spTgt>
                                        </p:tgtEl>
                                        <p:attrNameLst>
                                          <p:attrName>style.visibility</p:attrName>
                                        </p:attrNameLst>
                                      </p:cBhvr>
                                      <p:to>
                                        <p:strVal val="visible"/>
                                      </p:to>
                                    </p:set>
                                    <p:animEffect transition="in" filter="blinds(horizontal)">
                                      <p:cBhvr>
                                        <p:cTn id="7" dur="500"/>
                                        <p:tgtEl>
                                          <p:spTgt spid="6147">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6147">
                                            <p:txEl>
                                              <p:pRg st="2" end="2"/>
                                            </p:txEl>
                                          </p:spTgt>
                                        </p:tgtEl>
                                        <p:attrNameLst>
                                          <p:attrName>style.visibility</p:attrName>
                                        </p:attrNameLst>
                                      </p:cBhvr>
                                      <p:to>
                                        <p:strVal val="visible"/>
                                      </p:to>
                                    </p:set>
                                    <p:animEffect transition="in" filter="blinds(horizontal)">
                                      <p:cBhvr>
                                        <p:cTn id="12" dur="500"/>
                                        <p:tgtEl>
                                          <p:spTgt spid="6147">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6147">
                                            <p:txEl>
                                              <p:pRg st="3" end="3"/>
                                            </p:txEl>
                                          </p:spTgt>
                                        </p:tgtEl>
                                        <p:attrNameLst>
                                          <p:attrName>style.visibility</p:attrName>
                                        </p:attrNameLst>
                                      </p:cBhvr>
                                      <p:to>
                                        <p:strVal val="visible"/>
                                      </p:to>
                                    </p:set>
                                    <p:animEffect transition="in" filter="blinds(horizontal)">
                                      <p:cBhvr>
                                        <p:cTn id="17" dur="500"/>
                                        <p:tgtEl>
                                          <p:spTgt spid="6147">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 calcmode="lin" valueType="num">
                                      <p:cBhvr additive="base">
                                        <p:cTn id="22" dur="500" fill="hold"/>
                                        <p:tgtEl>
                                          <p:spTgt spid="6"/>
                                        </p:tgtEl>
                                        <p:attrNameLst>
                                          <p:attrName>ppt_x</p:attrName>
                                        </p:attrNameLst>
                                      </p:cBhvr>
                                      <p:tavLst>
                                        <p:tav tm="0">
                                          <p:val>
                                            <p:strVal val="#ppt_x"/>
                                          </p:val>
                                        </p:tav>
                                        <p:tav tm="100000">
                                          <p:val>
                                            <p:strVal val="#ppt_x"/>
                                          </p:val>
                                        </p:tav>
                                      </p:tavLst>
                                    </p:anim>
                                    <p:anim calcmode="lin" valueType="num">
                                      <p:cBhvr additive="base">
                                        <p:cTn id="23"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47" name="Rectangle 3"/>
          <p:cNvSpPr>
            <a:spLocks noGrp="1" noChangeArrowheads="1"/>
          </p:cNvSpPr>
          <p:nvPr>
            <p:ph type="body" idx="1"/>
          </p:nvPr>
        </p:nvSpPr>
        <p:spPr>
          <a:xfrm>
            <a:off x="420367" y="395972"/>
            <a:ext cx="8320410" cy="4257164"/>
          </a:xfrm>
        </p:spPr>
        <p:txBody>
          <a:bodyPr/>
          <a:lstStyle/>
          <a:p>
            <a:pPr marL="0" indent="0">
              <a:lnSpc>
                <a:spcPct val="150000"/>
              </a:lnSpc>
              <a:spcBef>
                <a:spcPts val="0"/>
              </a:spcBef>
            </a:pPr>
            <a:r>
              <a:rPr lang="zh-CN" altLang="zh-CN" sz="2800" dirty="0" smtClean="0">
                <a:latin typeface="黑体" pitchFamily="49" charset="-122"/>
                <a:ea typeface="黑体" pitchFamily="49" charset="-122"/>
              </a:rPr>
              <a:t>用字符数组和字符指针变量都能实现字符串的存储和运算，但它们二者之间是有区别的，不应混为一谈，主要有以下几点。</a:t>
            </a:r>
          </a:p>
          <a:p>
            <a:pPr marL="0" lvl="1" indent="0">
              <a:lnSpc>
                <a:spcPct val="150000"/>
              </a:lnSpc>
              <a:spcBef>
                <a:spcPts val="0"/>
              </a:spcBef>
              <a:buFont typeface="Wingdings" pitchFamily="2" charset="2"/>
              <a:buNone/>
            </a:pPr>
            <a:r>
              <a:rPr lang="en-US" altLang="zh-CN" sz="2800" dirty="0" smtClean="0">
                <a:latin typeface="黑体" pitchFamily="49" charset="-122"/>
                <a:ea typeface="黑体" pitchFamily="49" charset="-122"/>
              </a:rPr>
              <a:t>(7) </a:t>
            </a:r>
            <a:r>
              <a:rPr lang="zh-CN" altLang="zh-CN" sz="2800" dirty="0" smtClean="0">
                <a:latin typeface="黑体" pitchFamily="49" charset="-122"/>
                <a:ea typeface="黑体" pitchFamily="49" charset="-122"/>
              </a:rPr>
              <a:t>引用数组元</a:t>
            </a:r>
            <a:r>
              <a:rPr lang="zh-CN" altLang="en-US" sz="2800" dirty="0" smtClean="0">
                <a:latin typeface="黑体" pitchFamily="49" charset="-122"/>
                <a:ea typeface="黑体" pitchFamily="49" charset="-122"/>
              </a:rPr>
              <a:t>素</a:t>
            </a:r>
            <a:endParaRPr lang="en-US" altLang="zh-CN" sz="2800" dirty="0" smtClean="0">
              <a:latin typeface="黑体" pitchFamily="49" charset="-122"/>
              <a:ea typeface="黑体" pitchFamily="49" charset="-122"/>
            </a:endParaRPr>
          </a:p>
          <a:p>
            <a:pPr marL="0" lvl="1" indent="0">
              <a:lnSpc>
                <a:spcPct val="150000"/>
              </a:lnSpc>
              <a:spcBef>
                <a:spcPts val="0"/>
              </a:spcBef>
              <a:buFont typeface="Wingdings" pitchFamily="2" charset="2"/>
              <a:buNone/>
            </a:pPr>
            <a:r>
              <a:rPr lang="en-US" altLang="zh-CN" sz="2400" dirty="0" smtClean="0">
                <a:latin typeface="黑体" pitchFamily="49" charset="-122"/>
                <a:ea typeface="黑体" pitchFamily="49" charset="-122"/>
              </a:rPr>
              <a:t>  </a:t>
            </a:r>
            <a:r>
              <a:rPr lang="zh-CN" altLang="zh-CN" sz="2400" dirty="0" smtClean="0">
                <a:latin typeface="黑体" pitchFamily="49" charset="-122"/>
                <a:ea typeface="黑体" pitchFamily="49" charset="-122"/>
              </a:rPr>
              <a:t>对字符数组可以用</a:t>
            </a:r>
            <a:r>
              <a:rPr lang="zh-CN" altLang="zh-CN" sz="2400" dirty="0" smtClean="0">
                <a:solidFill>
                  <a:srgbClr val="0000FF"/>
                </a:solidFill>
                <a:latin typeface="黑体" pitchFamily="49" charset="-122"/>
                <a:ea typeface="黑体" pitchFamily="49" charset="-122"/>
              </a:rPr>
              <a:t>下标法</a:t>
            </a:r>
            <a:r>
              <a:rPr lang="zh-CN" altLang="en-US" sz="2400" dirty="0" smtClean="0">
                <a:latin typeface="黑体" pitchFamily="49" charset="-122"/>
                <a:ea typeface="黑体" pitchFamily="49" charset="-122"/>
              </a:rPr>
              <a:t>和</a:t>
            </a:r>
            <a:r>
              <a:rPr lang="zh-CN" altLang="zh-CN" sz="2400" dirty="0" smtClean="0">
                <a:solidFill>
                  <a:srgbClr val="0000FF"/>
                </a:solidFill>
                <a:latin typeface="黑体" pitchFamily="49" charset="-122"/>
                <a:ea typeface="黑体" pitchFamily="49" charset="-122"/>
              </a:rPr>
              <a:t>地址法</a:t>
            </a:r>
            <a:r>
              <a:rPr lang="zh-CN" altLang="zh-CN" sz="2400" dirty="0" smtClean="0">
                <a:latin typeface="黑体" pitchFamily="49" charset="-122"/>
                <a:ea typeface="黑体" pitchFamily="49" charset="-122"/>
              </a:rPr>
              <a:t>引用数组元素</a:t>
            </a:r>
            <a:r>
              <a:rPr lang="zh-CN" altLang="en-US" sz="2400" dirty="0" smtClean="0">
                <a:latin typeface="黑体" pitchFamily="49" charset="-122"/>
                <a:ea typeface="黑体" pitchFamily="49" charset="-122"/>
              </a:rPr>
              <a:t>（</a:t>
            </a:r>
            <a:r>
              <a:rPr lang="en-US" altLang="zh-CN" sz="2400" dirty="0" smtClean="0">
                <a:latin typeface="黑体" pitchFamily="49" charset="-122"/>
                <a:ea typeface="黑体" pitchFamily="49" charset="-122"/>
              </a:rPr>
              <a:t>a[5],*(a+5)</a:t>
            </a:r>
            <a:r>
              <a:rPr lang="zh-CN" altLang="en-US" sz="2400" dirty="0" smtClean="0">
                <a:latin typeface="黑体" pitchFamily="49" charset="-122"/>
                <a:ea typeface="黑体" pitchFamily="49" charset="-122"/>
              </a:rPr>
              <a:t>）</a:t>
            </a:r>
            <a:r>
              <a:rPr lang="zh-CN" altLang="zh-CN" sz="2400" dirty="0" smtClean="0">
                <a:latin typeface="黑体" pitchFamily="49" charset="-122"/>
                <a:ea typeface="黑体" pitchFamily="49" charset="-122"/>
              </a:rPr>
              <a:t>。如果字符指针变量</a:t>
            </a:r>
            <a:r>
              <a:rPr lang="en-US" altLang="zh-CN" sz="2400" dirty="0" smtClean="0">
                <a:latin typeface="黑体" pitchFamily="49" charset="-122"/>
                <a:ea typeface="黑体" pitchFamily="49" charset="-122"/>
              </a:rPr>
              <a:t>p=a</a:t>
            </a:r>
            <a:r>
              <a:rPr lang="zh-CN" altLang="zh-CN" sz="2400" dirty="0" smtClean="0">
                <a:latin typeface="黑体" pitchFamily="49" charset="-122"/>
                <a:ea typeface="黑体" pitchFamily="49" charset="-122"/>
              </a:rPr>
              <a:t>，则</a:t>
            </a:r>
            <a:r>
              <a:rPr lang="zh-CN" altLang="en-US" sz="2400" dirty="0" smtClean="0">
                <a:latin typeface="黑体" pitchFamily="49" charset="-122"/>
                <a:ea typeface="黑体" pitchFamily="49" charset="-122"/>
              </a:rPr>
              <a:t>也</a:t>
            </a:r>
            <a:r>
              <a:rPr lang="zh-CN" altLang="zh-CN" sz="2400" dirty="0" smtClean="0">
                <a:latin typeface="黑体" pitchFamily="49" charset="-122"/>
                <a:ea typeface="黑体" pitchFamily="49" charset="-122"/>
              </a:rPr>
              <a:t>可以用</a:t>
            </a:r>
            <a:r>
              <a:rPr lang="zh-CN" altLang="zh-CN" sz="2400" dirty="0" smtClean="0">
                <a:solidFill>
                  <a:srgbClr val="0000FF"/>
                </a:solidFill>
                <a:latin typeface="黑体" pitchFamily="49" charset="-122"/>
                <a:ea typeface="黑体" pitchFamily="49" charset="-122"/>
              </a:rPr>
              <a:t>指针变量带下标的形式</a:t>
            </a:r>
            <a:r>
              <a:rPr lang="zh-CN" altLang="en-US" sz="2400" dirty="0" smtClean="0">
                <a:latin typeface="黑体" pitchFamily="49" charset="-122"/>
                <a:ea typeface="黑体" pitchFamily="49" charset="-122"/>
              </a:rPr>
              <a:t>和</a:t>
            </a:r>
            <a:r>
              <a:rPr lang="zh-CN" altLang="zh-CN" sz="2400" dirty="0" smtClean="0">
                <a:solidFill>
                  <a:srgbClr val="0000FF"/>
                </a:solidFill>
                <a:latin typeface="黑体" pitchFamily="49" charset="-122"/>
                <a:ea typeface="黑体" pitchFamily="49" charset="-122"/>
              </a:rPr>
              <a:t>地址法</a:t>
            </a:r>
            <a:r>
              <a:rPr lang="zh-CN" altLang="zh-CN" sz="2400" dirty="0" smtClean="0">
                <a:latin typeface="黑体" pitchFamily="49" charset="-122"/>
                <a:ea typeface="黑体" pitchFamily="49" charset="-122"/>
              </a:rPr>
              <a:t>引用</a:t>
            </a:r>
            <a:r>
              <a:rPr lang="en-US" altLang="zh-CN" sz="2400" dirty="0" smtClean="0">
                <a:latin typeface="黑体" pitchFamily="49" charset="-122"/>
                <a:ea typeface="黑体" pitchFamily="49" charset="-122"/>
              </a:rPr>
              <a:t>(p[5],*(p+5)</a:t>
            </a:r>
            <a:r>
              <a:rPr lang="zh-CN" altLang="en-US" sz="2400" dirty="0" smtClean="0">
                <a:latin typeface="黑体" pitchFamily="49" charset="-122"/>
                <a:ea typeface="黑体" pitchFamily="49" charset="-122"/>
              </a:rPr>
              <a:t>）</a:t>
            </a:r>
            <a:r>
              <a:rPr lang="zh-CN" altLang="zh-CN" sz="2400" dirty="0" smtClean="0">
                <a:latin typeface="黑体" pitchFamily="49" charset="-122"/>
                <a:ea typeface="黑体" pitchFamily="49" charset="-122"/>
              </a:rPr>
              <a:t>。</a:t>
            </a:r>
            <a:endParaRPr lang="zh-CN" altLang="zh-CN" sz="2400" dirty="0" smtClean="0">
              <a:solidFill>
                <a:srgbClr val="FF0000"/>
              </a:solidFill>
              <a:latin typeface="黑体" pitchFamily="49" charset="-122"/>
              <a:ea typeface="黑体" pitchFamily="49" charset="-122"/>
            </a:endParaRPr>
          </a:p>
        </p:txBody>
      </p:sp>
      <p:pic>
        <p:nvPicPr>
          <p:cNvPr id="135172" name="图片 3" descr="Untitled2.png">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429625" y="6143625"/>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3"/>
          <p:cNvSpPr txBox="1">
            <a:spLocks noChangeArrowheads="1"/>
          </p:cNvSpPr>
          <p:nvPr/>
        </p:nvSpPr>
        <p:spPr bwMode="auto">
          <a:xfrm>
            <a:off x="398787" y="4666557"/>
            <a:ext cx="7929563" cy="151216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Wingdings" pitchFamily="2" charset="2"/>
              <a:defRPr sz="2400" b="1">
                <a:solidFill>
                  <a:schemeClr val="tx1"/>
                </a:solidFill>
                <a:latin typeface="+mn-lt"/>
                <a:ea typeface="+mn-ea"/>
                <a:cs typeface="华文楷体"/>
              </a:defRPr>
            </a:lvl1pPr>
            <a:lvl2pPr marL="742950" indent="-285750" algn="l" rtl="0" eaLnBrk="0" fontAlgn="base" hangingPunct="0">
              <a:spcBef>
                <a:spcPct val="20000"/>
              </a:spcBef>
              <a:spcAft>
                <a:spcPct val="0"/>
              </a:spcAft>
              <a:defRPr sz="2000" b="1">
                <a:solidFill>
                  <a:schemeClr val="tx1"/>
                </a:solidFill>
                <a:latin typeface="+mn-lt"/>
                <a:ea typeface="+mn-ea"/>
                <a:cs typeface="华文楷体"/>
              </a:defRPr>
            </a:lvl2pPr>
            <a:lvl3pPr marL="1143000" indent="-228600" algn="l" rtl="0" eaLnBrk="0" fontAlgn="base" hangingPunct="0">
              <a:spcBef>
                <a:spcPct val="20000"/>
              </a:spcBef>
              <a:spcAft>
                <a:spcPct val="0"/>
              </a:spcAft>
              <a:defRPr sz="2000" b="1">
                <a:solidFill>
                  <a:schemeClr val="tx1"/>
                </a:solidFill>
                <a:latin typeface="+mn-lt"/>
                <a:ea typeface="+mn-ea"/>
                <a:cs typeface="华文楷体"/>
              </a:defRPr>
            </a:lvl3pPr>
            <a:lvl4pPr marL="1600200" indent="-228600" algn="l" rtl="0" eaLnBrk="0" fontAlgn="base" hangingPunct="0">
              <a:spcBef>
                <a:spcPct val="20000"/>
              </a:spcBef>
              <a:spcAft>
                <a:spcPct val="0"/>
              </a:spcAft>
              <a:defRPr sz="2000" b="1">
                <a:solidFill>
                  <a:schemeClr val="tx1"/>
                </a:solidFill>
                <a:latin typeface="+mn-lt"/>
                <a:ea typeface="+mn-ea"/>
                <a:cs typeface="华文楷体"/>
              </a:defRPr>
            </a:lvl4pPr>
            <a:lvl5pPr marL="2057400" indent="-228600" algn="l" rtl="0" eaLnBrk="0" fontAlgn="base" hangingPunct="0">
              <a:spcBef>
                <a:spcPct val="20000"/>
              </a:spcBef>
              <a:spcAft>
                <a:spcPct val="0"/>
              </a:spcAft>
              <a:defRPr sz="2000" b="1">
                <a:solidFill>
                  <a:schemeClr val="tx1"/>
                </a:solidFill>
                <a:latin typeface="+mn-lt"/>
                <a:ea typeface="+mn-ea"/>
                <a:cs typeface="华文楷体"/>
              </a:defRPr>
            </a:lvl5pPr>
            <a:lvl6pPr marL="2514600" indent="-228600" algn="l" rtl="0" fontAlgn="base">
              <a:spcBef>
                <a:spcPct val="20000"/>
              </a:spcBef>
              <a:spcAft>
                <a:spcPct val="0"/>
              </a:spcAft>
              <a:defRPr sz="2000" b="1">
                <a:solidFill>
                  <a:schemeClr val="tx1"/>
                </a:solidFill>
                <a:latin typeface="+mn-lt"/>
                <a:ea typeface="+mn-ea"/>
              </a:defRPr>
            </a:lvl6pPr>
            <a:lvl7pPr marL="2971800" indent="-228600" algn="l" rtl="0" fontAlgn="base">
              <a:spcBef>
                <a:spcPct val="20000"/>
              </a:spcBef>
              <a:spcAft>
                <a:spcPct val="0"/>
              </a:spcAft>
              <a:defRPr sz="2000" b="1">
                <a:solidFill>
                  <a:schemeClr val="tx1"/>
                </a:solidFill>
                <a:latin typeface="+mn-lt"/>
                <a:ea typeface="+mn-ea"/>
              </a:defRPr>
            </a:lvl7pPr>
            <a:lvl8pPr marL="3429000" indent="-228600" algn="l" rtl="0" fontAlgn="base">
              <a:spcBef>
                <a:spcPct val="20000"/>
              </a:spcBef>
              <a:spcAft>
                <a:spcPct val="0"/>
              </a:spcAft>
              <a:defRPr sz="2000" b="1">
                <a:solidFill>
                  <a:schemeClr val="tx1"/>
                </a:solidFill>
                <a:latin typeface="+mn-lt"/>
                <a:ea typeface="+mn-ea"/>
              </a:defRPr>
            </a:lvl8pPr>
            <a:lvl9pPr marL="3886200" indent="-228600" algn="l" rtl="0" fontAlgn="base">
              <a:spcBef>
                <a:spcPct val="20000"/>
              </a:spcBef>
              <a:spcAft>
                <a:spcPct val="0"/>
              </a:spcAft>
              <a:defRPr sz="2000" b="1">
                <a:solidFill>
                  <a:schemeClr val="tx1"/>
                </a:solidFill>
                <a:latin typeface="+mn-lt"/>
                <a:ea typeface="+mn-ea"/>
              </a:defRPr>
            </a:lvl9pPr>
          </a:lstStyle>
          <a:p>
            <a:pPr marL="0" lvl="1" indent="0">
              <a:lnSpc>
                <a:spcPct val="150000"/>
              </a:lnSpc>
              <a:spcBef>
                <a:spcPts val="0"/>
              </a:spcBef>
              <a:buFont typeface="Wingdings" pitchFamily="2" charset="2"/>
              <a:buNone/>
            </a:pPr>
            <a:r>
              <a:rPr lang="en-US" altLang="zh-CN" sz="2400" dirty="0" smtClean="0">
                <a:latin typeface="黑体" pitchFamily="49" charset="-122"/>
                <a:ea typeface="黑体" pitchFamily="49" charset="-122"/>
              </a:rPr>
              <a:t>char *a=</a:t>
            </a:r>
            <a:r>
              <a:rPr lang="zh-CN" altLang="zh-CN" sz="2400" dirty="0" smtClean="0">
                <a:latin typeface="黑体" pitchFamily="49" charset="-122"/>
                <a:ea typeface="黑体" pitchFamily="49" charset="-122"/>
              </a:rPr>
              <a:t>″</a:t>
            </a:r>
            <a:r>
              <a:rPr lang="en-US" altLang="zh-CN" sz="2400" dirty="0" smtClean="0">
                <a:latin typeface="黑体" pitchFamily="49" charset="-122"/>
                <a:ea typeface="黑体" pitchFamily="49" charset="-122"/>
              </a:rPr>
              <a:t>I love China!</a:t>
            </a:r>
            <a:r>
              <a:rPr lang="zh-CN" altLang="zh-CN" sz="2400" dirty="0" smtClean="0">
                <a:latin typeface="黑体" pitchFamily="49" charset="-122"/>
                <a:ea typeface="黑体" pitchFamily="49" charset="-122"/>
              </a:rPr>
              <a:t>″</a:t>
            </a:r>
            <a:r>
              <a:rPr lang="en-US" altLang="zh-CN" sz="2400" dirty="0" smtClean="0">
                <a:latin typeface="黑体" pitchFamily="49" charset="-122"/>
                <a:ea typeface="黑体" pitchFamily="49" charset="-122"/>
              </a:rPr>
              <a:t>;</a:t>
            </a:r>
          </a:p>
          <a:p>
            <a:pPr marL="0" lvl="1" indent="0">
              <a:lnSpc>
                <a:spcPct val="150000"/>
              </a:lnSpc>
              <a:spcBef>
                <a:spcPts val="0"/>
              </a:spcBef>
              <a:buFont typeface="Wingdings" pitchFamily="2" charset="2"/>
              <a:buNone/>
            </a:pPr>
            <a:r>
              <a:rPr lang="zh-CN" altLang="zh-CN" sz="2400" dirty="0" smtClean="0">
                <a:latin typeface="黑体" pitchFamily="49" charset="-122"/>
                <a:ea typeface="黑体" pitchFamily="49" charset="-122"/>
              </a:rPr>
              <a:t>则</a:t>
            </a:r>
            <a:r>
              <a:rPr lang="en-US" altLang="zh-CN" sz="2400" dirty="0" smtClean="0">
                <a:latin typeface="黑体" pitchFamily="49" charset="-122"/>
                <a:ea typeface="黑体" pitchFamily="49" charset="-122"/>
              </a:rPr>
              <a:t>a[5]</a:t>
            </a:r>
            <a:r>
              <a:rPr lang="zh-CN" altLang="zh-CN" sz="2400" dirty="0" smtClean="0">
                <a:latin typeface="黑体" pitchFamily="49" charset="-122"/>
                <a:ea typeface="黑体" pitchFamily="49" charset="-122"/>
              </a:rPr>
              <a:t>的值是第</a:t>
            </a:r>
            <a:r>
              <a:rPr lang="en-US" altLang="zh-CN" sz="2400" dirty="0" smtClean="0">
                <a:latin typeface="黑体" pitchFamily="49" charset="-122"/>
                <a:ea typeface="黑体" pitchFamily="49" charset="-122"/>
              </a:rPr>
              <a:t>6</a:t>
            </a:r>
            <a:r>
              <a:rPr lang="zh-CN" altLang="zh-CN" sz="2400" dirty="0" smtClean="0">
                <a:latin typeface="黑体" pitchFamily="49" charset="-122"/>
                <a:ea typeface="黑体" pitchFamily="49" charset="-122"/>
              </a:rPr>
              <a:t>个字符，即</a:t>
            </a:r>
            <a:r>
              <a:rPr lang="zh-CN" altLang="en-US" sz="2400" dirty="0" smtClean="0">
                <a:latin typeface="黑体" pitchFamily="49" charset="-122"/>
                <a:ea typeface="黑体" pitchFamily="49" charset="-122"/>
              </a:rPr>
              <a:t>字母</a:t>
            </a:r>
            <a:r>
              <a:rPr lang="en-US" altLang="zh-CN" sz="2400" dirty="0" smtClean="0">
                <a:latin typeface="黑体" pitchFamily="49" charset="-122"/>
                <a:ea typeface="黑体" pitchFamily="49" charset="-122"/>
              </a:rPr>
              <a:t>’e’</a:t>
            </a:r>
            <a:endParaRPr lang="zh-CN" altLang="zh-CN" sz="2400" dirty="0" smtClean="0">
              <a:solidFill>
                <a:srgbClr val="FF0000"/>
              </a:solidFill>
              <a:latin typeface="黑体" pitchFamily="49" charset="-122"/>
              <a:ea typeface="黑体" pitchFamily="49" charset="-122"/>
            </a:endParaRPr>
          </a:p>
        </p:txBody>
      </p:sp>
    </p:spTree>
    <p:extLst>
      <p:ext uri="{BB962C8B-B14F-4D97-AF65-F5344CB8AC3E}">
        <p14:creationId xmlns:p14="http://schemas.microsoft.com/office/powerpoint/2010/main" val="2005984258"/>
      </p:ext>
    </p:extLst>
  </p:cSld>
  <p:clrMapOvr>
    <a:masterClrMapping/>
  </p:clrMapOvr>
  <p:transition spd="med">
    <p:blinds/>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nodeType="afterEffect">
                                  <p:stCondLst>
                                    <p:cond delay="0"/>
                                  </p:stCondLst>
                                  <p:childTnLst>
                                    <p:set>
                                      <p:cBhvr>
                                        <p:cTn id="6" dur="1" fill="hold">
                                          <p:stCondLst>
                                            <p:cond delay="0"/>
                                          </p:stCondLst>
                                        </p:cTn>
                                        <p:tgtEl>
                                          <p:spTgt spid="6147">
                                            <p:txEl>
                                              <p:pRg st="1" end="1"/>
                                            </p:txEl>
                                          </p:spTgt>
                                        </p:tgtEl>
                                        <p:attrNameLst>
                                          <p:attrName>style.visibility</p:attrName>
                                        </p:attrNameLst>
                                      </p:cBhvr>
                                      <p:to>
                                        <p:strVal val="visible"/>
                                      </p:to>
                                    </p:set>
                                    <p:animEffect transition="in" filter="blinds(horizontal)">
                                      <p:cBhvr>
                                        <p:cTn id="7" dur="500"/>
                                        <p:tgtEl>
                                          <p:spTgt spid="6147">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6147">
                                            <p:txEl>
                                              <p:pRg st="2" end="2"/>
                                            </p:txEl>
                                          </p:spTgt>
                                        </p:tgtEl>
                                        <p:attrNameLst>
                                          <p:attrName>style.visibility</p:attrName>
                                        </p:attrNameLst>
                                      </p:cBhvr>
                                      <p:to>
                                        <p:strVal val="visible"/>
                                      </p:to>
                                    </p:set>
                                    <p:animEffect transition="in" filter="blinds(horizontal)">
                                      <p:cBhvr>
                                        <p:cTn id="12" dur="500"/>
                                        <p:tgtEl>
                                          <p:spTgt spid="6147">
                                            <p:txEl>
                                              <p:pRg st="2" end="2"/>
                                            </p:txEl>
                                          </p:spTgt>
                                        </p:tgtEl>
                                      </p:cBhvr>
                                    </p:animEffect>
                                  </p:childTnLst>
                                </p:cTn>
                              </p:par>
                            </p:childTnLst>
                          </p:cTn>
                        </p:par>
                        <p:par>
                          <p:cTn id="13" fill="hold">
                            <p:stCondLst>
                              <p:cond delay="500"/>
                            </p:stCondLst>
                            <p:childTnLst>
                              <p:par>
                                <p:cTn id="14" presetID="3" presetClass="entr" presetSubtype="10" fill="hold" nodeType="afterEffect">
                                  <p:stCondLst>
                                    <p:cond delay="0"/>
                                  </p:stCondLst>
                                  <p:childTnLst>
                                    <p:set>
                                      <p:cBhvr>
                                        <p:cTn id="15" dur="1" fill="hold">
                                          <p:stCondLst>
                                            <p:cond delay="0"/>
                                          </p:stCondLst>
                                        </p:cTn>
                                        <p:tgtEl>
                                          <p:spTgt spid="6">
                                            <p:txEl>
                                              <p:pRg st="0" end="0"/>
                                            </p:txEl>
                                          </p:spTgt>
                                        </p:tgtEl>
                                        <p:attrNameLst>
                                          <p:attrName>style.visibility</p:attrName>
                                        </p:attrNameLst>
                                      </p:cBhvr>
                                      <p:to>
                                        <p:strVal val="visible"/>
                                      </p:to>
                                    </p:set>
                                    <p:animEffect transition="in" filter="blinds(horizontal)">
                                      <p:cBhvr>
                                        <p:cTn id="16" dur="500"/>
                                        <p:tgtEl>
                                          <p:spTgt spid="6">
                                            <p:txEl>
                                              <p:pRg st="0" end="0"/>
                                            </p:txEl>
                                          </p:spTgt>
                                        </p:tgtEl>
                                      </p:cBhvr>
                                    </p:animEffect>
                                  </p:childTnLst>
                                </p:cTn>
                              </p:par>
                            </p:childTnLst>
                          </p:cTn>
                        </p:par>
                        <p:par>
                          <p:cTn id="17" fill="hold">
                            <p:stCondLst>
                              <p:cond delay="1000"/>
                            </p:stCondLst>
                            <p:childTnLst>
                              <p:par>
                                <p:cTn id="18" presetID="3" presetClass="entr" presetSubtype="10" fill="hold" nodeType="afterEffect">
                                  <p:stCondLst>
                                    <p:cond delay="0"/>
                                  </p:stCondLst>
                                  <p:childTnLst>
                                    <p:set>
                                      <p:cBhvr>
                                        <p:cTn id="19" dur="1" fill="hold">
                                          <p:stCondLst>
                                            <p:cond delay="0"/>
                                          </p:stCondLst>
                                        </p:cTn>
                                        <p:tgtEl>
                                          <p:spTgt spid="6">
                                            <p:txEl>
                                              <p:pRg st="1" end="1"/>
                                            </p:txEl>
                                          </p:spTgt>
                                        </p:tgtEl>
                                        <p:attrNameLst>
                                          <p:attrName>style.visibility</p:attrName>
                                        </p:attrNameLst>
                                      </p:cBhvr>
                                      <p:to>
                                        <p:strVal val="visible"/>
                                      </p:to>
                                    </p:set>
                                    <p:animEffect transition="in" filter="blinds(horizontal)">
                                      <p:cBhvr>
                                        <p:cTn id="20" dur="500"/>
                                        <p:tgtEl>
                                          <p:spTgt spid="6">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47" name="Rectangle 3"/>
          <p:cNvSpPr>
            <a:spLocks noGrp="1" noChangeArrowheads="1"/>
          </p:cNvSpPr>
          <p:nvPr>
            <p:ph type="body" idx="1"/>
          </p:nvPr>
        </p:nvSpPr>
        <p:spPr>
          <a:xfrm>
            <a:off x="708110" y="764704"/>
            <a:ext cx="7929563" cy="4786312"/>
          </a:xfrm>
        </p:spPr>
        <p:txBody>
          <a:bodyPr/>
          <a:lstStyle/>
          <a:p>
            <a:pPr marL="0" indent="0">
              <a:lnSpc>
                <a:spcPct val="150000"/>
              </a:lnSpc>
              <a:spcBef>
                <a:spcPts val="0"/>
              </a:spcBef>
            </a:pPr>
            <a:r>
              <a:rPr lang="zh-CN" altLang="zh-CN" sz="2800" dirty="0" smtClean="0">
                <a:latin typeface="黑体" pitchFamily="49" charset="-122"/>
                <a:ea typeface="黑体" pitchFamily="49" charset="-122"/>
              </a:rPr>
              <a:t>用字符数组和字符指针变量都能实现字符串的存储和运算，但它们二者之间是有区别的，不应混为一谈，主要有以下几点。</a:t>
            </a:r>
          </a:p>
          <a:p>
            <a:pPr marL="0" lvl="1" indent="0">
              <a:lnSpc>
                <a:spcPct val="150000"/>
              </a:lnSpc>
              <a:spcBef>
                <a:spcPts val="0"/>
              </a:spcBef>
              <a:buFont typeface="Wingdings" pitchFamily="2" charset="2"/>
              <a:buNone/>
            </a:pPr>
            <a:r>
              <a:rPr lang="en-US" altLang="zh-CN" sz="2800" dirty="0" smtClean="0">
                <a:latin typeface="黑体" pitchFamily="49" charset="-122"/>
                <a:ea typeface="黑体" pitchFamily="49" charset="-122"/>
              </a:rPr>
              <a:t>(8) </a:t>
            </a:r>
            <a:r>
              <a:rPr lang="zh-CN" altLang="zh-CN" sz="2800" dirty="0" smtClean="0">
                <a:latin typeface="黑体" pitchFamily="49" charset="-122"/>
                <a:ea typeface="黑体" pitchFamily="49" charset="-122"/>
              </a:rPr>
              <a:t>用指针变量指向一个格式字符串，可以用它代替</a:t>
            </a:r>
            <a:r>
              <a:rPr lang="en-US" altLang="zh-CN" sz="2800" dirty="0" err="1" smtClean="0">
                <a:latin typeface="黑体" pitchFamily="49" charset="-122"/>
                <a:ea typeface="黑体" pitchFamily="49" charset="-122"/>
              </a:rPr>
              <a:t>printf</a:t>
            </a:r>
            <a:r>
              <a:rPr lang="zh-CN" altLang="zh-CN" sz="2800" dirty="0" smtClean="0">
                <a:latin typeface="黑体" pitchFamily="49" charset="-122"/>
                <a:ea typeface="黑体" pitchFamily="49" charset="-122"/>
              </a:rPr>
              <a:t>函数中的格式字符串。</a:t>
            </a:r>
            <a:endParaRPr lang="zh-CN" altLang="zh-CN" sz="2800" dirty="0" smtClean="0">
              <a:solidFill>
                <a:srgbClr val="FF0000"/>
              </a:solidFill>
              <a:latin typeface="黑体" pitchFamily="49" charset="-122"/>
              <a:ea typeface="黑体" pitchFamily="49" charset="-122"/>
            </a:endParaRPr>
          </a:p>
        </p:txBody>
      </p:sp>
      <p:pic>
        <p:nvPicPr>
          <p:cNvPr id="137220" name="图片 3" descr="Untitled2.png">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429625" y="6143625"/>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3"/>
          <p:cNvSpPr txBox="1">
            <a:spLocks noChangeArrowheads="1"/>
          </p:cNvSpPr>
          <p:nvPr/>
        </p:nvSpPr>
        <p:spPr bwMode="auto">
          <a:xfrm>
            <a:off x="488237" y="4182683"/>
            <a:ext cx="7929563" cy="200082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Wingdings" pitchFamily="2" charset="2"/>
              <a:defRPr sz="2400" b="1">
                <a:solidFill>
                  <a:schemeClr val="tx1"/>
                </a:solidFill>
                <a:latin typeface="+mn-lt"/>
                <a:ea typeface="+mn-ea"/>
                <a:cs typeface="华文楷体"/>
              </a:defRPr>
            </a:lvl1pPr>
            <a:lvl2pPr marL="742950" indent="-285750" algn="l" rtl="0" eaLnBrk="0" fontAlgn="base" hangingPunct="0">
              <a:spcBef>
                <a:spcPct val="20000"/>
              </a:spcBef>
              <a:spcAft>
                <a:spcPct val="0"/>
              </a:spcAft>
              <a:defRPr sz="2000" b="1">
                <a:solidFill>
                  <a:schemeClr val="tx1"/>
                </a:solidFill>
                <a:latin typeface="+mn-lt"/>
                <a:ea typeface="+mn-ea"/>
                <a:cs typeface="华文楷体"/>
              </a:defRPr>
            </a:lvl2pPr>
            <a:lvl3pPr marL="1143000" indent="-228600" algn="l" rtl="0" eaLnBrk="0" fontAlgn="base" hangingPunct="0">
              <a:spcBef>
                <a:spcPct val="20000"/>
              </a:spcBef>
              <a:spcAft>
                <a:spcPct val="0"/>
              </a:spcAft>
              <a:defRPr sz="2000" b="1">
                <a:solidFill>
                  <a:schemeClr val="tx1"/>
                </a:solidFill>
                <a:latin typeface="+mn-lt"/>
                <a:ea typeface="+mn-ea"/>
                <a:cs typeface="华文楷体"/>
              </a:defRPr>
            </a:lvl3pPr>
            <a:lvl4pPr marL="1600200" indent="-228600" algn="l" rtl="0" eaLnBrk="0" fontAlgn="base" hangingPunct="0">
              <a:spcBef>
                <a:spcPct val="20000"/>
              </a:spcBef>
              <a:spcAft>
                <a:spcPct val="0"/>
              </a:spcAft>
              <a:defRPr sz="2000" b="1">
                <a:solidFill>
                  <a:schemeClr val="tx1"/>
                </a:solidFill>
                <a:latin typeface="+mn-lt"/>
                <a:ea typeface="+mn-ea"/>
                <a:cs typeface="华文楷体"/>
              </a:defRPr>
            </a:lvl4pPr>
            <a:lvl5pPr marL="2057400" indent="-228600" algn="l" rtl="0" eaLnBrk="0" fontAlgn="base" hangingPunct="0">
              <a:spcBef>
                <a:spcPct val="20000"/>
              </a:spcBef>
              <a:spcAft>
                <a:spcPct val="0"/>
              </a:spcAft>
              <a:defRPr sz="2000" b="1">
                <a:solidFill>
                  <a:schemeClr val="tx1"/>
                </a:solidFill>
                <a:latin typeface="+mn-lt"/>
                <a:ea typeface="+mn-ea"/>
                <a:cs typeface="华文楷体"/>
              </a:defRPr>
            </a:lvl5pPr>
            <a:lvl6pPr marL="2514600" indent="-228600" algn="l" rtl="0" fontAlgn="base">
              <a:spcBef>
                <a:spcPct val="20000"/>
              </a:spcBef>
              <a:spcAft>
                <a:spcPct val="0"/>
              </a:spcAft>
              <a:defRPr sz="2000" b="1">
                <a:solidFill>
                  <a:schemeClr val="tx1"/>
                </a:solidFill>
                <a:latin typeface="+mn-lt"/>
                <a:ea typeface="+mn-ea"/>
              </a:defRPr>
            </a:lvl6pPr>
            <a:lvl7pPr marL="2971800" indent="-228600" algn="l" rtl="0" fontAlgn="base">
              <a:spcBef>
                <a:spcPct val="20000"/>
              </a:spcBef>
              <a:spcAft>
                <a:spcPct val="0"/>
              </a:spcAft>
              <a:defRPr sz="2000" b="1">
                <a:solidFill>
                  <a:schemeClr val="tx1"/>
                </a:solidFill>
                <a:latin typeface="+mn-lt"/>
                <a:ea typeface="+mn-ea"/>
              </a:defRPr>
            </a:lvl7pPr>
            <a:lvl8pPr marL="3429000" indent="-228600" algn="l" rtl="0" fontAlgn="base">
              <a:spcBef>
                <a:spcPct val="20000"/>
              </a:spcBef>
              <a:spcAft>
                <a:spcPct val="0"/>
              </a:spcAft>
              <a:defRPr sz="2000" b="1">
                <a:solidFill>
                  <a:schemeClr val="tx1"/>
                </a:solidFill>
                <a:latin typeface="+mn-lt"/>
                <a:ea typeface="+mn-ea"/>
              </a:defRPr>
            </a:lvl8pPr>
            <a:lvl9pPr marL="3886200" indent="-228600" algn="l" rtl="0" fontAlgn="base">
              <a:spcBef>
                <a:spcPct val="20000"/>
              </a:spcBef>
              <a:spcAft>
                <a:spcPct val="0"/>
              </a:spcAft>
              <a:defRPr sz="2000" b="1">
                <a:solidFill>
                  <a:schemeClr val="tx1"/>
                </a:solidFill>
                <a:latin typeface="+mn-lt"/>
                <a:ea typeface="+mn-ea"/>
              </a:defRPr>
            </a:lvl9pPr>
          </a:lstStyle>
          <a:p>
            <a:pPr lvl="1">
              <a:buFont typeface="Wingdings" pitchFamily="2" charset="2"/>
              <a:buNone/>
            </a:pPr>
            <a:r>
              <a:rPr lang="en-US" altLang="zh-CN" sz="2800" smtClean="0">
                <a:solidFill>
                  <a:srgbClr val="00B050"/>
                </a:solidFill>
              </a:rPr>
              <a:t>char *format;</a:t>
            </a:r>
            <a:endParaRPr lang="zh-CN" altLang="zh-CN" sz="2800" smtClean="0">
              <a:solidFill>
                <a:srgbClr val="00B050"/>
              </a:solidFill>
            </a:endParaRPr>
          </a:p>
          <a:p>
            <a:pPr lvl="1">
              <a:buFont typeface="Wingdings" pitchFamily="2" charset="2"/>
              <a:buNone/>
            </a:pPr>
            <a:r>
              <a:rPr lang="en-US" altLang="zh-CN" sz="2800" smtClean="0">
                <a:solidFill>
                  <a:srgbClr val="00B050"/>
                </a:solidFill>
              </a:rPr>
              <a:t>format=”a=%d,b=%f\n”; </a:t>
            </a:r>
            <a:endParaRPr lang="zh-CN" altLang="zh-CN" sz="2800" smtClean="0">
              <a:solidFill>
                <a:srgbClr val="00B050"/>
              </a:solidFill>
            </a:endParaRPr>
          </a:p>
          <a:p>
            <a:pPr lvl="1">
              <a:buFont typeface="Wingdings" pitchFamily="2" charset="2"/>
              <a:buNone/>
            </a:pPr>
            <a:r>
              <a:rPr lang="en-US" altLang="zh-CN" sz="2800" smtClean="0">
                <a:solidFill>
                  <a:srgbClr val="00B050"/>
                </a:solidFill>
              </a:rPr>
              <a:t>printf(format,a,b);</a:t>
            </a:r>
            <a:endParaRPr lang="zh-CN" altLang="zh-CN" sz="2800" smtClean="0">
              <a:solidFill>
                <a:srgbClr val="00B050"/>
              </a:solidFill>
            </a:endParaRPr>
          </a:p>
          <a:p>
            <a:pPr lvl="1">
              <a:buFont typeface="Wingdings" pitchFamily="2" charset="2"/>
              <a:buNone/>
            </a:pPr>
            <a:r>
              <a:rPr lang="zh-CN" altLang="zh-CN" sz="2800" smtClean="0">
                <a:solidFill>
                  <a:srgbClr val="9D138D"/>
                </a:solidFill>
                <a:latin typeface="黑体" pitchFamily="49" charset="-122"/>
                <a:ea typeface="黑体" pitchFamily="49" charset="-122"/>
              </a:rPr>
              <a:t>相当于</a:t>
            </a:r>
          </a:p>
          <a:p>
            <a:pPr lvl="1">
              <a:buFont typeface="Wingdings" pitchFamily="2" charset="2"/>
              <a:buNone/>
            </a:pPr>
            <a:r>
              <a:rPr lang="en-US" altLang="zh-CN" sz="2800" smtClean="0"/>
              <a:t>printf(“a=%d,b=%f\n”,a,b);</a:t>
            </a:r>
            <a:endParaRPr lang="zh-CN" altLang="zh-CN" sz="2800" dirty="0" smtClean="0">
              <a:solidFill>
                <a:srgbClr val="FF0000"/>
              </a:solidFill>
            </a:endParaRPr>
          </a:p>
        </p:txBody>
      </p:sp>
    </p:spTree>
    <p:extLst>
      <p:ext uri="{BB962C8B-B14F-4D97-AF65-F5344CB8AC3E}">
        <p14:creationId xmlns:p14="http://schemas.microsoft.com/office/powerpoint/2010/main" val="884399868"/>
      </p:ext>
    </p:extLst>
  </p:cSld>
  <p:clrMapOvr>
    <a:masterClrMapping/>
  </p:clrMapOvr>
  <p:transition spd="med">
    <p:blinds/>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nodeType="afterEffect">
                                  <p:stCondLst>
                                    <p:cond delay="0"/>
                                  </p:stCondLst>
                                  <p:childTnLst>
                                    <p:set>
                                      <p:cBhvr>
                                        <p:cTn id="6" dur="1" fill="hold">
                                          <p:stCondLst>
                                            <p:cond delay="0"/>
                                          </p:stCondLst>
                                        </p:cTn>
                                        <p:tgtEl>
                                          <p:spTgt spid="6147">
                                            <p:txEl>
                                              <p:pRg st="1" end="1"/>
                                            </p:txEl>
                                          </p:spTgt>
                                        </p:tgtEl>
                                        <p:attrNameLst>
                                          <p:attrName>style.visibility</p:attrName>
                                        </p:attrNameLst>
                                      </p:cBhvr>
                                      <p:to>
                                        <p:strVal val="visible"/>
                                      </p:to>
                                    </p:set>
                                    <p:animEffect transition="in" filter="blinds(horizontal)">
                                      <p:cBhvr>
                                        <p:cTn id="7" dur="500"/>
                                        <p:tgtEl>
                                          <p:spTgt spid="614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2162" name="Rectangle 7"/>
          <p:cNvSpPr>
            <a:spLocks noGrp="1" noChangeArrowheads="1"/>
          </p:cNvSpPr>
          <p:nvPr>
            <p:ph type="body" sz="half" idx="1"/>
          </p:nvPr>
        </p:nvSpPr>
        <p:spPr>
          <a:xfrm>
            <a:off x="357188" y="336550"/>
            <a:ext cx="8572500" cy="6135688"/>
          </a:xfrm>
        </p:spPr>
        <p:txBody>
          <a:bodyPr/>
          <a:lstStyle/>
          <a:p>
            <a:pPr>
              <a:buFont typeface="Wingdings" pitchFamily="2" charset="2"/>
              <a:buNone/>
            </a:pPr>
            <a:r>
              <a:rPr lang="en-US" altLang="zh-CN" sz="2800" smtClean="0">
                <a:latin typeface="Times New Roman" pitchFamily="18" charset="0"/>
                <a:cs typeface="Times New Roman" pitchFamily="18" charset="0"/>
              </a:rPr>
              <a:t>#include &lt;stdio.h&gt;</a:t>
            </a:r>
            <a:endParaRPr lang="zh-CN" altLang="zh-CN" sz="2800" smtClean="0">
              <a:latin typeface="Times New Roman" pitchFamily="18" charset="0"/>
              <a:cs typeface="Times New Roman" pitchFamily="18" charset="0"/>
            </a:endParaRPr>
          </a:p>
          <a:p>
            <a:pPr>
              <a:buFont typeface="Wingdings" pitchFamily="2" charset="2"/>
              <a:buNone/>
            </a:pPr>
            <a:r>
              <a:rPr lang="en-US" altLang="zh-CN" sz="2800" smtClean="0">
                <a:latin typeface="Times New Roman" pitchFamily="18" charset="0"/>
                <a:cs typeface="Times New Roman" pitchFamily="18" charset="0"/>
              </a:rPr>
              <a:t>int main()</a:t>
            </a:r>
            <a:endParaRPr lang="zh-CN" altLang="zh-CN" sz="2800" smtClean="0">
              <a:latin typeface="Times New Roman" pitchFamily="18" charset="0"/>
              <a:cs typeface="Times New Roman" pitchFamily="18" charset="0"/>
            </a:endParaRPr>
          </a:p>
          <a:p>
            <a:pPr>
              <a:buFont typeface="Wingdings" pitchFamily="2" charset="2"/>
              <a:buNone/>
            </a:pPr>
            <a:r>
              <a:rPr lang="en-US" altLang="zh-CN" sz="2800" smtClean="0">
                <a:latin typeface="Times New Roman" pitchFamily="18" charset="0"/>
                <a:cs typeface="Times New Roman" pitchFamily="18" charset="0"/>
              </a:rPr>
              <a:t>{</a:t>
            </a:r>
            <a:r>
              <a:rPr lang="en-US" altLang="zh-CN" sz="2800" smtClean="0">
                <a:solidFill>
                  <a:srgbClr val="D60093"/>
                </a:solidFill>
                <a:latin typeface="Times New Roman" pitchFamily="18" charset="0"/>
                <a:cs typeface="Times New Roman" pitchFamily="18" charset="0"/>
              </a:rPr>
              <a:t>void copy_string(char *from, char *to); </a:t>
            </a:r>
            <a:endParaRPr lang="zh-CN" altLang="zh-CN" sz="2800" smtClean="0">
              <a:solidFill>
                <a:srgbClr val="D60093"/>
              </a:solidFill>
              <a:latin typeface="Times New Roman" pitchFamily="18" charset="0"/>
              <a:cs typeface="Times New Roman" pitchFamily="18" charset="0"/>
            </a:endParaRPr>
          </a:p>
          <a:p>
            <a:pPr>
              <a:buFont typeface="Wingdings" pitchFamily="2" charset="2"/>
              <a:buNone/>
            </a:pPr>
            <a:r>
              <a:rPr lang="en-US" altLang="zh-CN" sz="2800" smtClean="0">
                <a:latin typeface="Times New Roman" pitchFamily="18" charset="0"/>
                <a:cs typeface="Times New Roman" pitchFamily="18" charset="0"/>
              </a:rPr>
              <a:t>  char *a="I am a teacher.";  </a:t>
            </a:r>
            <a:endParaRPr lang="zh-CN" altLang="zh-CN" sz="2800" smtClean="0">
              <a:latin typeface="Times New Roman" pitchFamily="18" charset="0"/>
              <a:cs typeface="Times New Roman" pitchFamily="18" charset="0"/>
            </a:endParaRPr>
          </a:p>
          <a:p>
            <a:pPr>
              <a:buFont typeface="Wingdings" pitchFamily="2" charset="2"/>
              <a:buNone/>
            </a:pPr>
            <a:r>
              <a:rPr lang="en-US" altLang="zh-CN" sz="2800" smtClean="0">
                <a:latin typeface="Times New Roman" pitchFamily="18" charset="0"/>
                <a:cs typeface="Times New Roman" pitchFamily="18" charset="0"/>
              </a:rPr>
              <a:t>  char b[]="You are a student.";  </a:t>
            </a:r>
            <a:endParaRPr lang="zh-CN" altLang="zh-CN" sz="2800" smtClean="0">
              <a:latin typeface="Times New Roman" pitchFamily="18" charset="0"/>
              <a:cs typeface="Times New Roman" pitchFamily="18" charset="0"/>
            </a:endParaRPr>
          </a:p>
          <a:p>
            <a:pPr>
              <a:buFont typeface="Wingdings" pitchFamily="2" charset="2"/>
              <a:buNone/>
            </a:pPr>
            <a:r>
              <a:rPr lang="en-US" altLang="zh-CN" sz="2800" smtClean="0">
                <a:latin typeface="Times New Roman" pitchFamily="18" charset="0"/>
                <a:cs typeface="Times New Roman" pitchFamily="18" charset="0"/>
              </a:rPr>
              <a:t>  char *p=b;   </a:t>
            </a:r>
            <a:endParaRPr lang="zh-CN" altLang="zh-CN" sz="2800" smtClean="0">
              <a:latin typeface="Times New Roman" pitchFamily="18" charset="0"/>
              <a:cs typeface="Times New Roman" pitchFamily="18" charset="0"/>
            </a:endParaRPr>
          </a:p>
          <a:p>
            <a:pPr>
              <a:buFont typeface="Wingdings" pitchFamily="2" charset="2"/>
              <a:buNone/>
            </a:pPr>
            <a:r>
              <a:rPr lang="en-US" altLang="zh-CN" sz="2800" smtClean="0">
                <a:latin typeface="Times New Roman" pitchFamily="18" charset="0"/>
                <a:cs typeface="Times New Roman" pitchFamily="18" charset="0"/>
              </a:rPr>
              <a:t>  printf(“a=%s\n b=%s\n",a,p);</a:t>
            </a:r>
            <a:endParaRPr lang="zh-CN" altLang="zh-CN" sz="2800" smtClean="0">
              <a:latin typeface="Times New Roman" pitchFamily="18" charset="0"/>
              <a:cs typeface="Times New Roman" pitchFamily="18" charset="0"/>
            </a:endParaRPr>
          </a:p>
          <a:p>
            <a:pPr>
              <a:buFont typeface="Wingdings" pitchFamily="2" charset="2"/>
              <a:buNone/>
            </a:pPr>
            <a:r>
              <a:rPr lang="en-US" altLang="zh-CN" sz="2800" smtClean="0">
                <a:latin typeface="Times New Roman" pitchFamily="18" charset="0"/>
                <a:cs typeface="Times New Roman" pitchFamily="18" charset="0"/>
              </a:rPr>
              <a:t>  printf(“copy string a to string b:\n ");</a:t>
            </a:r>
            <a:endParaRPr lang="zh-CN" altLang="zh-CN" sz="2800" smtClean="0">
              <a:latin typeface="Times New Roman" pitchFamily="18" charset="0"/>
              <a:cs typeface="Times New Roman" pitchFamily="18" charset="0"/>
            </a:endParaRPr>
          </a:p>
          <a:p>
            <a:pPr>
              <a:buFont typeface="Wingdings" pitchFamily="2" charset="2"/>
              <a:buNone/>
            </a:pPr>
            <a:r>
              <a:rPr lang="en-US" altLang="zh-CN" sz="2800" b="1" smtClean="0">
                <a:latin typeface="Times New Roman" pitchFamily="18" charset="0"/>
                <a:cs typeface="Times New Roman" pitchFamily="18" charset="0"/>
              </a:rPr>
              <a:t>  </a:t>
            </a:r>
            <a:r>
              <a:rPr lang="en-US" altLang="zh-CN" sz="2800" b="1" smtClean="0">
                <a:solidFill>
                  <a:srgbClr val="D60093"/>
                </a:solidFill>
                <a:latin typeface="Times New Roman" pitchFamily="18" charset="0"/>
                <a:cs typeface="Times New Roman" pitchFamily="18" charset="0"/>
              </a:rPr>
              <a:t>copy_string</a:t>
            </a:r>
            <a:r>
              <a:rPr lang="en-US" altLang="zh-CN" sz="2800" b="1" smtClean="0">
                <a:latin typeface="Times New Roman" pitchFamily="18" charset="0"/>
                <a:cs typeface="Times New Roman" pitchFamily="18" charset="0"/>
              </a:rPr>
              <a:t>(</a:t>
            </a:r>
            <a:r>
              <a:rPr lang="en-US" altLang="zh-CN" sz="2800" b="1" smtClean="0">
                <a:solidFill>
                  <a:srgbClr val="0000CC"/>
                </a:solidFill>
                <a:latin typeface="Times New Roman" pitchFamily="18" charset="0"/>
                <a:cs typeface="Times New Roman" pitchFamily="18" charset="0"/>
              </a:rPr>
              <a:t>a</a:t>
            </a:r>
            <a:r>
              <a:rPr lang="en-US" altLang="zh-CN" sz="2800" b="1" smtClean="0">
                <a:latin typeface="Times New Roman" pitchFamily="18" charset="0"/>
                <a:cs typeface="Times New Roman" pitchFamily="18" charset="0"/>
              </a:rPr>
              <a:t>,</a:t>
            </a:r>
            <a:r>
              <a:rPr lang="en-US" altLang="zh-CN" sz="2800" b="1" smtClean="0">
                <a:solidFill>
                  <a:srgbClr val="0000CC"/>
                </a:solidFill>
                <a:latin typeface="Times New Roman" pitchFamily="18" charset="0"/>
                <a:cs typeface="Times New Roman" pitchFamily="18" charset="0"/>
              </a:rPr>
              <a:t>p</a:t>
            </a:r>
            <a:r>
              <a:rPr lang="en-US" altLang="zh-CN" sz="2800" b="1" smtClean="0">
                <a:latin typeface="Times New Roman" pitchFamily="18" charset="0"/>
                <a:cs typeface="Times New Roman" pitchFamily="18" charset="0"/>
              </a:rPr>
              <a:t>); </a:t>
            </a:r>
            <a:endParaRPr lang="zh-CN" altLang="zh-CN" sz="2800" b="1" smtClean="0">
              <a:latin typeface="Times New Roman" pitchFamily="18" charset="0"/>
              <a:cs typeface="Times New Roman" pitchFamily="18" charset="0"/>
            </a:endParaRPr>
          </a:p>
          <a:p>
            <a:pPr>
              <a:buFont typeface="Wingdings" pitchFamily="2" charset="2"/>
              <a:buNone/>
            </a:pPr>
            <a:r>
              <a:rPr lang="en-US" altLang="zh-CN" sz="2800" smtClean="0">
                <a:latin typeface="Times New Roman" pitchFamily="18" charset="0"/>
                <a:cs typeface="Times New Roman" pitchFamily="18" charset="0"/>
              </a:rPr>
              <a:t>  printf(“a=%s\n b=%s\n",a,b);  </a:t>
            </a:r>
          </a:p>
          <a:p>
            <a:pPr>
              <a:buFont typeface="Wingdings" pitchFamily="2" charset="2"/>
              <a:buNone/>
            </a:pPr>
            <a:r>
              <a:rPr lang="en-US" altLang="zh-CN" sz="2800" smtClean="0">
                <a:latin typeface="Times New Roman" pitchFamily="18" charset="0"/>
                <a:cs typeface="Times New Roman" pitchFamily="18" charset="0"/>
              </a:rPr>
              <a:t>  return 0;</a:t>
            </a:r>
            <a:endParaRPr lang="zh-CN" altLang="zh-CN" sz="2800" smtClean="0">
              <a:latin typeface="Times New Roman" pitchFamily="18" charset="0"/>
              <a:cs typeface="Times New Roman" pitchFamily="18" charset="0"/>
            </a:endParaRPr>
          </a:p>
          <a:p>
            <a:pPr>
              <a:buFont typeface="Wingdings" pitchFamily="2" charset="2"/>
              <a:buNone/>
            </a:pPr>
            <a:r>
              <a:rPr lang="en-US" altLang="zh-CN" sz="2800" smtClean="0">
                <a:latin typeface="Times New Roman" pitchFamily="18" charset="0"/>
                <a:cs typeface="Times New Roman" pitchFamily="18" charset="0"/>
              </a:rPr>
              <a:t>}</a:t>
            </a:r>
            <a:endParaRPr lang="zh-CN" altLang="zh-CN" sz="2800" smtClean="0">
              <a:latin typeface="Times New Roman" pitchFamily="18" charset="0"/>
              <a:cs typeface="Times New Roman" pitchFamily="18" charset="0"/>
            </a:endParaRPr>
          </a:p>
        </p:txBody>
      </p:sp>
      <p:pic>
        <p:nvPicPr>
          <p:cNvPr id="104451" name="图片 6" descr="Untitled2.png">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459788" y="6237288"/>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67910649"/>
      </p:ext>
    </p:extLst>
  </p:cSld>
  <p:clrMapOvr>
    <a:masterClrMapping/>
  </p:clrMapOvr>
  <p:transition>
    <p:checker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92162">
                                            <p:txEl>
                                              <p:pRg st="0" end="0"/>
                                            </p:txEl>
                                          </p:spTgt>
                                        </p:tgtEl>
                                        <p:attrNameLst>
                                          <p:attrName>style.visibility</p:attrName>
                                        </p:attrNameLst>
                                      </p:cBhvr>
                                      <p:to>
                                        <p:strVal val="visible"/>
                                      </p:to>
                                    </p:set>
                                    <p:anim calcmode="lin" valueType="num">
                                      <p:cBhvr additive="base">
                                        <p:cTn id="7" dur="500" fill="hold"/>
                                        <p:tgtEl>
                                          <p:spTgt spid="9216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2162">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92162">
                                            <p:txEl>
                                              <p:pRg st="1" end="1"/>
                                            </p:txEl>
                                          </p:spTgt>
                                        </p:tgtEl>
                                        <p:attrNameLst>
                                          <p:attrName>style.visibility</p:attrName>
                                        </p:attrNameLst>
                                      </p:cBhvr>
                                      <p:to>
                                        <p:strVal val="visible"/>
                                      </p:to>
                                    </p:set>
                                    <p:anim calcmode="lin" valueType="num">
                                      <p:cBhvr additive="base">
                                        <p:cTn id="11" dur="500" fill="hold"/>
                                        <p:tgtEl>
                                          <p:spTgt spid="92162">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9216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4" fill="hold" nodeType="clickEffect">
                                  <p:stCondLst>
                                    <p:cond delay="0"/>
                                  </p:stCondLst>
                                  <p:childTnLst>
                                    <p:set>
                                      <p:cBhvr>
                                        <p:cTn id="16" dur="1" fill="hold">
                                          <p:stCondLst>
                                            <p:cond delay="0"/>
                                          </p:stCondLst>
                                        </p:cTn>
                                        <p:tgtEl>
                                          <p:spTgt spid="92162">
                                            <p:txEl>
                                              <p:pRg st="2" end="2"/>
                                            </p:txEl>
                                          </p:spTgt>
                                        </p:tgtEl>
                                        <p:attrNameLst>
                                          <p:attrName>style.visibility</p:attrName>
                                        </p:attrNameLst>
                                      </p:cBhvr>
                                      <p:to>
                                        <p:strVal val="visible"/>
                                      </p:to>
                                    </p:set>
                                    <p:anim calcmode="lin" valueType="num">
                                      <p:cBhvr additive="base">
                                        <p:cTn id="17" dur="500" fill="hold"/>
                                        <p:tgtEl>
                                          <p:spTgt spid="92162">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9216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4" fill="hold" nodeType="clickEffect">
                                  <p:stCondLst>
                                    <p:cond delay="0"/>
                                  </p:stCondLst>
                                  <p:childTnLst>
                                    <p:set>
                                      <p:cBhvr>
                                        <p:cTn id="22" dur="1" fill="hold">
                                          <p:stCondLst>
                                            <p:cond delay="0"/>
                                          </p:stCondLst>
                                        </p:cTn>
                                        <p:tgtEl>
                                          <p:spTgt spid="92162">
                                            <p:txEl>
                                              <p:pRg st="3" end="3"/>
                                            </p:txEl>
                                          </p:spTgt>
                                        </p:tgtEl>
                                        <p:attrNameLst>
                                          <p:attrName>style.visibility</p:attrName>
                                        </p:attrNameLst>
                                      </p:cBhvr>
                                      <p:to>
                                        <p:strVal val="visible"/>
                                      </p:to>
                                    </p:set>
                                    <p:anim calcmode="lin" valueType="num">
                                      <p:cBhvr additive="base">
                                        <p:cTn id="23" dur="500" fill="hold"/>
                                        <p:tgtEl>
                                          <p:spTgt spid="92162">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92162">
                                            <p:txEl>
                                              <p:pRg st="3" end="3"/>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92162">
                                            <p:txEl>
                                              <p:pRg st="4" end="4"/>
                                            </p:txEl>
                                          </p:spTgt>
                                        </p:tgtEl>
                                        <p:attrNameLst>
                                          <p:attrName>style.visibility</p:attrName>
                                        </p:attrNameLst>
                                      </p:cBhvr>
                                      <p:to>
                                        <p:strVal val="visible"/>
                                      </p:to>
                                    </p:set>
                                    <p:anim calcmode="lin" valueType="num">
                                      <p:cBhvr additive="base">
                                        <p:cTn id="27" dur="500" fill="hold"/>
                                        <p:tgtEl>
                                          <p:spTgt spid="92162">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92162">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9" fill="hold" nodeType="clickPar">
                      <p:stCondLst>
                        <p:cond delay="indefinite"/>
                      </p:stCondLst>
                      <p:childTnLst>
                        <p:par>
                          <p:cTn id="30" fill="hold" nodeType="withGroup">
                            <p:stCondLst>
                              <p:cond delay="0"/>
                            </p:stCondLst>
                            <p:childTnLst>
                              <p:par>
                                <p:cTn id="31" presetID="2" presetClass="entr" presetSubtype="4" fill="hold" nodeType="clickEffect">
                                  <p:stCondLst>
                                    <p:cond delay="0"/>
                                  </p:stCondLst>
                                  <p:childTnLst>
                                    <p:set>
                                      <p:cBhvr>
                                        <p:cTn id="32" dur="1" fill="hold">
                                          <p:stCondLst>
                                            <p:cond delay="0"/>
                                          </p:stCondLst>
                                        </p:cTn>
                                        <p:tgtEl>
                                          <p:spTgt spid="92162">
                                            <p:txEl>
                                              <p:pRg st="5" end="5"/>
                                            </p:txEl>
                                          </p:spTgt>
                                        </p:tgtEl>
                                        <p:attrNameLst>
                                          <p:attrName>style.visibility</p:attrName>
                                        </p:attrNameLst>
                                      </p:cBhvr>
                                      <p:to>
                                        <p:strVal val="visible"/>
                                      </p:to>
                                    </p:set>
                                    <p:anim calcmode="lin" valueType="num">
                                      <p:cBhvr additive="base">
                                        <p:cTn id="33" dur="500" fill="hold"/>
                                        <p:tgtEl>
                                          <p:spTgt spid="92162">
                                            <p:txEl>
                                              <p:pRg st="5" end="5"/>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92162">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5" fill="hold" nodeType="clickPar">
                      <p:stCondLst>
                        <p:cond delay="indefinite"/>
                      </p:stCondLst>
                      <p:childTnLst>
                        <p:par>
                          <p:cTn id="36" fill="hold" nodeType="withGroup">
                            <p:stCondLst>
                              <p:cond delay="0"/>
                            </p:stCondLst>
                            <p:childTnLst>
                              <p:par>
                                <p:cTn id="37" presetID="2" presetClass="entr" presetSubtype="4" fill="hold" nodeType="clickEffect">
                                  <p:stCondLst>
                                    <p:cond delay="0"/>
                                  </p:stCondLst>
                                  <p:childTnLst>
                                    <p:set>
                                      <p:cBhvr>
                                        <p:cTn id="38" dur="1" fill="hold">
                                          <p:stCondLst>
                                            <p:cond delay="0"/>
                                          </p:stCondLst>
                                        </p:cTn>
                                        <p:tgtEl>
                                          <p:spTgt spid="92162">
                                            <p:txEl>
                                              <p:pRg st="6" end="6"/>
                                            </p:txEl>
                                          </p:spTgt>
                                        </p:tgtEl>
                                        <p:attrNameLst>
                                          <p:attrName>style.visibility</p:attrName>
                                        </p:attrNameLst>
                                      </p:cBhvr>
                                      <p:to>
                                        <p:strVal val="visible"/>
                                      </p:to>
                                    </p:set>
                                    <p:anim calcmode="lin" valueType="num">
                                      <p:cBhvr additive="base">
                                        <p:cTn id="39" dur="500" fill="hold"/>
                                        <p:tgtEl>
                                          <p:spTgt spid="92162">
                                            <p:txEl>
                                              <p:pRg st="6" end="6"/>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92162">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1" fill="hold" nodeType="clickPar">
                      <p:stCondLst>
                        <p:cond delay="indefinite"/>
                      </p:stCondLst>
                      <p:childTnLst>
                        <p:par>
                          <p:cTn id="42" fill="hold" nodeType="withGroup">
                            <p:stCondLst>
                              <p:cond delay="0"/>
                            </p:stCondLst>
                            <p:childTnLst>
                              <p:par>
                                <p:cTn id="43" presetID="2" presetClass="entr" presetSubtype="4" fill="hold" nodeType="clickEffect">
                                  <p:stCondLst>
                                    <p:cond delay="0"/>
                                  </p:stCondLst>
                                  <p:childTnLst>
                                    <p:set>
                                      <p:cBhvr>
                                        <p:cTn id="44" dur="1" fill="hold">
                                          <p:stCondLst>
                                            <p:cond delay="0"/>
                                          </p:stCondLst>
                                        </p:cTn>
                                        <p:tgtEl>
                                          <p:spTgt spid="92162">
                                            <p:txEl>
                                              <p:pRg st="7" end="7"/>
                                            </p:txEl>
                                          </p:spTgt>
                                        </p:tgtEl>
                                        <p:attrNameLst>
                                          <p:attrName>style.visibility</p:attrName>
                                        </p:attrNameLst>
                                      </p:cBhvr>
                                      <p:to>
                                        <p:strVal val="visible"/>
                                      </p:to>
                                    </p:set>
                                    <p:anim calcmode="lin" valueType="num">
                                      <p:cBhvr additive="base">
                                        <p:cTn id="45" dur="500" fill="hold"/>
                                        <p:tgtEl>
                                          <p:spTgt spid="92162">
                                            <p:txEl>
                                              <p:pRg st="7" end="7"/>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92162">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47" fill="hold" nodeType="clickPar">
                      <p:stCondLst>
                        <p:cond delay="indefinite"/>
                      </p:stCondLst>
                      <p:childTnLst>
                        <p:par>
                          <p:cTn id="48" fill="hold" nodeType="withGroup">
                            <p:stCondLst>
                              <p:cond delay="0"/>
                            </p:stCondLst>
                            <p:childTnLst>
                              <p:par>
                                <p:cTn id="49" presetID="2" presetClass="entr" presetSubtype="4" fill="hold" nodeType="clickEffect">
                                  <p:stCondLst>
                                    <p:cond delay="0"/>
                                  </p:stCondLst>
                                  <p:childTnLst>
                                    <p:set>
                                      <p:cBhvr>
                                        <p:cTn id="50" dur="1" fill="hold">
                                          <p:stCondLst>
                                            <p:cond delay="0"/>
                                          </p:stCondLst>
                                        </p:cTn>
                                        <p:tgtEl>
                                          <p:spTgt spid="92162">
                                            <p:txEl>
                                              <p:pRg st="8" end="8"/>
                                            </p:txEl>
                                          </p:spTgt>
                                        </p:tgtEl>
                                        <p:attrNameLst>
                                          <p:attrName>style.visibility</p:attrName>
                                        </p:attrNameLst>
                                      </p:cBhvr>
                                      <p:to>
                                        <p:strVal val="visible"/>
                                      </p:to>
                                    </p:set>
                                    <p:anim calcmode="lin" valueType="num">
                                      <p:cBhvr additive="base">
                                        <p:cTn id="51" dur="500" fill="hold"/>
                                        <p:tgtEl>
                                          <p:spTgt spid="92162">
                                            <p:txEl>
                                              <p:pRg st="8" end="8"/>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92162">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8546" name="Rectangle 7"/>
          <p:cNvSpPr>
            <a:spLocks noGrp="1" noChangeArrowheads="1"/>
          </p:cNvSpPr>
          <p:nvPr>
            <p:ph type="body" sz="half" idx="1"/>
          </p:nvPr>
        </p:nvSpPr>
        <p:spPr>
          <a:xfrm>
            <a:off x="165100" y="858838"/>
            <a:ext cx="8529638" cy="3286125"/>
          </a:xfrm>
        </p:spPr>
        <p:txBody>
          <a:bodyPr/>
          <a:lstStyle/>
          <a:p>
            <a:pPr marL="0" indent="0">
              <a:lnSpc>
                <a:spcPct val="150000"/>
              </a:lnSpc>
              <a:spcBef>
                <a:spcPct val="0"/>
              </a:spcBef>
              <a:buFont typeface="Wingdings" pitchFamily="2" charset="2"/>
              <a:buNone/>
            </a:pPr>
            <a:r>
              <a:rPr lang="zh-CN" altLang="zh-CN" smtClean="0">
                <a:latin typeface="黑体" pitchFamily="2" charset="-122"/>
                <a:ea typeface="黑体" pitchFamily="2" charset="-122"/>
                <a:cs typeface="Times New Roman" pitchFamily="18" charset="0"/>
              </a:rPr>
              <a:t>例</a:t>
            </a:r>
            <a:r>
              <a:rPr lang="en-US" altLang="zh-CN" smtClean="0">
                <a:latin typeface="黑体" pitchFamily="2" charset="-122"/>
                <a:ea typeface="黑体" pitchFamily="2" charset="-122"/>
                <a:cs typeface="Times New Roman" pitchFamily="18" charset="0"/>
              </a:rPr>
              <a:t>8.14 </a:t>
            </a:r>
            <a:r>
              <a:rPr lang="zh-CN" altLang="zh-CN" smtClean="0">
                <a:latin typeface="黑体" pitchFamily="2" charset="-122"/>
                <a:ea typeface="黑体" pitchFamily="2" charset="-122"/>
                <a:cs typeface="Times New Roman" pitchFamily="18" charset="0"/>
              </a:rPr>
              <a:t>有字符串</a:t>
            </a:r>
            <a:r>
              <a:rPr lang="en-US" altLang="zh-CN" smtClean="0">
                <a:latin typeface="黑体" pitchFamily="2" charset="-122"/>
                <a:ea typeface="黑体" pitchFamily="2" charset="-122"/>
                <a:cs typeface="Times New Roman" pitchFamily="18" charset="0"/>
              </a:rPr>
              <a:t>a=“I am a teacher.”</a:t>
            </a:r>
            <a:r>
              <a:rPr lang="zh-CN" altLang="zh-CN" smtClean="0">
                <a:latin typeface="黑体" pitchFamily="2" charset="-122"/>
                <a:ea typeface="黑体" pitchFamily="2" charset="-122"/>
                <a:cs typeface="Times New Roman" pitchFamily="18" charset="0"/>
              </a:rPr>
              <a:t>， 字符串</a:t>
            </a:r>
            <a:r>
              <a:rPr lang="en-US" altLang="zh-CN" smtClean="0">
                <a:latin typeface="黑体" pitchFamily="2" charset="-122"/>
                <a:ea typeface="黑体" pitchFamily="2" charset="-122"/>
                <a:cs typeface="Times New Roman" pitchFamily="18" charset="0"/>
              </a:rPr>
              <a:t>b=“You are a student.”</a:t>
            </a:r>
            <a:r>
              <a:rPr lang="zh-CN" altLang="zh-CN" smtClean="0">
                <a:latin typeface="黑体" pitchFamily="2" charset="-122"/>
                <a:ea typeface="黑体" pitchFamily="2" charset="-122"/>
                <a:cs typeface="Times New Roman" pitchFamily="18" charset="0"/>
              </a:rPr>
              <a:t>，要求把字符串</a:t>
            </a:r>
            <a:r>
              <a:rPr lang="en-US" altLang="zh-CN" smtClean="0">
                <a:latin typeface="黑体" pitchFamily="2" charset="-122"/>
                <a:ea typeface="黑体" pitchFamily="2" charset="-122"/>
                <a:cs typeface="Times New Roman" pitchFamily="18" charset="0"/>
              </a:rPr>
              <a:t>b</a:t>
            </a:r>
            <a:r>
              <a:rPr lang="zh-CN" altLang="zh-CN" smtClean="0">
                <a:latin typeface="黑体" pitchFamily="2" charset="-122"/>
                <a:ea typeface="黑体" pitchFamily="2" charset="-122"/>
                <a:cs typeface="Times New Roman" pitchFamily="18" charset="0"/>
              </a:rPr>
              <a:t>连接到字符串</a:t>
            </a:r>
            <a:r>
              <a:rPr lang="en-US" altLang="zh-CN" smtClean="0">
                <a:latin typeface="黑体" pitchFamily="2" charset="-122"/>
                <a:ea typeface="黑体" pitchFamily="2" charset="-122"/>
                <a:cs typeface="Times New Roman" pitchFamily="18" charset="0"/>
              </a:rPr>
              <a:t>a</a:t>
            </a:r>
            <a:r>
              <a:rPr lang="zh-CN" altLang="zh-CN" smtClean="0">
                <a:latin typeface="黑体" pitchFamily="2" charset="-122"/>
                <a:ea typeface="黑体" pitchFamily="2" charset="-122"/>
                <a:cs typeface="Times New Roman" pitchFamily="18" charset="0"/>
              </a:rPr>
              <a:t>的后面。即字符串</a:t>
            </a:r>
            <a:r>
              <a:rPr lang="en-US" altLang="zh-CN" smtClean="0">
                <a:latin typeface="黑体" pitchFamily="2" charset="-122"/>
                <a:ea typeface="黑体" pitchFamily="2" charset="-122"/>
                <a:cs typeface="Times New Roman" pitchFamily="18" charset="0"/>
              </a:rPr>
              <a:t>a</a:t>
            </a:r>
            <a:r>
              <a:rPr lang="zh-CN" altLang="zh-CN" smtClean="0">
                <a:latin typeface="黑体" pitchFamily="2" charset="-122"/>
                <a:ea typeface="黑体" pitchFamily="2" charset="-122"/>
                <a:cs typeface="Times New Roman" pitchFamily="18" charset="0"/>
              </a:rPr>
              <a:t>的内容为</a:t>
            </a:r>
            <a:r>
              <a:rPr lang="en-US" altLang="zh-CN" smtClean="0">
                <a:latin typeface="黑体" pitchFamily="2" charset="-122"/>
                <a:ea typeface="黑体" pitchFamily="2" charset="-122"/>
                <a:cs typeface="Times New Roman" pitchFamily="18" charset="0"/>
              </a:rPr>
              <a:t>“I am a teacher. You are a student.” </a:t>
            </a:r>
            <a:r>
              <a:rPr lang="zh-CN" altLang="en-US" smtClean="0">
                <a:latin typeface="黑体" pitchFamily="2" charset="-122"/>
                <a:ea typeface="黑体" pitchFamily="2" charset="-122"/>
                <a:cs typeface="Times New Roman" pitchFamily="18" charset="0"/>
              </a:rPr>
              <a:t>。</a:t>
            </a:r>
            <a:endParaRPr lang="zh-CN" altLang="zh-CN" smtClean="0">
              <a:latin typeface="黑体" pitchFamily="2" charset="-122"/>
              <a:ea typeface="黑体" pitchFamily="2" charset="-122"/>
              <a:cs typeface="Times New Roman" pitchFamily="18" charset="0"/>
            </a:endParaRPr>
          </a:p>
        </p:txBody>
      </p:sp>
      <p:pic>
        <p:nvPicPr>
          <p:cNvPr id="108547" name="图片 6" descr="Untitled2.png">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459788" y="6237288"/>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73187122"/>
      </p:ext>
    </p:extLst>
  </p:cSld>
  <p:clrMapOvr>
    <a:masterClrMapping/>
  </p:clrMapOvr>
  <p:transition>
    <p:checker dir="vert"/>
  </p:transition>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9570" name="Rectangle 7"/>
          <p:cNvSpPr>
            <a:spLocks noGrp="1" noChangeArrowheads="1"/>
          </p:cNvSpPr>
          <p:nvPr>
            <p:ph type="body" sz="half" idx="1"/>
          </p:nvPr>
        </p:nvSpPr>
        <p:spPr>
          <a:xfrm>
            <a:off x="528638" y="685800"/>
            <a:ext cx="7358062" cy="4429125"/>
          </a:xfrm>
        </p:spPr>
        <p:txBody>
          <a:bodyPr/>
          <a:lstStyle/>
          <a:p>
            <a:pPr marL="0" indent="0">
              <a:lnSpc>
                <a:spcPct val="150000"/>
              </a:lnSpc>
              <a:spcBef>
                <a:spcPct val="0"/>
              </a:spcBef>
            </a:pPr>
            <a:r>
              <a:rPr lang="zh-CN" altLang="zh-CN" smtClean="0">
                <a:latin typeface="黑体" pitchFamily="2" charset="-122"/>
                <a:ea typeface="黑体" pitchFamily="2" charset="-122"/>
              </a:rPr>
              <a:t>解题思路：</a:t>
            </a:r>
            <a:endParaRPr lang="en-US" altLang="zh-CN" smtClean="0">
              <a:latin typeface="黑体" pitchFamily="2" charset="-122"/>
              <a:ea typeface="黑体" pitchFamily="2" charset="-122"/>
            </a:endParaRPr>
          </a:p>
          <a:p>
            <a:pPr marL="0" lvl="1" indent="0">
              <a:lnSpc>
                <a:spcPct val="150000"/>
              </a:lnSpc>
              <a:spcBef>
                <a:spcPct val="0"/>
              </a:spcBef>
              <a:buFont typeface="Wingdings" pitchFamily="2" charset="2"/>
              <a:buNone/>
            </a:pPr>
            <a:r>
              <a:rPr lang="en-US" altLang="zh-CN" smtClean="0">
                <a:latin typeface="黑体" pitchFamily="2" charset="-122"/>
                <a:ea typeface="黑体" pitchFamily="2" charset="-122"/>
              </a:rPr>
              <a:t>(1)</a:t>
            </a:r>
            <a:r>
              <a:rPr lang="zh-CN" altLang="en-US" smtClean="0">
                <a:latin typeface="黑体" pitchFamily="2" charset="-122"/>
                <a:ea typeface="黑体" pitchFamily="2" charset="-122"/>
              </a:rPr>
              <a:t>使</a:t>
            </a:r>
            <a:r>
              <a:rPr lang="en-US" altLang="zh-CN" smtClean="0">
                <a:latin typeface="黑体" pitchFamily="2" charset="-122"/>
                <a:ea typeface="黑体" pitchFamily="2" charset="-122"/>
              </a:rPr>
              <a:t>p1</a:t>
            </a:r>
            <a:r>
              <a:rPr lang="zh-CN" altLang="en-US" smtClean="0">
                <a:latin typeface="黑体" pitchFamily="2" charset="-122"/>
                <a:ea typeface="黑体" pitchFamily="2" charset="-122"/>
              </a:rPr>
              <a:t>和</a:t>
            </a:r>
            <a:r>
              <a:rPr lang="en-US" altLang="zh-CN" smtClean="0">
                <a:latin typeface="黑体" pitchFamily="2" charset="-122"/>
                <a:ea typeface="黑体" pitchFamily="2" charset="-122"/>
              </a:rPr>
              <a:t>p2</a:t>
            </a:r>
            <a:r>
              <a:rPr lang="zh-CN" altLang="zh-CN" smtClean="0">
                <a:latin typeface="黑体" pitchFamily="2" charset="-122"/>
                <a:ea typeface="黑体" pitchFamily="2" charset="-122"/>
              </a:rPr>
              <a:t>分别指向字符串</a:t>
            </a:r>
            <a:r>
              <a:rPr lang="en-US" altLang="zh-CN" smtClean="0">
                <a:latin typeface="黑体" pitchFamily="2" charset="-122"/>
                <a:ea typeface="黑体" pitchFamily="2" charset="-122"/>
              </a:rPr>
              <a:t>a</a:t>
            </a:r>
            <a:r>
              <a:rPr lang="zh-CN" altLang="zh-CN" smtClean="0">
                <a:latin typeface="黑体" pitchFamily="2" charset="-122"/>
                <a:ea typeface="黑体" pitchFamily="2" charset="-122"/>
              </a:rPr>
              <a:t>和</a:t>
            </a:r>
            <a:r>
              <a:rPr lang="en-US" altLang="zh-CN" smtClean="0">
                <a:latin typeface="黑体" pitchFamily="2" charset="-122"/>
                <a:ea typeface="黑体" pitchFamily="2" charset="-122"/>
              </a:rPr>
              <a:t>b</a:t>
            </a:r>
            <a:r>
              <a:rPr lang="zh-CN" altLang="en-US" smtClean="0">
                <a:latin typeface="黑体" pitchFamily="2" charset="-122"/>
                <a:ea typeface="黑体" pitchFamily="2" charset="-122"/>
              </a:rPr>
              <a:t>；</a:t>
            </a:r>
            <a:endParaRPr lang="en-US" altLang="zh-CN" smtClean="0">
              <a:latin typeface="黑体" pitchFamily="2" charset="-122"/>
              <a:ea typeface="黑体" pitchFamily="2" charset="-122"/>
            </a:endParaRPr>
          </a:p>
          <a:p>
            <a:pPr marL="0" lvl="1" indent="0">
              <a:lnSpc>
                <a:spcPct val="150000"/>
              </a:lnSpc>
              <a:spcBef>
                <a:spcPct val="0"/>
              </a:spcBef>
              <a:buFont typeface="Wingdings" pitchFamily="2" charset="2"/>
              <a:buNone/>
            </a:pPr>
            <a:r>
              <a:rPr lang="en-US" altLang="zh-CN" smtClean="0">
                <a:latin typeface="黑体" pitchFamily="2" charset="-122"/>
                <a:ea typeface="黑体" pitchFamily="2" charset="-122"/>
              </a:rPr>
              <a:t>(2)</a:t>
            </a:r>
            <a:r>
              <a:rPr lang="zh-CN" altLang="zh-CN" smtClean="0">
                <a:latin typeface="黑体" pitchFamily="2" charset="-122"/>
                <a:ea typeface="黑体" pitchFamily="2" charset="-122"/>
              </a:rPr>
              <a:t>使</a:t>
            </a:r>
            <a:r>
              <a:rPr lang="en-US" altLang="zh-CN" smtClean="0">
                <a:latin typeface="黑体" pitchFamily="2" charset="-122"/>
                <a:ea typeface="黑体" pitchFamily="2" charset="-122"/>
              </a:rPr>
              <a:t>p1</a:t>
            </a:r>
            <a:r>
              <a:rPr lang="zh-CN" altLang="zh-CN" smtClean="0">
                <a:latin typeface="黑体" pitchFamily="2" charset="-122"/>
                <a:ea typeface="黑体" pitchFamily="2" charset="-122"/>
              </a:rPr>
              <a:t>下移到字符串</a:t>
            </a:r>
            <a:r>
              <a:rPr lang="en-US" altLang="zh-CN" smtClean="0">
                <a:latin typeface="黑体" pitchFamily="2" charset="-122"/>
                <a:ea typeface="黑体" pitchFamily="2" charset="-122"/>
              </a:rPr>
              <a:t>a</a:t>
            </a:r>
            <a:r>
              <a:rPr lang="zh-CN" altLang="zh-CN" smtClean="0">
                <a:latin typeface="黑体" pitchFamily="2" charset="-122"/>
                <a:ea typeface="黑体" pitchFamily="2" charset="-122"/>
              </a:rPr>
              <a:t>的</a:t>
            </a:r>
            <a:r>
              <a:rPr lang="en-US" altLang="zh-CN" smtClean="0">
                <a:latin typeface="黑体" pitchFamily="2" charset="-122"/>
                <a:ea typeface="黑体" pitchFamily="2" charset="-122"/>
              </a:rPr>
              <a:t>’\0’</a:t>
            </a:r>
            <a:r>
              <a:rPr lang="zh-CN" altLang="zh-CN" smtClean="0">
                <a:latin typeface="黑体" pitchFamily="2" charset="-122"/>
                <a:ea typeface="黑体" pitchFamily="2" charset="-122"/>
              </a:rPr>
              <a:t>处</a:t>
            </a:r>
            <a:r>
              <a:rPr lang="zh-CN" altLang="en-US" smtClean="0">
                <a:latin typeface="黑体" pitchFamily="2" charset="-122"/>
                <a:ea typeface="黑体" pitchFamily="2" charset="-122"/>
              </a:rPr>
              <a:t>；</a:t>
            </a:r>
            <a:endParaRPr lang="en-US" altLang="zh-CN" smtClean="0">
              <a:latin typeface="黑体" pitchFamily="2" charset="-122"/>
              <a:ea typeface="黑体" pitchFamily="2" charset="-122"/>
            </a:endParaRPr>
          </a:p>
          <a:p>
            <a:pPr marL="0" lvl="1" indent="0">
              <a:lnSpc>
                <a:spcPct val="150000"/>
              </a:lnSpc>
              <a:spcBef>
                <a:spcPct val="0"/>
              </a:spcBef>
              <a:buFont typeface="Wingdings" pitchFamily="2" charset="2"/>
              <a:buNone/>
            </a:pPr>
            <a:r>
              <a:rPr lang="en-US" altLang="zh-CN" smtClean="0">
                <a:latin typeface="黑体" pitchFamily="2" charset="-122"/>
                <a:ea typeface="黑体" pitchFamily="2" charset="-122"/>
              </a:rPr>
              <a:t>(3)</a:t>
            </a:r>
            <a:r>
              <a:rPr lang="zh-CN" altLang="zh-CN" smtClean="0">
                <a:latin typeface="黑体" pitchFamily="2" charset="-122"/>
                <a:ea typeface="黑体" pitchFamily="2" charset="-122"/>
              </a:rPr>
              <a:t>从</a:t>
            </a:r>
            <a:r>
              <a:rPr lang="en-US" altLang="zh-CN" smtClean="0">
                <a:latin typeface="黑体" pitchFamily="2" charset="-122"/>
                <a:ea typeface="黑体" pitchFamily="2" charset="-122"/>
              </a:rPr>
              <a:t>p1</a:t>
            </a:r>
            <a:r>
              <a:rPr lang="zh-CN" altLang="zh-CN" smtClean="0">
                <a:latin typeface="黑体" pitchFamily="2" charset="-122"/>
                <a:ea typeface="黑体" pitchFamily="2" charset="-122"/>
              </a:rPr>
              <a:t>指向的元素处开始，将字符串</a:t>
            </a:r>
            <a:r>
              <a:rPr lang="en-US" altLang="zh-CN" smtClean="0">
                <a:latin typeface="黑体" pitchFamily="2" charset="-122"/>
                <a:ea typeface="黑体" pitchFamily="2" charset="-122"/>
              </a:rPr>
              <a:t>b</a:t>
            </a:r>
            <a:r>
              <a:rPr lang="zh-CN" altLang="zh-CN" smtClean="0">
                <a:latin typeface="黑体" pitchFamily="2" charset="-122"/>
                <a:ea typeface="黑体" pitchFamily="2" charset="-122"/>
              </a:rPr>
              <a:t>中的字符逐个复制到字符数组</a:t>
            </a:r>
            <a:r>
              <a:rPr lang="en-US" altLang="zh-CN" smtClean="0">
                <a:latin typeface="黑体" pitchFamily="2" charset="-122"/>
                <a:ea typeface="黑体" pitchFamily="2" charset="-122"/>
              </a:rPr>
              <a:t>a</a:t>
            </a:r>
            <a:r>
              <a:rPr lang="zh-CN" altLang="zh-CN" smtClean="0">
                <a:latin typeface="黑体" pitchFamily="2" charset="-122"/>
                <a:ea typeface="黑体" pitchFamily="2" charset="-122"/>
              </a:rPr>
              <a:t>中</a:t>
            </a:r>
            <a:r>
              <a:rPr lang="zh-CN" altLang="en-US" smtClean="0">
                <a:latin typeface="黑体" pitchFamily="2" charset="-122"/>
                <a:ea typeface="黑体" pitchFamily="2" charset="-122"/>
              </a:rPr>
              <a:t>。</a:t>
            </a:r>
            <a:endParaRPr lang="en-US" altLang="zh-CN" smtClean="0">
              <a:latin typeface="黑体" pitchFamily="2" charset="-122"/>
              <a:ea typeface="黑体" pitchFamily="2" charset="-122"/>
            </a:endParaRPr>
          </a:p>
          <a:p>
            <a:pPr marL="0" lvl="1" indent="0">
              <a:lnSpc>
                <a:spcPct val="150000"/>
              </a:lnSpc>
              <a:spcBef>
                <a:spcPct val="0"/>
              </a:spcBef>
              <a:buFont typeface="Wingdings" pitchFamily="2" charset="2"/>
              <a:buNone/>
            </a:pPr>
            <a:r>
              <a:rPr lang="zh-CN" altLang="zh-CN" smtClean="0">
                <a:latin typeface="黑体" pitchFamily="2" charset="-122"/>
                <a:ea typeface="黑体" pitchFamily="2" charset="-122"/>
              </a:rPr>
              <a:t>用一个函数来实现</a:t>
            </a:r>
            <a:r>
              <a:rPr lang="zh-CN" altLang="zh-CN" b="1" smtClean="0">
                <a:solidFill>
                  <a:srgbClr val="0000FF"/>
                </a:solidFill>
                <a:latin typeface="黑体" pitchFamily="2" charset="-122"/>
                <a:ea typeface="黑体" pitchFamily="2" charset="-122"/>
              </a:rPr>
              <a:t>字符串连接</a:t>
            </a:r>
            <a:r>
              <a:rPr lang="zh-CN" altLang="zh-CN" smtClean="0">
                <a:latin typeface="黑体" pitchFamily="2" charset="-122"/>
                <a:ea typeface="黑体" pitchFamily="2" charset="-122"/>
              </a:rPr>
              <a:t>的功能</a:t>
            </a:r>
            <a:r>
              <a:rPr lang="zh-CN" altLang="en-US" smtClean="0">
                <a:latin typeface="黑体" pitchFamily="2" charset="-122"/>
                <a:ea typeface="黑体" pitchFamily="2" charset="-122"/>
              </a:rPr>
              <a:t>。</a:t>
            </a:r>
            <a:endParaRPr lang="zh-CN" altLang="zh-CN" smtClean="0">
              <a:latin typeface="黑体" pitchFamily="2" charset="-122"/>
              <a:ea typeface="黑体" pitchFamily="2" charset="-122"/>
            </a:endParaRPr>
          </a:p>
        </p:txBody>
      </p:sp>
      <p:pic>
        <p:nvPicPr>
          <p:cNvPr id="109571" name="图片 6" descr="Untitled2.png">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459788" y="6237288"/>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79998590"/>
      </p:ext>
    </p:extLst>
  </p:cSld>
  <p:clrMapOvr>
    <a:masterClrMapping/>
  </p:clrMapOvr>
  <p:transition>
    <p:checker dir="vert"/>
  </p:transition>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8306" name="Rectangle 7"/>
          <p:cNvSpPr>
            <a:spLocks noGrp="1" noChangeArrowheads="1"/>
          </p:cNvSpPr>
          <p:nvPr>
            <p:ph type="body" sz="half" idx="1"/>
          </p:nvPr>
        </p:nvSpPr>
        <p:spPr>
          <a:xfrm>
            <a:off x="285750" y="357188"/>
            <a:ext cx="8786813" cy="4714875"/>
          </a:xfrm>
        </p:spPr>
        <p:txBody>
          <a:bodyPr/>
          <a:lstStyle/>
          <a:p>
            <a:pPr>
              <a:lnSpc>
                <a:spcPts val="3000"/>
              </a:lnSpc>
              <a:buFont typeface="Wingdings" pitchFamily="2" charset="2"/>
              <a:buNone/>
            </a:pPr>
            <a:r>
              <a:rPr lang="en-US" altLang="zh-CN" sz="2800" smtClean="0">
                <a:latin typeface="Times New Roman" pitchFamily="18" charset="0"/>
                <a:cs typeface="Times New Roman" pitchFamily="18" charset="0"/>
              </a:rPr>
              <a:t>#include &lt;stdio.h&gt;</a:t>
            </a:r>
            <a:endParaRPr lang="zh-CN" altLang="zh-CN" sz="2800" smtClean="0">
              <a:latin typeface="Times New Roman" pitchFamily="18" charset="0"/>
              <a:cs typeface="Times New Roman" pitchFamily="18" charset="0"/>
            </a:endParaRPr>
          </a:p>
          <a:p>
            <a:pPr>
              <a:lnSpc>
                <a:spcPts val="3000"/>
              </a:lnSpc>
              <a:buFont typeface="Wingdings" pitchFamily="2" charset="2"/>
              <a:buNone/>
            </a:pPr>
            <a:r>
              <a:rPr lang="en-US" altLang="zh-CN" sz="2800" smtClean="0">
                <a:latin typeface="Times New Roman" pitchFamily="18" charset="0"/>
                <a:cs typeface="Times New Roman" pitchFamily="18" charset="0"/>
              </a:rPr>
              <a:t>int main()</a:t>
            </a:r>
            <a:endParaRPr lang="zh-CN" altLang="zh-CN" sz="2800" smtClean="0">
              <a:latin typeface="Times New Roman" pitchFamily="18" charset="0"/>
              <a:cs typeface="Times New Roman" pitchFamily="18" charset="0"/>
            </a:endParaRPr>
          </a:p>
          <a:p>
            <a:pPr>
              <a:lnSpc>
                <a:spcPts val="3000"/>
              </a:lnSpc>
              <a:buFont typeface="Wingdings" pitchFamily="2" charset="2"/>
              <a:buNone/>
            </a:pPr>
            <a:r>
              <a:rPr lang="en-US" altLang="zh-CN" sz="2800" smtClean="0">
                <a:latin typeface="Times New Roman" pitchFamily="18" charset="0"/>
                <a:cs typeface="Times New Roman" pitchFamily="18" charset="0"/>
              </a:rPr>
              <a:t>{void link_string(char *arr1, char *arr2); </a:t>
            </a:r>
            <a:endParaRPr lang="zh-CN" altLang="zh-CN" sz="2800" smtClean="0">
              <a:latin typeface="Times New Roman" pitchFamily="18" charset="0"/>
              <a:cs typeface="Times New Roman" pitchFamily="18" charset="0"/>
            </a:endParaRPr>
          </a:p>
          <a:p>
            <a:pPr>
              <a:lnSpc>
                <a:spcPts val="3000"/>
              </a:lnSpc>
              <a:buFont typeface="Wingdings" pitchFamily="2" charset="2"/>
              <a:buNone/>
            </a:pPr>
            <a:r>
              <a:rPr lang="en-US" altLang="zh-CN" sz="2800" smtClean="0">
                <a:latin typeface="Times New Roman" pitchFamily="18" charset="0"/>
                <a:cs typeface="Times New Roman" pitchFamily="18" charset="0"/>
              </a:rPr>
              <a:t>  char a[40]=“I am a teacher.”;  </a:t>
            </a:r>
            <a:endParaRPr lang="zh-CN" altLang="zh-CN" sz="2800" smtClean="0">
              <a:latin typeface="Times New Roman" pitchFamily="18" charset="0"/>
              <a:cs typeface="Times New Roman" pitchFamily="18" charset="0"/>
            </a:endParaRPr>
          </a:p>
          <a:p>
            <a:pPr>
              <a:lnSpc>
                <a:spcPts val="3000"/>
              </a:lnSpc>
              <a:buFont typeface="Wingdings" pitchFamily="2" charset="2"/>
              <a:buNone/>
            </a:pPr>
            <a:r>
              <a:rPr lang="en-US" altLang="zh-CN" sz="2800" smtClean="0">
                <a:latin typeface="Times New Roman" pitchFamily="18" charset="0"/>
                <a:cs typeface="Times New Roman" pitchFamily="18" charset="0"/>
              </a:rPr>
              <a:t>  char b[]=“You are a student.”;  </a:t>
            </a:r>
            <a:endParaRPr lang="zh-CN" altLang="zh-CN" sz="2800" smtClean="0">
              <a:latin typeface="Times New Roman" pitchFamily="18" charset="0"/>
              <a:cs typeface="Times New Roman" pitchFamily="18" charset="0"/>
            </a:endParaRPr>
          </a:p>
          <a:p>
            <a:pPr>
              <a:lnSpc>
                <a:spcPts val="3000"/>
              </a:lnSpc>
              <a:buFont typeface="Wingdings" pitchFamily="2" charset="2"/>
              <a:buNone/>
            </a:pPr>
            <a:r>
              <a:rPr lang="en-US" altLang="zh-CN" sz="2800" smtClean="0">
                <a:latin typeface="Times New Roman" pitchFamily="18" charset="0"/>
                <a:cs typeface="Times New Roman" pitchFamily="18" charset="0"/>
              </a:rPr>
              <a:t>  char *p1=a, *p2=b;   </a:t>
            </a:r>
            <a:endParaRPr lang="zh-CN" altLang="zh-CN" sz="2800" smtClean="0">
              <a:latin typeface="Times New Roman" pitchFamily="18" charset="0"/>
              <a:cs typeface="Times New Roman" pitchFamily="18" charset="0"/>
            </a:endParaRPr>
          </a:p>
          <a:p>
            <a:pPr>
              <a:lnSpc>
                <a:spcPts val="3000"/>
              </a:lnSpc>
              <a:buFont typeface="Wingdings" pitchFamily="2" charset="2"/>
              <a:buNone/>
            </a:pPr>
            <a:r>
              <a:rPr lang="en-US" altLang="zh-CN" sz="2800" smtClean="0">
                <a:latin typeface="Times New Roman" pitchFamily="18" charset="0"/>
                <a:cs typeface="Times New Roman" pitchFamily="18" charset="0"/>
              </a:rPr>
              <a:t>  printf(“a:%s\n b:%s\n”,p1,p2); </a:t>
            </a:r>
            <a:endParaRPr lang="zh-CN" altLang="zh-CN" sz="2800" smtClean="0">
              <a:latin typeface="Times New Roman" pitchFamily="18" charset="0"/>
              <a:cs typeface="Times New Roman" pitchFamily="18" charset="0"/>
            </a:endParaRPr>
          </a:p>
          <a:p>
            <a:pPr>
              <a:lnSpc>
                <a:spcPts val="3000"/>
              </a:lnSpc>
              <a:buFont typeface="Wingdings" pitchFamily="2" charset="2"/>
              <a:buNone/>
            </a:pPr>
            <a:r>
              <a:rPr lang="en-US" altLang="zh-CN" sz="2800" smtClean="0">
                <a:latin typeface="Times New Roman" pitchFamily="18" charset="0"/>
                <a:cs typeface="Times New Roman" pitchFamily="18" charset="0"/>
              </a:rPr>
              <a:t>  link_string(p1,p2); </a:t>
            </a:r>
            <a:endParaRPr lang="zh-CN" altLang="zh-CN" sz="2800" smtClean="0">
              <a:latin typeface="Times New Roman" pitchFamily="18" charset="0"/>
              <a:cs typeface="Times New Roman" pitchFamily="18" charset="0"/>
            </a:endParaRPr>
          </a:p>
          <a:p>
            <a:pPr>
              <a:lnSpc>
                <a:spcPts val="3000"/>
              </a:lnSpc>
              <a:buFont typeface="Wingdings" pitchFamily="2" charset="2"/>
              <a:buNone/>
            </a:pPr>
            <a:r>
              <a:rPr lang="en-US" altLang="zh-CN" sz="2800" smtClean="0">
                <a:latin typeface="Times New Roman" pitchFamily="18" charset="0"/>
                <a:cs typeface="Times New Roman" pitchFamily="18" charset="0"/>
              </a:rPr>
              <a:t>  printf(“a:%s\n b:%s\n”,a,b);</a:t>
            </a:r>
          </a:p>
          <a:p>
            <a:pPr>
              <a:lnSpc>
                <a:spcPts val="3000"/>
              </a:lnSpc>
              <a:buFont typeface="Wingdings" pitchFamily="2" charset="2"/>
              <a:buNone/>
            </a:pPr>
            <a:r>
              <a:rPr lang="en-US" altLang="zh-CN" sz="2800" smtClean="0">
                <a:latin typeface="Times New Roman" pitchFamily="18" charset="0"/>
                <a:cs typeface="Times New Roman" pitchFamily="18" charset="0"/>
              </a:rPr>
              <a:t>  return 0; </a:t>
            </a:r>
            <a:endParaRPr lang="zh-CN" altLang="zh-CN" sz="2800" smtClean="0">
              <a:latin typeface="Times New Roman" pitchFamily="18" charset="0"/>
              <a:cs typeface="Times New Roman" pitchFamily="18" charset="0"/>
            </a:endParaRPr>
          </a:p>
          <a:p>
            <a:pPr>
              <a:lnSpc>
                <a:spcPts val="3000"/>
              </a:lnSpc>
              <a:buFont typeface="Wingdings" pitchFamily="2" charset="2"/>
              <a:buNone/>
            </a:pPr>
            <a:r>
              <a:rPr lang="en-US" altLang="zh-CN" sz="2800" smtClean="0">
                <a:latin typeface="Times New Roman" pitchFamily="18" charset="0"/>
                <a:cs typeface="Times New Roman" pitchFamily="18" charset="0"/>
              </a:rPr>
              <a:t> }</a:t>
            </a:r>
            <a:endParaRPr lang="zh-CN" altLang="zh-CN" sz="2800" smtClean="0">
              <a:latin typeface="Times New Roman" pitchFamily="18" charset="0"/>
              <a:cs typeface="Times New Roman" pitchFamily="18" charset="0"/>
            </a:endParaRPr>
          </a:p>
        </p:txBody>
      </p:sp>
      <p:pic>
        <p:nvPicPr>
          <p:cNvPr id="110595" name="图片 6" descr="Untitled2.png">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459788" y="6237288"/>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4" name="表格 3"/>
          <p:cNvGraphicFramePr>
            <a:graphicFrameLocks noGrp="1"/>
          </p:cNvGraphicFramePr>
          <p:nvPr/>
        </p:nvGraphicFramePr>
        <p:xfrm>
          <a:off x="785813" y="4984750"/>
          <a:ext cx="7500938" cy="517662"/>
        </p:xfrm>
        <a:graphic>
          <a:graphicData uri="http://schemas.openxmlformats.org/drawingml/2006/table">
            <a:tbl>
              <a:tblPr firstRow="1" bandRow="1">
                <a:tableStyleId>{5C22544A-7EE6-4342-B048-85BDC9FD1C3A}</a:tableStyleId>
              </a:tblPr>
              <a:tblGrid>
                <a:gridCol w="531936"/>
                <a:gridCol w="531936"/>
                <a:gridCol w="531936"/>
                <a:gridCol w="531936"/>
                <a:gridCol w="531936"/>
                <a:gridCol w="531936"/>
                <a:gridCol w="531936"/>
                <a:gridCol w="531936"/>
                <a:gridCol w="531936"/>
                <a:gridCol w="531936"/>
                <a:gridCol w="531936"/>
                <a:gridCol w="531936"/>
                <a:gridCol w="531936"/>
                <a:gridCol w="585770"/>
              </a:tblGrid>
              <a:tr h="517525">
                <a:tc>
                  <a:txBody>
                    <a:bodyPr/>
                    <a:lstStyle/>
                    <a:p>
                      <a:pPr algn="ctr"/>
                      <a:r>
                        <a:rPr lang="en-US" altLang="zh-CN" sz="2800" dirty="0" smtClean="0">
                          <a:solidFill>
                            <a:srgbClr val="0000CC"/>
                          </a:solidFill>
                        </a:rPr>
                        <a:t>I</a:t>
                      </a: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2800" dirty="0" smtClean="0">
                          <a:solidFill>
                            <a:srgbClr val="0000CC"/>
                          </a:solidFill>
                        </a:rPr>
                        <a:t>a</a:t>
                      </a: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2800" dirty="0" smtClean="0">
                          <a:solidFill>
                            <a:srgbClr val="0000CC"/>
                          </a:solidFill>
                        </a:rPr>
                        <a:t>m</a:t>
                      </a: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2800" dirty="0" smtClean="0">
                          <a:solidFill>
                            <a:srgbClr val="0000CC"/>
                          </a:solidFill>
                        </a:rPr>
                        <a:t>…</a:t>
                      </a: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r>
            </a:tbl>
          </a:graphicData>
        </a:graphic>
      </p:graphicFrame>
      <p:cxnSp>
        <p:nvCxnSpPr>
          <p:cNvPr id="5" name="直接箭头连接符 29"/>
          <p:cNvCxnSpPr>
            <a:cxnSpLocks noChangeShapeType="1"/>
          </p:cNvCxnSpPr>
          <p:nvPr/>
        </p:nvCxnSpPr>
        <p:spPr bwMode="auto">
          <a:xfrm rot="5400000">
            <a:off x="786606" y="4787107"/>
            <a:ext cx="428625" cy="1588"/>
          </a:xfrm>
          <a:prstGeom prst="straightConnector1">
            <a:avLst/>
          </a:prstGeom>
          <a:noFill/>
          <a:ln w="38100" algn="ctr">
            <a:solidFill>
              <a:srgbClr val="FF0000"/>
            </a:solidFill>
            <a:miter lim="800000"/>
            <a:headEnd/>
            <a:tailEnd type="arrow" w="med" len="med"/>
          </a:ln>
          <a:extLst>
            <a:ext uri="{909E8E84-426E-40DD-AFC4-6F175D3DCCD1}">
              <a14:hiddenFill xmlns:a14="http://schemas.microsoft.com/office/drawing/2010/main">
                <a:noFill/>
              </a14:hiddenFill>
            </a:ext>
          </a:extLst>
        </p:spPr>
      </p:cxnSp>
      <p:sp>
        <p:nvSpPr>
          <p:cNvPr id="6" name="TextBox 5"/>
          <p:cNvSpPr txBox="1">
            <a:spLocks noChangeArrowheads="1"/>
          </p:cNvSpPr>
          <p:nvPr/>
        </p:nvSpPr>
        <p:spPr bwMode="auto">
          <a:xfrm>
            <a:off x="1071563" y="4359275"/>
            <a:ext cx="857250" cy="523875"/>
          </a:xfrm>
          <a:prstGeom prst="rect">
            <a:avLst/>
          </a:prstGeom>
          <a:noFill/>
          <a:ln w="9525">
            <a:noFill/>
            <a:miter lim="800000"/>
            <a:headEnd/>
            <a:tailEnd/>
          </a:ln>
        </p:spPr>
        <p:txBody>
          <a:bodyPr>
            <a:spAutoFit/>
          </a:bodyPr>
          <a:lstStyle/>
          <a:p>
            <a:pPr>
              <a:defRPr/>
            </a:pPr>
            <a:r>
              <a:rPr lang="en-US" altLang="zh-CN" sz="2800" b="1" dirty="0">
                <a:solidFill>
                  <a:srgbClr val="FF3300"/>
                </a:solidFill>
                <a:latin typeface="+mn-lt"/>
                <a:ea typeface="+mn-ea"/>
              </a:rPr>
              <a:t>p1</a:t>
            </a:r>
            <a:endParaRPr lang="zh-CN" altLang="en-US" sz="2800" b="1" dirty="0">
              <a:solidFill>
                <a:srgbClr val="FF3300"/>
              </a:solidFill>
              <a:latin typeface="+mn-lt"/>
              <a:ea typeface="+mn-ea"/>
            </a:endParaRPr>
          </a:p>
        </p:txBody>
      </p:sp>
      <p:sp>
        <p:nvSpPr>
          <p:cNvPr id="7" name="TextBox 6"/>
          <p:cNvSpPr txBox="1">
            <a:spLocks noChangeArrowheads="1"/>
          </p:cNvSpPr>
          <p:nvPr/>
        </p:nvSpPr>
        <p:spPr bwMode="auto">
          <a:xfrm>
            <a:off x="428625" y="4930775"/>
            <a:ext cx="428625" cy="523875"/>
          </a:xfrm>
          <a:prstGeom prst="rect">
            <a:avLst/>
          </a:prstGeom>
          <a:noFill/>
          <a:ln w="9525">
            <a:noFill/>
            <a:miter lim="800000"/>
            <a:headEnd/>
            <a:tailEnd/>
          </a:ln>
        </p:spPr>
        <p:txBody>
          <a:bodyPr>
            <a:spAutoFit/>
          </a:bodyPr>
          <a:lstStyle/>
          <a:p>
            <a:pPr>
              <a:defRPr/>
            </a:pPr>
            <a:r>
              <a:rPr lang="en-US" altLang="zh-CN" sz="2800" b="1" dirty="0">
                <a:solidFill>
                  <a:srgbClr val="0000CC"/>
                </a:solidFill>
                <a:latin typeface="+mn-lt"/>
                <a:ea typeface="+mn-ea"/>
              </a:rPr>
              <a:t>a</a:t>
            </a:r>
            <a:endParaRPr lang="zh-CN" altLang="en-US" sz="2800" b="1" dirty="0">
              <a:solidFill>
                <a:srgbClr val="0000CC"/>
              </a:solidFill>
              <a:latin typeface="+mn-lt"/>
              <a:ea typeface="+mn-ea"/>
            </a:endParaRPr>
          </a:p>
        </p:txBody>
      </p:sp>
      <p:sp>
        <p:nvSpPr>
          <p:cNvPr id="8" name="TextBox 7"/>
          <p:cNvSpPr txBox="1">
            <a:spLocks noChangeArrowheads="1"/>
          </p:cNvSpPr>
          <p:nvPr/>
        </p:nvSpPr>
        <p:spPr bwMode="auto">
          <a:xfrm>
            <a:off x="3143250" y="5735638"/>
            <a:ext cx="428625" cy="522287"/>
          </a:xfrm>
          <a:prstGeom prst="rect">
            <a:avLst/>
          </a:prstGeom>
          <a:noFill/>
          <a:ln w="9525">
            <a:noFill/>
            <a:miter lim="800000"/>
            <a:headEnd/>
            <a:tailEnd/>
          </a:ln>
        </p:spPr>
        <p:txBody>
          <a:bodyPr>
            <a:spAutoFit/>
          </a:bodyPr>
          <a:lstStyle/>
          <a:p>
            <a:pPr>
              <a:defRPr/>
            </a:pPr>
            <a:r>
              <a:rPr lang="en-US" altLang="zh-CN" sz="2800" b="1" dirty="0">
                <a:solidFill>
                  <a:srgbClr val="0000CC"/>
                </a:solidFill>
                <a:latin typeface="+mn-lt"/>
                <a:ea typeface="+mn-ea"/>
              </a:rPr>
              <a:t>b</a:t>
            </a:r>
            <a:endParaRPr lang="zh-CN" altLang="en-US" sz="2800" b="1" dirty="0">
              <a:solidFill>
                <a:srgbClr val="0000CC"/>
              </a:solidFill>
              <a:latin typeface="+mn-lt"/>
              <a:ea typeface="+mn-ea"/>
            </a:endParaRPr>
          </a:p>
        </p:txBody>
      </p:sp>
      <p:cxnSp>
        <p:nvCxnSpPr>
          <p:cNvPr id="9" name="直接箭头连接符 29"/>
          <p:cNvCxnSpPr>
            <a:cxnSpLocks noChangeShapeType="1"/>
          </p:cNvCxnSpPr>
          <p:nvPr/>
        </p:nvCxnSpPr>
        <p:spPr bwMode="auto">
          <a:xfrm rot="16200000" flipV="1">
            <a:off x="3501231" y="6525419"/>
            <a:ext cx="428625" cy="1588"/>
          </a:xfrm>
          <a:prstGeom prst="straightConnector1">
            <a:avLst/>
          </a:prstGeom>
          <a:noFill/>
          <a:ln w="38100" algn="ctr">
            <a:solidFill>
              <a:srgbClr val="FF0000"/>
            </a:solidFill>
            <a:miter lim="800000"/>
            <a:headEnd/>
            <a:tailEnd type="arrow" w="med" len="med"/>
          </a:ln>
          <a:extLst>
            <a:ext uri="{909E8E84-426E-40DD-AFC4-6F175D3DCCD1}">
              <a14:hiddenFill xmlns:a14="http://schemas.microsoft.com/office/drawing/2010/main">
                <a:noFill/>
              </a14:hiddenFill>
            </a:ext>
          </a:extLst>
        </p:spPr>
      </p:cxnSp>
      <p:sp>
        <p:nvSpPr>
          <p:cNvPr id="10" name="TextBox 9"/>
          <p:cNvSpPr txBox="1">
            <a:spLocks noChangeArrowheads="1"/>
          </p:cNvSpPr>
          <p:nvPr/>
        </p:nvSpPr>
        <p:spPr bwMode="auto">
          <a:xfrm>
            <a:off x="3786188" y="6334125"/>
            <a:ext cx="714375" cy="523875"/>
          </a:xfrm>
          <a:prstGeom prst="rect">
            <a:avLst/>
          </a:prstGeom>
          <a:noFill/>
          <a:ln w="9525">
            <a:noFill/>
            <a:miter lim="800000"/>
            <a:headEnd/>
            <a:tailEnd/>
          </a:ln>
        </p:spPr>
        <p:txBody>
          <a:bodyPr>
            <a:spAutoFit/>
          </a:bodyPr>
          <a:lstStyle/>
          <a:p>
            <a:pPr>
              <a:defRPr/>
            </a:pPr>
            <a:r>
              <a:rPr lang="en-US" altLang="zh-CN" sz="2800" b="1" dirty="0">
                <a:solidFill>
                  <a:srgbClr val="FF3300"/>
                </a:solidFill>
                <a:latin typeface="+mn-lt"/>
                <a:ea typeface="+mn-ea"/>
              </a:rPr>
              <a:t>p2</a:t>
            </a:r>
            <a:endParaRPr lang="zh-CN" altLang="en-US" sz="2800" b="1" dirty="0">
              <a:solidFill>
                <a:srgbClr val="FF3300"/>
              </a:solidFill>
              <a:latin typeface="+mn-lt"/>
              <a:ea typeface="+mn-ea"/>
            </a:endParaRPr>
          </a:p>
        </p:txBody>
      </p:sp>
      <p:graphicFrame>
        <p:nvGraphicFramePr>
          <p:cNvPr id="11" name="表格 10"/>
          <p:cNvGraphicFramePr>
            <a:graphicFrameLocks noGrp="1"/>
          </p:cNvGraphicFramePr>
          <p:nvPr/>
        </p:nvGraphicFramePr>
        <p:xfrm>
          <a:off x="3500438" y="5792788"/>
          <a:ext cx="4786309" cy="519112"/>
        </p:xfrm>
        <a:graphic>
          <a:graphicData uri="http://schemas.openxmlformats.org/drawingml/2006/table">
            <a:tbl>
              <a:tblPr firstRow="1" bandRow="1">
                <a:tableStyleId>{5C22544A-7EE6-4342-B048-85BDC9FD1C3A}</a:tableStyleId>
              </a:tblPr>
              <a:tblGrid>
                <a:gridCol w="528383"/>
                <a:gridCol w="528383"/>
                <a:gridCol w="528383"/>
                <a:gridCol w="528383"/>
                <a:gridCol w="528383"/>
                <a:gridCol w="528383"/>
                <a:gridCol w="528383"/>
                <a:gridCol w="528383"/>
                <a:gridCol w="559245"/>
              </a:tblGrid>
              <a:tr h="519112">
                <a:tc>
                  <a:txBody>
                    <a:bodyPr/>
                    <a:lstStyle/>
                    <a:p>
                      <a:pPr algn="ctr"/>
                      <a:r>
                        <a:rPr lang="en-US" altLang="zh-CN" sz="2800" dirty="0" smtClean="0">
                          <a:solidFill>
                            <a:srgbClr val="0000CC"/>
                          </a:solidFill>
                        </a:rPr>
                        <a:t>Y</a:t>
                      </a:r>
                      <a:endParaRPr lang="zh-CN" altLang="en-US" sz="2800" dirty="0">
                        <a:solidFill>
                          <a:srgbClr val="0000CC"/>
                        </a:solidFill>
                      </a:endParaRPr>
                    </a:p>
                  </a:txBody>
                  <a:tcPr marL="91439" marR="91439" marT="45804" marB="45804">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2800" dirty="0" smtClean="0">
                          <a:solidFill>
                            <a:srgbClr val="0000CC"/>
                          </a:solidFill>
                        </a:rPr>
                        <a:t>o</a:t>
                      </a:r>
                      <a:endParaRPr lang="zh-CN" altLang="en-US" sz="2800" dirty="0">
                        <a:solidFill>
                          <a:srgbClr val="0000CC"/>
                        </a:solidFill>
                      </a:endParaRPr>
                    </a:p>
                  </a:txBody>
                  <a:tcPr marL="91439" marR="91439" marT="45804" marB="45804">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2800" dirty="0" smtClean="0">
                          <a:solidFill>
                            <a:srgbClr val="0000CC"/>
                          </a:solidFill>
                        </a:rPr>
                        <a:t>u</a:t>
                      </a:r>
                      <a:endParaRPr lang="zh-CN" altLang="en-US" sz="2800" dirty="0">
                        <a:solidFill>
                          <a:srgbClr val="0000CC"/>
                        </a:solidFill>
                      </a:endParaRPr>
                    </a:p>
                  </a:txBody>
                  <a:tcPr marL="91439" marR="91439" marT="45804" marB="45804">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endParaRPr lang="zh-CN" altLang="en-US" sz="2800" dirty="0">
                        <a:solidFill>
                          <a:srgbClr val="0000CC"/>
                        </a:solidFill>
                      </a:endParaRPr>
                    </a:p>
                  </a:txBody>
                  <a:tcPr marL="91439" marR="91439" marT="45804" marB="45804">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2800" dirty="0" smtClean="0">
                          <a:solidFill>
                            <a:srgbClr val="0000CC"/>
                          </a:solidFill>
                        </a:rPr>
                        <a:t>a</a:t>
                      </a:r>
                      <a:endParaRPr lang="zh-CN" altLang="en-US" sz="2800" dirty="0">
                        <a:solidFill>
                          <a:srgbClr val="0000CC"/>
                        </a:solidFill>
                      </a:endParaRPr>
                    </a:p>
                  </a:txBody>
                  <a:tcPr marL="91439" marR="91439" marT="45804" marB="45804">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2800" dirty="0" smtClean="0">
                          <a:solidFill>
                            <a:srgbClr val="0000CC"/>
                          </a:solidFill>
                        </a:rPr>
                        <a:t>r</a:t>
                      </a:r>
                      <a:endParaRPr lang="zh-CN" altLang="en-US" sz="2800" dirty="0">
                        <a:solidFill>
                          <a:srgbClr val="0000CC"/>
                        </a:solidFill>
                      </a:endParaRPr>
                    </a:p>
                  </a:txBody>
                  <a:tcPr marL="91439" marR="91439" marT="45804" marB="45804">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2800" dirty="0" smtClean="0">
                          <a:solidFill>
                            <a:srgbClr val="0000CC"/>
                          </a:solidFill>
                        </a:rPr>
                        <a:t>e</a:t>
                      </a:r>
                      <a:endParaRPr lang="zh-CN" altLang="en-US" sz="2800" dirty="0">
                        <a:solidFill>
                          <a:srgbClr val="0000CC"/>
                        </a:solidFill>
                      </a:endParaRPr>
                    </a:p>
                  </a:txBody>
                  <a:tcPr marL="91439" marR="91439" marT="45804" marB="45804">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2800" dirty="0" smtClean="0">
                          <a:solidFill>
                            <a:srgbClr val="0000CC"/>
                          </a:solidFill>
                        </a:rPr>
                        <a:t>…</a:t>
                      </a:r>
                      <a:endParaRPr lang="zh-CN" altLang="en-US" sz="2800" dirty="0">
                        <a:solidFill>
                          <a:srgbClr val="0000CC"/>
                        </a:solidFill>
                      </a:endParaRPr>
                    </a:p>
                  </a:txBody>
                  <a:tcPr marL="91439" marR="91439" marT="45804" marB="45804">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endParaRPr lang="zh-CN" altLang="en-US" sz="2800" dirty="0">
                        <a:solidFill>
                          <a:srgbClr val="0000CC"/>
                        </a:solidFill>
                      </a:endParaRPr>
                    </a:p>
                  </a:txBody>
                  <a:tcPr marL="91439" marR="91439" marT="45804" marB="45804">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r>
            </a:tbl>
          </a:graphicData>
        </a:graphic>
      </p:graphicFrame>
      <p:sp>
        <p:nvSpPr>
          <p:cNvPr id="12" name="TextBox 11"/>
          <p:cNvSpPr txBox="1">
            <a:spLocks noChangeArrowheads="1"/>
          </p:cNvSpPr>
          <p:nvPr/>
        </p:nvSpPr>
        <p:spPr bwMode="auto">
          <a:xfrm>
            <a:off x="3357563" y="4976813"/>
            <a:ext cx="785812" cy="523875"/>
          </a:xfrm>
          <a:prstGeom prst="rect">
            <a:avLst/>
          </a:prstGeom>
          <a:noFill/>
          <a:ln w="9525">
            <a:noFill/>
            <a:miter lim="800000"/>
            <a:headEnd/>
            <a:tailEnd/>
          </a:ln>
        </p:spPr>
        <p:txBody>
          <a:bodyPr>
            <a:spAutoFit/>
          </a:bodyPr>
          <a:lstStyle/>
          <a:p>
            <a:pPr>
              <a:defRPr/>
            </a:pPr>
            <a:r>
              <a:rPr lang="en-US" altLang="zh-CN" sz="2800" b="1" dirty="0">
                <a:solidFill>
                  <a:srgbClr val="0000CC"/>
                </a:solidFill>
                <a:latin typeface="+mn-lt"/>
                <a:ea typeface="+mn-ea"/>
              </a:rPr>
              <a:t>\0</a:t>
            </a:r>
            <a:endParaRPr lang="zh-CN" altLang="en-US" sz="2800" b="1" dirty="0">
              <a:solidFill>
                <a:srgbClr val="0000CC"/>
              </a:solidFill>
              <a:latin typeface="+mn-lt"/>
              <a:ea typeface="+mn-ea"/>
            </a:endParaRPr>
          </a:p>
        </p:txBody>
      </p:sp>
      <p:sp>
        <p:nvSpPr>
          <p:cNvPr id="13" name="TextBox 12"/>
          <p:cNvSpPr txBox="1">
            <a:spLocks noChangeArrowheads="1"/>
          </p:cNvSpPr>
          <p:nvPr/>
        </p:nvSpPr>
        <p:spPr bwMode="auto">
          <a:xfrm>
            <a:off x="7643813" y="5834063"/>
            <a:ext cx="785812" cy="523875"/>
          </a:xfrm>
          <a:prstGeom prst="rect">
            <a:avLst/>
          </a:prstGeom>
          <a:noFill/>
          <a:ln w="9525">
            <a:noFill/>
            <a:miter lim="800000"/>
            <a:headEnd/>
            <a:tailEnd/>
          </a:ln>
        </p:spPr>
        <p:txBody>
          <a:bodyPr>
            <a:spAutoFit/>
          </a:bodyPr>
          <a:lstStyle/>
          <a:p>
            <a:pPr>
              <a:defRPr/>
            </a:pPr>
            <a:r>
              <a:rPr lang="en-US" altLang="zh-CN" sz="2800" b="1" dirty="0">
                <a:solidFill>
                  <a:srgbClr val="0000CC"/>
                </a:solidFill>
                <a:latin typeface="+mn-lt"/>
                <a:ea typeface="+mn-ea"/>
              </a:rPr>
              <a:t>\0</a:t>
            </a:r>
            <a:endParaRPr lang="zh-CN" altLang="en-US" sz="2800" b="1" dirty="0">
              <a:solidFill>
                <a:srgbClr val="0000CC"/>
              </a:solidFill>
              <a:latin typeface="+mn-lt"/>
              <a:ea typeface="+mn-ea"/>
            </a:endParaRPr>
          </a:p>
        </p:txBody>
      </p:sp>
    </p:spTree>
    <p:extLst>
      <p:ext uri="{BB962C8B-B14F-4D97-AF65-F5344CB8AC3E}">
        <p14:creationId xmlns:p14="http://schemas.microsoft.com/office/powerpoint/2010/main" val="1753915209"/>
      </p:ext>
    </p:extLst>
  </p:cSld>
  <p:clrMapOvr>
    <a:masterClrMapping/>
  </p:clrMapOvr>
  <p:transition>
    <p:checker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98306">
                                            <p:txEl>
                                              <p:pRg st="0" end="0"/>
                                            </p:txEl>
                                          </p:spTgt>
                                        </p:tgtEl>
                                        <p:attrNameLst>
                                          <p:attrName>style.visibility</p:attrName>
                                        </p:attrNameLst>
                                      </p:cBhvr>
                                      <p:to>
                                        <p:strVal val="visible"/>
                                      </p:to>
                                    </p:set>
                                    <p:anim calcmode="lin" valueType="num">
                                      <p:cBhvr additive="base">
                                        <p:cTn id="7" dur="500" fill="hold"/>
                                        <p:tgtEl>
                                          <p:spTgt spid="9830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8306">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98306">
                                            <p:txEl>
                                              <p:pRg st="1" end="1"/>
                                            </p:txEl>
                                          </p:spTgt>
                                        </p:tgtEl>
                                        <p:attrNameLst>
                                          <p:attrName>style.visibility</p:attrName>
                                        </p:attrNameLst>
                                      </p:cBhvr>
                                      <p:to>
                                        <p:strVal val="visible"/>
                                      </p:to>
                                    </p:set>
                                    <p:anim calcmode="lin" valueType="num">
                                      <p:cBhvr additive="base">
                                        <p:cTn id="11" dur="500" fill="hold"/>
                                        <p:tgtEl>
                                          <p:spTgt spid="98306">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9830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4" fill="hold" nodeType="clickEffect">
                                  <p:stCondLst>
                                    <p:cond delay="0"/>
                                  </p:stCondLst>
                                  <p:childTnLst>
                                    <p:set>
                                      <p:cBhvr>
                                        <p:cTn id="16" dur="1" fill="hold">
                                          <p:stCondLst>
                                            <p:cond delay="0"/>
                                          </p:stCondLst>
                                        </p:cTn>
                                        <p:tgtEl>
                                          <p:spTgt spid="98306">
                                            <p:txEl>
                                              <p:pRg st="2" end="2"/>
                                            </p:txEl>
                                          </p:spTgt>
                                        </p:tgtEl>
                                        <p:attrNameLst>
                                          <p:attrName>style.visibility</p:attrName>
                                        </p:attrNameLst>
                                      </p:cBhvr>
                                      <p:to>
                                        <p:strVal val="visible"/>
                                      </p:to>
                                    </p:set>
                                    <p:anim calcmode="lin" valueType="num">
                                      <p:cBhvr additive="base">
                                        <p:cTn id="17" dur="500" fill="hold"/>
                                        <p:tgtEl>
                                          <p:spTgt spid="98306">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98306">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4" fill="hold" nodeType="clickEffect">
                                  <p:stCondLst>
                                    <p:cond delay="0"/>
                                  </p:stCondLst>
                                  <p:childTnLst>
                                    <p:set>
                                      <p:cBhvr>
                                        <p:cTn id="22" dur="1" fill="hold">
                                          <p:stCondLst>
                                            <p:cond delay="0"/>
                                          </p:stCondLst>
                                        </p:cTn>
                                        <p:tgtEl>
                                          <p:spTgt spid="98306">
                                            <p:txEl>
                                              <p:pRg st="3" end="3"/>
                                            </p:txEl>
                                          </p:spTgt>
                                        </p:tgtEl>
                                        <p:attrNameLst>
                                          <p:attrName>style.visibility</p:attrName>
                                        </p:attrNameLst>
                                      </p:cBhvr>
                                      <p:to>
                                        <p:strVal val="visible"/>
                                      </p:to>
                                    </p:set>
                                    <p:anim calcmode="lin" valueType="num">
                                      <p:cBhvr additive="base">
                                        <p:cTn id="23" dur="500" fill="hold"/>
                                        <p:tgtEl>
                                          <p:spTgt spid="98306">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98306">
                                            <p:txEl>
                                              <p:pRg st="3" end="3"/>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98306">
                                            <p:txEl>
                                              <p:pRg st="4" end="4"/>
                                            </p:txEl>
                                          </p:spTgt>
                                        </p:tgtEl>
                                        <p:attrNameLst>
                                          <p:attrName>style.visibility</p:attrName>
                                        </p:attrNameLst>
                                      </p:cBhvr>
                                      <p:to>
                                        <p:strVal val="visible"/>
                                      </p:to>
                                    </p:set>
                                    <p:anim calcmode="lin" valueType="num">
                                      <p:cBhvr additive="base">
                                        <p:cTn id="27" dur="500" fill="hold"/>
                                        <p:tgtEl>
                                          <p:spTgt spid="98306">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98306">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9" fill="hold" nodeType="clickPar">
                      <p:stCondLst>
                        <p:cond delay="indefinite"/>
                      </p:stCondLst>
                      <p:childTnLst>
                        <p:par>
                          <p:cTn id="30" fill="hold" nodeType="withGroup">
                            <p:stCondLst>
                              <p:cond delay="0"/>
                            </p:stCondLst>
                            <p:childTnLst>
                              <p:par>
                                <p:cTn id="31" presetID="2" presetClass="entr" presetSubtype="4" fill="hold" nodeType="clickEffect">
                                  <p:stCondLst>
                                    <p:cond delay="0"/>
                                  </p:stCondLst>
                                  <p:childTnLst>
                                    <p:set>
                                      <p:cBhvr>
                                        <p:cTn id="32" dur="1" fill="hold">
                                          <p:stCondLst>
                                            <p:cond delay="0"/>
                                          </p:stCondLst>
                                        </p:cTn>
                                        <p:tgtEl>
                                          <p:spTgt spid="98306">
                                            <p:txEl>
                                              <p:pRg st="5" end="5"/>
                                            </p:txEl>
                                          </p:spTgt>
                                        </p:tgtEl>
                                        <p:attrNameLst>
                                          <p:attrName>style.visibility</p:attrName>
                                        </p:attrNameLst>
                                      </p:cBhvr>
                                      <p:to>
                                        <p:strVal val="visible"/>
                                      </p:to>
                                    </p:set>
                                    <p:anim calcmode="lin" valueType="num">
                                      <p:cBhvr additive="base">
                                        <p:cTn id="33" dur="500" fill="hold"/>
                                        <p:tgtEl>
                                          <p:spTgt spid="98306">
                                            <p:txEl>
                                              <p:pRg st="5" end="5"/>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98306">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5" fill="hold" nodeType="clickPar">
                      <p:stCondLst>
                        <p:cond delay="indefinite"/>
                      </p:stCondLst>
                      <p:childTnLst>
                        <p:par>
                          <p:cTn id="36" fill="hold" nodeType="withGroup">
                            <p:stCondLst>
                              <p:cond delay="0"/>
                            </p:stCondLst>
                            <p:childTnLst>
                              <p:par>
                                <p:cTn id="37" presetID="2" presetClass="entr" presetSubtype="4" fill="hold" nodeType="clickEffect">
                                  <p:stCondLst>
                                    <p:cond delay="0"/>
                                  </p:stCondLst>
                                  <p:childTnLst>
                                    <p:set>
                                      <p:cBhvr>
                                        <p:cTn id="38" dur="1" fill="hold">
                                          <p:stCondLst>
                                            <p:cond delay="0"/>
                                          </p:stCondLst>
                                        </p:cTn>
                                        <p:tgtEl>
                                          <p:spTgt spid="98306">
                                            <p:txEl>
                                              <p:pRg st="6" end="6"/>
                                            </p:txEl>
                                          </p:spTgt>
                                        </p:tgtEl>
                                        <p:attrNameLst>
                                          <p:attrName>style.visibility</p:attrName>
                                        </p:attrNameLst>
                                      </p:cBhvr>
                                      <p:to>
                                        <p:strVal val="visible"/>
                                      </p:to>
                                    </p:set>
                                    <p:anim calcmode="lin" valueType="num">
                                      <p:cBhvr additive="base">
                                        <p:cTn id="39" dur="500" fill="hold"/>
                                        <p:tgtEl>
                                          <p:spTgt spid="98306">
                                            <p:txEl>
                                              <p:pRg st="6" end="6"/>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98306">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1" fill="hold" nodeType="clickPar">
                      <p:stCondLst>
                        <p:cond delay="indefinite"/>
                      </p:stCondLst>
                      <p:childTnLst>
                        <p:par>
                          <p:cTn id="42" fill="hold" nodeType="withGroup">
                            <p:stCondLst>
                              <p:cond delay="0"/>
                            </p:stCondLst>
                            <p:childTnLst>
                              <p:par>
                                <p:cTn id="43" presetID="2" presetClass="entr" presetSubtype="4" fill="hold" nodeType="clickEffect">
                                  <p:stCondLst>
                                    <p:cond delay="0"/>
                                  </p:stCondLst>
                                  <p:childTnLst>
                                    <p:set>
                                      <p:cBhvr>
                                        <p:cTn id="44" dur="1" fill="hold">
                                          <p:stCondLst>
                                            <p:cond delay="0"/>
                                          </p:stCondLst>
                                        </p:cTn>
                                        <p:tgtEl>
                                          <p:spTgt spid="98306">
                                            <p:txEl>
                                              <p:pRg st="7" end="7"/>
                                            </p:txEl>
                                          </p:spTgt>
                                        </p:tgtEl>
                                        <p:attrNameLst>
                                          <p:attrName>style.visibility</p:attrName>
                                        </p:attrNameLst>
                                      </p:cBhvr>
                                      <p:to>
                                        <p:strVal val="visible"/>
                                      </p:to>
                                    </p:set>
                                    <p:anim calcmode="lin" valueType="num">
                                      <p:cBhvr additive="base">
                                        <p:cTn id="45" dur="500" fill="hold"/>
                                        <p:tgtEl>
                                          <p:spTgt spid="98306">
                                            <p:txEl>
                                              <p:pRg st="7" end="7"/>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98306">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47" fill="hold" nodeType="clickPar">
                      <p:stCondLst>
                        <p:cond delay="indefinite"/>
                      </p:stCondLst>
                      <p:childTnLst>
                        <p:par>
                          <p:cTn id="48" fill="hold" nodeType="withGroup">
                            <p:stCondLst>
                              <p:cond delay="0"/>
                            </p:stCondLst>
                            <p:childTnLst>
                              <p:par>
                                <p:cTn id="49" presetID="2" presetClass="entr" presetSubtype="4" fill="hold" nodeType="clickEffect">
                                  <p:stCondLst>
                                    <p:cond delay="0"/>
                                  </p:stCondLst>
                                  <p:childTnLst>
                                    <p:set>
                                      <p:cBhvr>
                                        <p:cTn id="50" dur="1" fill="hold">
                                          <p:stCondLst>
                                            <p:cond delay="0"/>
                                          </p:stCondLst>
                                        </p:cTn>
                                        <p:tgtEl>
                                          <p:spTgt spid="98306">
                                            <p:txEl>
                                              <p:pRg st="8" end="8"/>
                                            </p:txEl>
                                          </p:spTgt>
                                        </p:tgtEl>
                                        <p:attrNameLst>
                                          <p:attrName>style.visibility</p:attrName>
                                        </p:attrNameLst>
                                      </p:cBhvr>
                                      <p:to>
                                        <p:strVal val="visible"/>
                                      </p:to>
                                    </p:set>
                                    <p:anim calcmode="lin" valueType="num">
                                      <p:cBhvr additive="base">
                                        <p:cTn id="51" dur="500" fill="hold"/>
                                        <p:tgtEl>
                                          <p:spTgt spid="98306">
                                            <p:txEl>
                                              <p:pRg st="8" end="8"/>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98306">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3" fill="hold" nodeType="clickPar">
                      <p:stCondLst>
                        <p:cond delay="indefinite"/>
                      </p:stCondLst>
                      <p:childTnLst>
                        <p:par>
                          <p:cTn id="54" fill="hold" nodeType="withGroup">
                            <p:stCondLst>
                              <p:cond delay="0"/>
                            </p:stCondLst>
                            <p:childTnLst>
                              <p:par>
                                <p:cTn id="55" presetID="2" presetClass="entr" presetSubtype="4" fill="hold" nodeType="clickEffect">
                                  <p:stCondLst>
                                    <p:cond delay="0"/>
                                  </p:stCondLst>
                                  <p:childTnLst>
                                    <p:set>
                                      <p:cBhvr>
                                        <p:cTn id="56" dur="1" fill="hold">
                                          <p:stCondLst>
                                            <p:cond delay="0"/>
                                          </p:stCondLst>
                                        </p:cTn>
                                        <p:tgtEl>
                                          <p:spTgt spid="98306">
                                            <p:txEl>
                                              <p:pRg st="9" end="9"/>
                                            </p:txEl>
                                          </p:spTgt>
                                        </p:tgtEl>
                                        <p:attrNameLst>
                                          <p:attrName>style.visibility</p:attrName>
                                        </p:attrNameLst>
                                      </p:cBhvr>
                                      <p:to>
                                        <p:strVal val="visible"/>
                                      </p:to>
                                    </p:set>
                                    <p:anim calcmode="lin" valueType="num">
                                      <p:cBhvr additive="base">
                                        <p:cTn id="57" dur="500" fill="hold"/>
                                        <p:tgtEl>
                                          <p:spTgt spid="98306">
                                            <p:txEl>
                                              <p:pRg st="9" end="9"/>
                                            </p:txEl>
                                          </p:spTgt>
                                        </p:tgtEl>
                                        <p:attrNameLst>
                                          <p:attrName>ppt_x</p:attrName>
                                        </p:attrNameLst>
                                      </p:cBhvr>
                                      <p:tavLst>
                                        <p:tav tm="0">
                                          <p:val>
                                            <p:strVal val="#ppt_x"/>
                                          </p:val>
                                        </p:tav>
                                        <p:tav tm="100000">
                                          <p:val>
                                            <p:strVal val="#ppt_x"/>
                                          </p:val>
                                        </p:tav>
                                      </p:tavLst>
                                    </p:anim>
                                    <p:anim calcmode="lin" valueType="num">
                                      <p:cBhvr additive="base">
                                        <p:cTn id="58" dur="500" fill="hold"/>
                                        <p:tgtEl>
                                          <p:spTgt spid="98306">
                                            <p:txEl>
                                              <p:pRg st="9" end="9"/>
                                            </p:txEl>
                                          </p:spTgt>
                                        </p:tgtEl>
                                        <p:attrNameLst>
                                          <p:attrName>ppt_y</p:attrName>
                                        </p:attrNameLst>
                                      </p:cBhvr>
                                      <p:tavLst>
                                        <p:tav tm="0">
                                          <p:val>
                                            <p:strVal val="1+#ppt_h/2"/>
                                          </p:val>
                                        </p:tav>
                                        <p:tav tm="100000">
                                          <p:val>
                                            <p:strVal val="#ppt_y"/>
                                          </p:val>
                                        </p:tav>
                                      </p:tavLst>
                                    </p:anim>
                                  </p:childTnLst>
                                </p:cTn>
                              </p:par>
                              <p:par>
                                <p:cTn id="59" presetID="2" presetClass="entr" presetSubtype="4" fill="hold" nodeType="withEffect">
                                  <p:stCondLst>
                                    <p:cond delay="0"/>
                                  </p:stCondLst>
                                  <p:childTnLst>
                                    <p:set>
                                      <p:cBhvr>
                                        <p:cTn id="60" dur="1" fill="hold">
                                          <p:stCondLst>
                                            <p:cond delay="0"/>
                                          </p:stCondLst>
                                        </p:cTn>
                                        <p:tgtEl>
                                          <p:spTgt spid="98306">
                                            <p:txEl>
                                              <p:pRg st="10" end="10"/>
                                            </p:txEl>
                                          </p:spTgt>
                                        </p:tgtEl>
                                        <p:attrNameLst>
                                          <p:attrName>style.visibility</p:attrName>
                                        </p:attrNameLst>
                                      </p:cBhvr>
                                      <p:to>
                                        <p:strVal val="visible"/>
                                      </p:to>
                                    </p:set>
                                    <p:anim calcmode="lin" valueType="num">
                                      <p:cBhvr additive="base">
                                        <p:cTn id="61" dur="500" fill="hold"/>
                                        <p:tgtEl>
                                          <p:spTgt spid="98306">
                                            <p:txEl>
                                              <p:pRg st="10" end="10"/>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98306">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63" fill="hold" nodeType="clickPar">
                      <p:stCondLst>
                        <p:cond delay="indefinite"/>
                      </p:stCondLst>
                      <p:childTnLst>
                        <p:par>
                          <p:cTn id="64" fill="hold" nodeType="withGroup">
                            <p:stCondLst>
                              <p:cond delay="0"/>
                            </p:stCondLst>
                            <p:childTnLst>
                              <p:par>
                                <p:cTn id="65" presetID="3" presetClass="entr" presetSubtype="10" fill="hold" nodeType="clickEffect">
                                  <p:stCondLst>
                                    <p:cond delay="0"/>
                                  </p:stCondLst>
                                  <p:childTnLst>
                                    <p:set>
                                      <p:cBhvr>
                                        <p:cTn id="66" dur="1" fill="hold">
                                          <p:stCondLst>
                                            <p:cond delay="0"/>
                                          </p:stCondLst>
                                        </p:cTn>
                                        <p:tgtEl>
                                          <p:spTgt spid="4"/>
                                        </p:tgtEl>
                                        <p:attrNameLst>
                                          <p:attrName>style.visibility</p:attrName>
                                        </p:attrNameLst>
                                      </p:cBhvr>
                                      <p:to>
                                        <p:strVal val="visible"/>
                                      </p:to>
                                    </p:set>
                                    <p:animEffect transition="in" filter="blinds(horizontal)">
                                      <p:cBhvr>
                                        <p:cTn id="67" dur="500"/>
                                        <p:tgtEl>
                                          <p:spTgt spid="4"/>
                                        </p:tgtEl>
                                      </p:cBhvr>
                                    </p:animEffect>
                                  </p:childTnLst>
                                </p:cTn>
                              </p:par>
                              <p:par>
                                <p:cTn id="68" presetID="3" presetClass="entr" presetSubtype="10" fill="hold" nodeType="withEffect">
                                  <p:stCondLst>
                                    <p:cond delay="0"/>
                                  </p:stCondLst>
                                  <p:childTnLst>
                                    <p:set>
                                      <p:cBhvr>
                                        <p:cTn id="69" dur="1" fill="hold">
                                          <p:stCondLst>
                                            <p:cond delay="0"/>
                                          </p:stCondLst>
                                        </p:cTn>
                                        <p:tgtEl>
                                          <p:spTgt spid="5"/>
                                        </p:tgtEl>
                                        <p:attrNameLst>
                                          <p:attrName>style.visibility</p:attrName>
                                        </p:attrNameLst>
                                      </p:cBhvr>
                                      <p:to>
                                        <p:strVal val="visible"/>
                                      </p:to>
                                    </p:set>
                                    <p:animEffect transition="in" filter="blinds(horizontal)">
                                      <p:cBhvr>
                                        <p:cTn id="70" dur="500"/>
                                        <p:tgtEl>
                                          <p:spTgt spid="5"/>
                                        </p:tgtEl>
                                      </p:cBhvr>
                                    </p:animEffect>
                                  </p:childTnLst>
                                </p:cTn>
                              </p:par>
                              <p:par>
                                <p:cTn id="71" presetID="3" presetClass="entr" presetSubtype="10" fill="hold" grpId="0" nodeType="withEffect">
                                  <p:stCondLst>
                                    <p:cond delay="0"/>
                                  </p:stCondLst>
                                  <p:childTnLst>
                                    <p:set>
                                      <p:cBhvr>
                                        <p:cTn id="72" dur="1" fill="hold">
                                          <p:stCondLst>
                                            <p:cond delay="0"/>
                                          </p:stCondLst>
                                        </p:cTn>
                                        <p:tgtEl>
                                          <p:spTgt spid="6"/>
                                        </p:tgtEl>
                                        <p:attrNameLst>
                                          <p:attrName>style.visibility</p:attrName>
                                        </p:attrNameLst>
                                      </p:cBhvr>
                                      <p:to>
                                        <p:strVal val="visible"/>
                                      </p:to>
                                    </p:set>
                                    <p:animEffect transition="in" filter="blinds(horizontal)">
                                      <p:cBhvr>
                                        <p:cTn id="73" dur="500"/>
                                        <p:tgtEl>
                                          <p:spTgt spid="6"/>
                                        </p:tgtEl>
                                      </p:cBhvr>
                                    </p:animEffect>
                                  </p:childTnLst>
                                </p:cTn>
                              </p:par>
                              <p:par>
                                <p:cTn id="74" presetID="3" presetClass="entr" presetSubtype="10" fill="hold" grpId="0" nodeType="withEffect">
                                  <p:stCondLst>
                                    <p:cond delay="0"/>
                                  </p:stCondLst>
                                  <p:childTnLst>
                                    <p:set>
                                      <p:cBhvr>
                                        <p:cTn id="75" dur="1" fill="hold">
                                          <p:stCondLst>
                                            <p:cond delay="0"/>
                                          </p:stCondLst>
                                        </p:cTn>
                                        <p:tgtEl>
                                          <p:spTgt spid="7"/>
                                        </p:tgtEl>
                                        <p:attrNameLst>
                                          <p:attrName>style.visibility</p:attrName>
                                        </p:attrNameLst>
                                      </p:cBhvr>
                                      <p:to>
                                        <p:strVal val="visible"/>
                                      </p:to>
                                    </p:set>
                                    <p:animEffect transition="in" filter="blinds(horizontal)">
                                      <p:cBhvr>
                                        <p:cTn id="76" dur="500"/>
                                        <p:tgtEl>
                                          <p:spTgt spid="7"/>
                                        </p:tgtEl>
                                      </p:cBhvr>
                                    </p:animEffect>
                                  </p:childTnLst>
                                </p:cTn>
                              </p:par>
                              <p:par>
                                <p:cTn id="77" presetID="3" presetClass="entr" presetSubtype="10" fill="hold" grpId="0" nodeType="withEffect">
                                  <p:stCondLst>
                                    <p:cond delay="0"/>
                                  </p:stCondLst>
                                  <p:childTnLst>
                                    <p:set>
                                      <p:cBhvr>
                                        <p:cTn id="78" dur="1" fill="hold">
                                          <p:stCondLst>
                                            <p:cond delay="0"/>
                                          </p:stCondLst>
                                        </p:cTn>
                                        <p:tgtEl>
                                          <p:spTgt spid="8"/>
                                        </p:tgtEl>
                                        <p:attrNameLst>
                                          <p:attrName>style.visibility</p:attrName>
                                        </p:attrNameLst>
                                      </p:cBhvr>
                                      <p:to>
                                        <p:strVal val="visible"/>
                                      </p:to>
                                    </p:set>
                                    <p:animEffect transition="in" filter="blinds(horizontal)">
                                      <p:cBhvr>
                                        <p:cTn id="79" dur="500"/>
                                        <p:tgtEl>
                                          <p:spTgt spid="8"/>
                                        </p:tgtEl>
                                      </p:cBhvr>
                                    </p:animEffect>
                                  </p:childTnLst>
                                </p:cTn>
                              </p:par>
                              <p:par>
                                <p:cTn id="80" presetID="3" presetClass="entr" presetSubtype="10" fill="hold" nodeType="withEffect">
                                  <p:stCondLst>
                                    <p:cond delay="0"/>
                                  </p:stCondLst>
                                  <p:childTnLst>
                                    <p:set>
                                      <p:cBhvr>
                                        <p:cTn id="81" dur="1" fill="hold">
                                          <p:stCondLst>
                                            <p:cond delay="0"/>
                                          </p:stCondLst>
                                        </p:cTn>
                                        <p:tgtEl>
                                          <p:spTgt spid="9"/>
                                        </p:tgtEl>
                                        <p:attrNameLst>
                                          <p:attrName>style.visibility</p:attrName>
                                        </p:attrNameLst>
                                      </p:cBhvr>
                                      <p:to>
                                        <p:strVal val="visible"/>
                                      </p:to>
                                    </p:set>
                                    <p:animEffect transition="in" filter="blinds(horizontal)">
                                      <p:cBhvr>
                                        <p:cTn id="82" dur="500"/>
                                        <p:tgtEl>
                                          <p:spTgt spid="9"/>
                                        </p:tgtEl>
                                      </p:cBhvr>
                                    </p:animEffect>
                                  </p:childTnLst>
                                </p:cTn>
                              </p:par>
                              <p:par>
                                <p:cTn id="83" presetID="3" presetClass="entr" presetSubtype="10" fill="hold" grpId="0" nodeType="withEffect">
                                  <p:stCondLst>
                                    <p:cond delay="0"/>
                                  </p:stCondLst>
                                  <p:childTnLst>
                                    <p:set>
                                      <p:cBhvr>
                                        <p:cTn id="84" dur="1" fill="hold">
                                          <p:stCondLst>
                                            <p:cond delay="0"/>
                                          </p:stCondLst>
                                        </p:cTn>
                                        <p:tgtEl>
                                          <p:spTgt spid="10"/>
                                        </p:tgtEl>
                                        <p:attrNameLst>
                                          <p:attrName>style.visibility</p:attrName>
                                        </p:attrNameLst>
                                      </p:cBhvr>
                                      <p:to>
                                        <p:strVal val="visible"/>
                                      </p:to>
                                    </p:set>
                                    <p:animEffect transition="in" filter="blinds(horizontal)">
                                      <p:cBhvr>
                                        <p:cTn id="85" dur="500"/>
                                        <p:tgtEl>
                                          <p:spTgt spid="10"/>
                                        </p:tgtEl>
                                      </p:cBhvr>
                                    </p:animEffect>
                                  </p:childTnLst>
                                </p:cTn>
                              </p:par>
                              <p:par>
                                <p:cTn id="86" presetID="3" presetClass="entr" presetSubtype="10" fill="hold" nodeType="withEffect">
                                  <p:stCondLst>
                                    <p:cond delay="0"/>
                                  </p:stCondLst>
                                  <p:childTnLst>
                                    <p:set>
                                      <p:cBhvr>
                                        <p:cTn id="87" dur="1" fill="hold">
                                          <p:stCondLst>
                                            <p:cond delay="0"/>
                                          </p:stCondLst>
                                        </p:cTn>
                                        <p:tgtEl>
                                          <p:spTgt spid="11"/>
                                        </p:tgtEl>
                                        <p:attrNameLst>
                                          <p:attrName>style.visibility</p:attrName>
                                        </p:attrNameLst>
                                      </p:cBhvr>
                                      <p:to>
                                        <p:strVal val="visible"/>
                                      </p:to>
                                    </p:set>
                                    <p:animEffect transition="in" filter="blinds(horizontal)">
                                      <p:cBhvr>
                                        <p:cTn id="88" dur="500"/>
                                        <p:tgtEl>
                                          <p:spTgt spid="11"/>
                                        </p:tgtEl>
                                      </p:cBhvr>
                                    </p:animEffect>
                                  </p:childTnLst>
                                </p:cTn>
                              </p:par>
                              <p:par>
                                <p:cTn id="89" presetID="3" presetClass="entr" presetSubtype="10" fill="hold" grpId="0" nodeType="withEffect">
                                  <p:stCondLst>
                                    <p:cond delay="0"/>
                                  </p:stCondLst>
                                  <p:childTnLst>
                                    <p:set>
                                      <p:cBhvr>
                                        <p:cTn id="90" dur="1" fill="hold">
                                          <p:stCondLst>
                                            <p:cond delay="0"/>
                                          </p:stCondLst>
                                        </p:cTn>
                                        <p:tgtEl>
                                          <p:spTgt spid="12"/>
                                        </p:tgtEl>
                                        <p:attrNameLst>
                                          <p:attrName>style.visibility</p:attrName>
                                        </p:attrNameLst>
                                      </p:cBhvr>
                                      <p:to>
                                        <p:strVal val="visible"/>
                                      </p:to>
                                    </p:set>
                                    <p:animEffect transition="in" filter="blinds(horizontal)">
                                      <p:cBhvr>
                                        <p:cTn id="91" dur="500"/>
                                        <p:tgtEl>
                                          <p:spTgt spid="12"/>
                                        </p:tgtEl>
                                      </p:cBhvr>
                                    </p:animEffect>
                                  </p:childTnLst>
                                </p:cTn>
                              </p:par>
                              <p:par>
                                <p:cTn id="92" presetID="3" presetClass="entr" presetSubtype="10" fill="hold" grpId="0" nodeType="withEffect">
                                  <p:stCondLst>
                                    <p:cond delay="0"/>
                                  </p:stCondLst>
                                  <p:childTnLst>
                                    <p:set>
                                      <p:cBhvr>
                                        <p:cTn id="93" dur="1" fill="hold">
                                          <p:stCondLst>
                                            <p:cond delay="0"/>
                                          </p:stCondLst>
                                        </p:cTn>
                                        <p:tgtEl>
                                          <p:spTgt spid="13"/>
                                        </p:tgtEl>
                                        <p:attrNameLst>
                                          <p:attrName>style.visibility</p:attrName>
                                        </p:attrNameLst>
                                      </p:cBhvr>
                                      <p:to>
                                        <p:strVal val="visible"/>
                                      </p:to>
                                    </p:set>
                                    <p:animEffect transition="in" filter="blinds(horizontal)">
                                      <p:cBhvr>
                                        <p:cTn id="94"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10" grpId="0"/>
      <p:bldP spid="12" grpId="0"/>
      <p:bldP spid="13" grpId="0"/>
    </p:bldLst>
  </p:timing>
</p:sld>
</file>

<file path=ppt/slides/slide1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7411" name="Rectangle 7"/>
          <p:cNvSpPr>
            <a:spLocks noGrp="1" noChangeArrowheads="1"/>
          </p:cNvSpPr>
          <p:nvPr>
            <p:ph type="body" sz="half" idx="1"/>
          </p:nvPr>
        </p:nvSpPr>
        <p:spPr>
          <a:xfrm>
            <a:off x="381000" y="501650"/>
            <a:ext cx="8501063" cy="4286250"/>
          </a:xfrm>
        </p:spPr>
        <p:txBody>
          <a:bodyPr/>
          <a:lstStyle/>
          <a:p>
            <a:pPr>
              <a:buFont typeface="Wingdings" pitchFamily="2" charset="2"/>
              <a:buNone/>
            </a:pPr>
            <a:r>
              <a:rPr lang="en-US" altLang="zh-CN" sz="2800" smtClean="0">
                <a:latin typeface="Times New Roman" pitchFamily="18" charset="0"/>
                <a:cs typeface="Times New Roman" pitchFamily="18" charset="0"/>
              </a:rPr>
              <a:t>void link_string(char *arr1, char *arr2) </a:t>
            </a:r>
            <a:endParaRPr lang="zh-CN" altLang="zh-CN" sz="2800" smtClean="0">
              <a:latin typeface="Times New Roman" pitchFamily="18" charset="0"/>
              <a:cs typeface="Times New Roman" pitchFamily="18" charset="0"/>
            </a:endParaRPr>
          </a:p>
          <a:p>
            <a:pPr>
              <a:buFont typeface="Wingdings" pitchFamily="2" charset="2"/>
              <a:buNone/>
            </a:pPr>
            <a:r>
              <a:rPr lang="en-US" altLang="zh-CN" sz="2800" smtClean="0">
                <a:latin typeface="Times New Roman" pitchFamily="18" charset="0"/>
                <a:cs typeface="Times New Roman" pitchFamily="18" charset="0"/>
              </a:rPr>
              <a:t>{ int i;</a:t>
            </a:r>
            <a:endParaRPr lang="zh-CN" altLang="zh-CN" sz="2800" smtClean="0">
              <a:latin typeface="Times New Roman" pitchFamily="18" charset="0"/>
              <a:cs typeface="Times New Roman" pitchFamily="18" charset="0"/>
            </a:endParaRPr>
          </a:p>
          <a:p>
            <a:pPr>
              <a:buFont typeface="Wingdings" pitchFamily="2" charset="2"/>
              <a:buNone/>
            </a:pPr>
            <a:r>
              <a:rPr lang="en-US" altLang="zh-CN" sz="2800" smtClean="0">
                <a:latin typeface="Times New Roman" pitchFamily="18" charset="0"/>
                <a:cs typeface="Times New Roman" pitchFamily="18" charset="0"/>
              </a:rPr>
              <a:t>   for( i=0;*arr1!='\0';i++)</a:t>
            </a:r>
            <a:endParaRPr lang="zh-CN" altLang="zh-CN" sz="2800" smtClean="0">
              <a:latin typeface="Times New Roman" pitchFamily="18" charset="0"/>
              <a:cs typeface="Times New Roman" pitchFamily="18" charset="0"/>
            </a:endParaRPr>
          </a:p>
          <a:p>
            <a:pPr>
              <a:buFont typeface="Wingdings" pitchFamily="2" charset="2"/>
              <a:buNone/>
            </a:pPr>
            <a:r>
              <a:rPr lang="en-US" altLang="zh-CN" sz="2800" smtClean="0">
                <a:latin typeface="Times New Roman" pitchFamily="18" charset="0"/>
                <a:cs typeface="Times New Roman" pitchFamily="18" charset="0"/>
              </a:rPr>
              <a:t>         arr1++; </a:t>
            </a:r>
            <a:endParaRPr lang="zh-CN" altLang="zh-CN" sz="2800" smtClean="0">
              <a:latin typeface="Times New Roman" pitchFamily="18" charset="0"/>
              <a:cs typeface="Times New Roman" pitchFamily="18" charset="0"/>
            </a:endParaRPr>
          </a:p>
          <a:p>
            <a:pPr>
              <a:buFont typeface="Wingdings" pitchFamily="2" charset="2"/>
              <a:buNone/>
            </a:pPr>
            <a:r>
              <a:rPr lang="en-US" altLang="zh-CN" sz="2800" smtClean="0">
                <a:latin typeface="Times New Roman" pitchFamily="18" charset="0"/>
                <a:cs typeface="Times New Roman" pitchFamily="18" charset="0"/>
              </a:rPr>
              <a:t>   for(;*arr2!=‘\0’;arr1++,arr2++) </a:t>
            </a:r>
            <a:endParaRPr lang="zh-CN" altLang="zh-CN" sz="2800" smtClean="0">
              <a:latin typeface="Times New Roman" pitchFamily="18" charset="0"/>
              <a:cs typeface="Times New Roman" pitchFamily="18" charset="0"/>
            </a:endParaRPr>
          </a:p>
          <a:p>
            <a:pPr>
              <a:buFont typeface="Wingdings" pitchFamily="2" charset="2"/>
              <a:buNone/>
            </a:pPr>
            <a:r>
              <a:rPr lang="en-US" altLang="zh-CN" sz="2800" smtClean="0">
                <a:latin typeface="Times New Roman" pitchFamily="18" charset="0"/>
                <a:cs typeface="Times New Roman" pitchFamily="18" charset="0"/>
              </a:rPr>
              <a:t>       *arr1=*arr2;</a:t>
            </a:r>
            <a:endParaRPr lang="zh-CN" altLang="zh-CN" sz="2800" smtClean="0">
              <a:latin typeface="Times New Roman" pitchFamily="18" charset="0"/>
              <a:cs typeface="Times New Roman" pitchFamily="18" charset="0"/>
            </a:endParaRPr>
          </a:p>
          <a:p>
            <a:pPr>
              <a:buFont typeface="Wingdings" pitchFamily="2" charset="2"/>
              <a:buNone/>
            </a:pPr>
            <a:r>
              <a:rPr lang="en-US" altLang="zh-CN" sz="2800" smtClean="0">
                <a:latin typeface="Times New Roman" pitchFamily="18" charset="0"/>
                <a:cs typeface="Times New Roman" pitchFamily="18" charset="0"/>
              </a:rPr>
              <a:t>   *arr1=‘\0’; </a:t>
            </a:r>
            <a:endParaRPr lang="zh-CN" altLang="zh-CN" sz="2800" smtClean="0">
              <a:latin typeface="Times New Roman" pitchFamily="18" charset="0"/>
              <a:cs typeface="Times New Roman" pitchFamily="18" charset="0"/>
            </a:endParaRPr>
          </a:p>
          <a:p>
            <a:pPr>
              <a:buFont typeface="Wingdings" pitchFamily="2" charset="2"/>
              <a:buNone/>
            </a:pPr>
            <a:r>
              <a:rPr lang="en-US" altLang="zh-CN" sz="2800" smtClean="0">
                <a:latin typeface="Times New Roman" pitchFamily="18" charset="0"/>
                <a:cs typeface="Times New Roman" pitchFamily="18" charset="0"/>
              </a:rPr>
              <a:t>}</a:t>
            </a:r>
            <a:endParaRPr lang="zh-CN" altLang="zh-CN" sz="2800" smtClean="0">
              <a:latin typeface="Times New Roman" pitchFamily="18" charset="0"/>
              <a:cs typeface="Times New Roman" pitchFamily="18" charset="0"/>
            </a:endParaRPr>
          </a:p>
        </p:txBody>
      </p:sp>
      <p:pic>
        <p:nvPicPr>
          <p:cNvPr id="111619" name="图片 6" descr="Untitled2.png">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459788" y="6237288"/>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4" name="表格 3"/>
          <p:cNvGraphicFramePr>
            <a:graphicFrameLocks noGrp="1"/>
          </p:cNvGraphicFramePr>
          <p:nvPr/>
        </p:nvGraphicFramePr>
        <p:xfrm>
          <a:off x="785813" y="4984750"/>
          <a:ext cx="7500938" cy="517662"/>
        </p:xfrm>
        <a:graphic>
          <a:graphicData uri="http://schemas.openxmlformats.org/drawingml/2006/table">
            <a:tbl>
              <a:tblPr firstRow="1" bandRow="1">
                <a:tableStyleId>{5C22544A-7EE6-4342-B048-85BDC9FD1C3A}</a:tableStyleId>
              </a:tblPr>
              <a:tblGrid>
                <a:gridCol w="531936"/>
                <a:gridCol w="531936"/>
                <a:gridCol w="531936"/>
                <a:gridCol w="531936"/>
                <a:gridCol w="531936"/>
                <a:gridCol w="531936"/>
                <a:gridCol w="531936"/>
                <a:gridCol w="531936"/>
                <a:gridCol w="531936"/>
                <a:gridCol w="531936"/>
                <a:gridCol w="531936"/>
                <a:gridCol w="531936"/>
                <a:gridCol w="531936"/>
                <a:gridCol w="585770"/>
              </a:tblGrid>
              <a:tr h="517525">
                <a:tc>
                  <a:txBody>
                    <a:bodyPr/>
                    <a:lstStyle/>
                    <a:p>
                      <a:pPr algn="ctr"/>
                      <a:r>
                        <a:rPr lang="en-US" altLang="zh-CN" sz="2800" dirty="0" smtClean="0">
                          <a:solidFill>
                            <a:srgbClr val="0000CC"/>
                          </a:solidFill>
                        </a:rPr>
                        <a:t>I</a:t>
                      </a: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2800" dirty="0" smtClean="0">
                          <a:solidFill>
                            <a:srgbClr val="0000CC"/>
                          </a:solidFill>
                        </a:rPr>
                        <a:t>a</a:t>
                      </a: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2800" dirty="0" smtClean="0">
                          <a:solidFill>
                            <a:srgbClr val="0000CC"/>
                          </a:solidFill>
                        </a:rPr>
                        <a:t>m</a:t>
                      </a: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2800" dirty="0" smtClean="0">
                          <a:solidFill>
                            <a:srgbClr val="0000CC"/>
                          </a:solidFill>
                        </a:rPr>
                        <a:t>…</a:t>
                      </a: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r>
            </a:tbl>
          </a:graphicData>
        </a:graphic>
      </p:graphicFrame>
      <p:cxnSp>
        <p:nvCxnSpPr>
          <p:cNvPr id="111652" name="直接箭头连接符 29"/>
          <p:cNvCxnSpPr>
            <a:cxnSpLocks noChangeShapeType="1"/>
          </p:cNvCxnSpPr>
          <p:nvPr/>
        </p:nvCxnSpPr>
        <p:spPr bwMode="auto">
          <a:xfrm rot="5400000">
            <a:off x="786606" y="4787107"/>
            <a:ext cx="428625" cy="1588"/>
          </a:xfrm>
          <a:prstGeom prst="straightConnector1">
            <a:avLst/>
          </a:prstGeom>
          <a:noFill/>
          <a:ln w="38100" algn="ctr">
            <a:solidFill>
              <a:srgbClr val="FF0000"/>
            </a:solidFill>
            <a:miter lim="800000"/>
            <a:headEnd/>
            <a:tailEnd type="arrow" w="med" len="med"/>
          </a:ln>
          <a:extLst>
            <a:ext uri="{909E8E84-426E-40DD-AFC4-6F175D3DCCD1}">
              <a14:hiddenFill xmlns:a14="http://schemas.microsoft.com/office/drawing/2010/main">
                <a:noFill/>
              </a14:hiddenFill>
            </a:ext>
          </a:extLst>
        </p:spPr>
      </p:cxnSp>
      <p:sp>
        <p:nvSpPr>
          <p:cNvPr id="6" name="TextBox 5"/>
          <p:cNvSpPr txBox="1">
            <a:spLocks noChangeArrowheads="1"/>
          </p:cNvSpPr>
          <p:nvPr/>
        </p:nvSpPr>
        <p:spPr bwMode="auto">
          <a:xfrm>
            <a:off x="1071563" y="4359275"/>
            <a:ext cx="1071562" cy="523875"/>
          </a:xfrm>
          <a:prstGeom prst="rect">
            <a:avLst/>
          </a:prstGeom>
          <a:noFill/>
          <a:ln w="9525">
            <a:noFill/>
            <a:miter lim="800000"/>
            <a:headEnd/>
            <a:tailEnd/>
          </a:ln>
        </p:spPr>
        <p:txBody>
          <a:bodyPr>
            <a:spAutoFit/>
          </a:bodyPr>
          <a:lstStyle/>
          <a:p>
            <a:pPr>
              <a:defRPr/>
            </a:pPr>
            <a:r>
              <a:rPr lang="en-US" altLang="zh-CN" sz="2800" b="1" dirty="0">
                <a:solidFill>
                  <a:srgbClr val="FF3300"/>
                </a:solidFill>
                <a:latin typeface="+mn-lt"/>
                <a:ea typeface="+mn-ea"/>
              </a:rPr>
              <a:t>arr1</a:t>
            </a:r>
            <a:endParaRPr lang="zh-CN" altLang="en-US" sz="2800" b="1" dirty="0">
              <a:solidFill>
                <a:srgbClr val="FF3300"/>
              </a:solidFill>
              <a:latin typeface="+mn-lt"/>
              <a:ea typeface="+mn-ea"/>
            </a:endParaRPr>
          </a:p>
        </p:txBody>
      </p:sp>
      <p:sp>
        <p:nvSpPr>
          <p:cNvPr id="7" name="TextBox 6"/>
          <p:cNvSpPr txBox="1">
            <a:spLocks noChangeArrowheads="1"/>
          </p:cNvSpPr>
          <p:nvPr/>
        </p:nvSpPr>
        <p:spPr bwMode="auto">
          <a:xfrm>
            <a:off x="428625" y="4930775"/>
            <a:ext cx="428625" cy="523875"/>
          </a:xfrm>
          <a:prstGeom prst="rect">
            <a:avLst/>
          </a:prstGeom>
          <a:noFill/>
          <a:ln w="9525">
            <a:noFill/>
            <a:miter lim="800000"/>
            <a:headEnd/>
            <a:tailEnd/>
          </a:ln>
        </p:spPr>
        <p:txBody>
          <a:bodyPr>
            <a:spAutoFit/>
          </a:bodyPr>
          <a:lstStyle/>
          <a:p>
            <a:pPr>
              <a:defRPr/>
            </a:pPr>
            <a:r>
              <a:rPr lang="en-US" altLang="zh-CN" sz="2800" b="1" dirty="0">
                <a:solidFill>
                  <a:srgbClr val="0000CC"/>
                </a:solidFill>
                <a:latin typeface="+mn-lt"/>
                <a:ea typeface="+mn-ea"/>
              </a:rPr>
              <a:t>a</a:t>
            </a:r>
            <a:endParaRPr lang="zh-CN" altLang="en-US" sz="2800" b="1" dirty="0">
              <a:solidFill>
                <a:srgbClr val="0000CC"/>
              </a:solidFill>
              <a:latin typeface="+mn-lt"/>
              <a:ea typeface="+mn-ea"/>
            </a:endParaRPr>
          </a:p>
        </p:txBody>
      </p:sp>
      <p:sp>
        <p:nvSpPr>
          <p:cNvPr id="8" name="TextBox 7"/>
          <p:cNvSpPr txBox="1">
            <a:spLocks noChangeArrowheads="1"/>
          </p:cNvSpPr>
          <p:nvPr/>
        </p:nvSpPr>
        <p:spPr bwMode="auto">
          <a:xfrm>
            <a:off x="3143250" y="5735638"/>
            <a:ext cx="428625" cy="522287"/>
          </a:xfrm>
          <a:prstGeom prst="rect">
            <a:avLst/>
          </a:prstGeom>
          <a:noFill/>
          <a:ln w="9525">
            <a:noFill/>
            <a:miter lim="800000"/>
            <a:headEnd/>
            <a:tailEnd/>
          </a:ln>
        </p:spPr>
        <p:txBody>
          <a:bodyPr>
            <a:spAutoFit/>
          </a:bodyPr>
          <a:lstStyle/>
          <a:p>
            <a:pPr>
              <a:defRPr/>
            </a:pPr>
            <a:r>
              <a:rPr lang="en-US" altLang="zh-CN" sz="2800" b="1" dirty="0">
                <a:solidFill>
                  <a:srgbClr val="0000CC"/>
                </a:solidFill>
                <a:latin typeface="+mn-lt"/>
                <a:ea typeface="+mn-ea"/>
              </a:rPr>
              <a:t>b</a:t>
            </a:r>
            <a:endParaRPr lang="zh-CN" altLang="en-US" sz="2800" b="1" dirty="0">
              <a:solidFill>
                <a:srgbClr val="0000CC"/>
              </a:solidFill>
              <a:latin typeface="+mn-lt"/>
              <a:ea typeface="+mn-ea"/>
            </a:endParaRPr>
          </a:p>
        </p:txBody>
      </p:sp>
      <p:cxnSp>
        <p:nvCxnSpPr>
          <p:cNvPr id="111656" name="直接箭头连接符 29"/>
          <p:cNvCxnSpPr>
            <a:cxnSpLocks noChangeShapeType="1"/>
          </p:cNvCxnSpPr>
          <p:nvPr/>
        </p:nvCxnSpPr>
        <p:spPr bwMode="auto">
          <a:xfrm rot="16200000" flipV="1">
            <a:off x="3501231" y="6525419"/>
            <a:ext cx="428625" cy="1588"/>
          </a:xfrm>
          <a:prstGeom prst="straightConnector1">
            <a:avLst/>
          </a:prstGeom>
          <a:noFill/>
          <a:ln w="38100" algn="ctr">
            <a:solidFill>
              <a:srgbClr val="FF0000"/>
            </a:solidFill>
            <a:miter lim="800000"/>
            <a:headEnd/>
            <a:tailEnd type="arrow" w="med" len="med"/>
          </a:ln>
          <a:extLst>
            <a:ext uri="{909E8E84-426E-40DD-AFC4-6F175D3DCCD1}">
              <a14:hiddenFill xmlns:a14="http://schemas.microsoft.com/office/drawing/2010/main">
                <a:noFill/>
              </a14:hiddenFill>
            </a:ext>
          </a:extLst>
        </p:spPr>
      </p:cxnSp>
      <p:sp>
        <p:nvSpPr>
          <p:cNvPr id="10" name="TextBox 9"/>
          <p:cNvSpPr txBox="1">
            <a:spLocks noChangeArrowheads="1"/>
          </p:cNvSpPr>
          <p:nvPr/>
        </p:nvSpPr>
        <p:spPr bwMode="auto">
          <a:xfrm>
            <a:off x="3786188" y="6334125"/>
            <a:ext cx="1071562" cy="523875"/>
          </a:xfrm>
          <a:prstGeom prst="rect">
            <a:avLst/>
          </a:prstGeom>
          <a:noFill/>
          <a:ln w="9525">
            <a:noFill/>
            <a:miter lim="800000"/>
            <a:headEnd/>
            <a:tailEnd/>
          </a:ln>
        </p:spPr>
        <p:txBody>
          <a:bodyPr>
            <a:spAutoFit/>
          </a:bodyPr>
          <a:lstStyle/>
          <a:p>
            <a:pPr>
              <a:defRPr/>
            </a:pPr>
            <a:r>
              <a:rPr lang="en-US" altLang="zh-CN" sz="2800" b="1" dirty="0">
                <a:solidFill>
                  <a:srgbClr val="FF3300"/>
                </a:solidFill>
                <a:latin typeface="+mn-lt"/>
                <a:ea typeface="+mn-ea"/>
              </a:rPr>
              <a:t>arr2</a:t>
            </a:r>
            <a:endParaRPr lang="zh-CN" altLang="en-US" sz="2800" b="1" dirty="0">
              <a:solidFill>
                <a:srgbClr val="FF3300"/>
              </a:solidFill>
              <a:latin typeface="+mn-lt"/>
              <a:ea typeface="+mn-ea"/>
            </a:endParaRPr>
          </a:p>
        </p:txBody>
      </p:sp>
      <p:graphicFrame>
        <p:nvGraphicFramePr>
          <p:cNvPr id="11" name="表格 10"/>
          <p:cNvGraphicFramePr>
            <a:graphicFrameLocks noGrp="1"/>
          </p:cNvGraphicFramePr>
          <p:nvPr/>
        </p:nvGraphicFramePr>
        <p:xfrm>
          <a:off x="3500438" y="5792788"/>
          <a:ext cx="4786309" cy="519112"/>
        </p:xfrm>
        <a:graphic>
          <a:graphicData uri="http://schemas.openxmlformats.org/drawingml/2006/table">
            <a:tbl>
              <a:tblPr firstRow="1" bandRow="1">
                <a:tableStyleId>{5C22544A-7EE6-4342-B048-85BDC9FD1C3A}</a:tableStyleId>
              </a:tblPr>
              <a:tblGrid>
                <a:gridCol w="528383"/>
                <a:gridCol w="528383"/>
                <a:gridCol w="528383"/>
                <a:gridCol w="528383"/>
                <a:gridCol w="528383"/>
                <a:gridCol w="528383"/>
                <a:gridCol w="528383"/>
                <a:gridCol w="528383"/>
                <a:gridCol w="559245"/>
              </a:tblGrid>
              <a:tr h="519112">
                <a:tc>
                  <a:txBody>
                    <a:bodyPr/>
                    <a:lstStyle/>
                    <a:p>
                      <a:pPr algn="ctr"/>
                      <a:r>
                        <a:rPr lang="en-US" altLang="zh-CN" sz="2800" dirty="0" smtClean="0">
                          <a:solidFill>
                            <a:srgbClr val="0000CC"/>
                          </a:solidFill>
                        </a:rPr>
                        <a:t>Y</a:t>
                      </a:r>
                      <a:endParaRPr lang="zh-CN" altLang="en-US" sz="2800" dirty="0">
                        <a:solidFill>
                          <a:srgbClr val="0000CC"/>
                        </a:solidFill>
                      </a:endParaRPr>
                    </a:p>
                  </a:txBody>
                  <a:tcPr marL="91439" marR="91439" marT="45804" marB="45804">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2800" dirty="0" smtClean="0">
                          <a:solidFill>
                            <a:srgbClr val="0000CC"/>
                          </a:solidFill>
                        </a:rPr>
                        <a:t>o</a:t>
                      </a:r>
                      <a:endParaRPr lang="zh-CN" altLang="en-US" sz="2800" dirty="0">
                        <a:solidFill>
                          <a:srgbClr val="0000CC"/>
                        </a:solidFill>
                      </a:endParaRPr>
                    </a:p>
                  </a:txBody>
                  <a:tcPr marL="91439" marR="91439" marT="45804" marB="45804">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2800" dirty="0" smtClean="0">
                          <a:solidFill>
                            <a:srgbClr val="0000CC"/>
                          </a:solidFill>
                        </a:rPr>
                        <a:t>u</a:t>
                      </a:r>
                      <a:endParaRPr lang="zh-CN" altLang="en-US" sz="2800" dirty="0">
                        <a:solidFill>
                          <a:srgbClr val="0000CC"/>
                        </a:solidFill>
                      </a:endParaRPr>
                    </a:p>
                  </a:txBody>
                  <a:tcPr marL="91439" marR="91439" marT="45804" marB="45804">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endParaRPr lang="zh-CN" altLang="en-US" sz="2800" dirty="0">
                        <a:solidFill>
                          <a:srgbClr val="0000CC"/>
                        </a:solidFill>
                      </a:endParaRPr>
                    </a:p>
                  </a:txBody>
                  <a:tcPr marL="91439" marR="91439" marT="45804" marB="45804">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2800" dirty="0" smtClean="0">
                          <a:solidFill>
                            <a:srgbClr val="0000CC"/>
                          </a:solidFill>
                        </a:rPr>
                        <a:t>a</a:t>
                      </a:r>
                      <a:endParaRPr lang="zh-CN" altLang="en-US" sz="2800" dirty="0">
                        <a:solidFill>
                          <a:srgbClr val="0000CC"/>
                        </a:solidFill>
                      </a:endParaRPr>
                    </a:p>
                  </a:txBody>
                  <a:tcPr marL="91439" marR="91439" marT="45804" marB="45804">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2800" dirty="0" smtClean="0">
                          <a:solidFill>
                            <a:srgbClr val="0000CC"/>
                          </a:solidFill>
                        </a:rPr>
                        <a:t>r</a:t>
                      </a:r>
                      <a:endParaRPr lang="zh-CN" altLang="en-US" sz="2800" dirty="0">
                        <a:solidFill>
                          <a:srgbClr val="0000CC"/>
                        </a:solidFill>
                      </a:endParaRPr>
                    </a:p>
                  </a:txBody>
                  <a:tcPr marL="91439" marR="91439" marT="45804" marB="45804">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2800" dirty="0" smtClean="0">
                          <a:solidFill>
                            <a:srgbClr val="0000CC"/>
                          </a:solidFill>
                        </a:rPr>
                        <a:t>e</a:t>
                      </a:r>
                      <a:endParaRPr lang="zh-CN" altLang="en-US" sz="2800" dirty="0">
                        <a:solidFill>
                          <a:srgbClr val="0000CC"/>
                        </a:solidFill>
                      </a:endParaRPr>
                    </a:p>
                  </a:txBody>
                  <a:tcPr marL="91439" marR="91439" marT="45804" marB="45804">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2800" dirty="0" smtClean="0">
                          <a:solidFill>
                            <a:srgbClr val="0000CC"/>
                          </a:solidFill>
                        </a:rPr>
                        <a:t>…</a:t>
                      </a:r>
                      <a:endParaRPr lang="zh-CN" altLang="en-US" sz="2800" dirty="0">
                        <a:solidFill>
                          <a:srgbClr val="0000CC"/>
                        </a:solidFill>
                      </a:endParaRPr>
                    </a:p>
                  </a:txBody>
                  <a:tcPr marL="91439" marR="91439" marT="45804" marB="45804">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endParaRPr lang="zh-CN" altLang="en-US" sz="2800" dirty="0">
                        <a:solidFill>
                          <a:srgbClr val="0000CC"/>
                        </a:solidFill>
                      </a:endParaRPr>
                    </a:p>
                  </a:txBody>
                  <a:tcPr marL="91439" marR="91439" marT="45804" marB="45804">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r>
            </a:tbl>
          </a:graphicData>
        </a:graphic>
      </p:graphicFrame>
      <p:sp>
        <p:nvSpPr>
          <p:cNvPr id="12" name="TextBox 11"/>
          <p:cNvSpPr txBox="1">
            <a:spLocks noChangeArrowheads="1"/>
          </p:cNvSpPr>
          <p:nvPr/>
        </p:nvSpPr>
        <p:spPr bwMode="auto">
          <a:xfrm>
            <a:off x="3357563" y="4976813"/>
            <a:ext cx="785812" cy="523875"/>
          </a:xfrm>
          <a:prstGeom prst="rect">
            <a:avLst/>
          </a:prstGeom>
          <a:noFill/>
          <a:ln w="9525">
            <a:noFill/>
            <a:miter lim="800000"/>
            <a:headEnd/>
            <a:tailEnd/>
          </a:ln>
        </p:spPr>
        <p:txBody>
          <a:bodyPr>
            <a:spAutoFit/>
          </a:bodyPr>
          <a:lstStyle/>
          <a:p>
            <a:pPr>
              <a:defRPr/>
            </a:pPr>
            <a:r>
              <a:rPr lang="en-US" altLang="zh-CN" sz="2800" b="1" dirty="0">
                <a:solidFill>
                  <a:srgbClr val="0000CC"/>
                </a:solidFill>
                <a:latin typeface="+mn-lt"/>
                <a:ea typeface="+mn-ea"/>
              </a:rPr>
              <a:t>\0</a:t>
            </a:r>
            <a:endParaRPr lang="zh-CN" altLang="en-US" sz="2800" b="1" dirty="0">
              <a:solidFill>
                <a:srgbClr val="0000CC"/>
              </a:solidFill>
              <a:latin typeface="+mn-lt"/>
              <a:ea typeface="+mn-ea"/>
            </a:endParaRPr>
          </a:p>
        </p:txBody>
      </p:sp>
      <p:sp>
        <p:nvSpPr>
          <p:cNvPr id="13" name="TextBox 12"/>
          <p:cNvSpPr txBox="1">
            <a:spLocks noChangeArrowheads="1"/>
          </p:cNvSpPr>
          <p:nvPr/>
        </p:nvSpPr>
        <p:spPr bwMode="auto">
          <a:xfrm>
            <a:off x="7643813" y="5834063"/>
            <a:ext cx="785812" cy="523875"/>
          </a:xfrm>
          <a:prstGeom prst="rect">
            <a:avLst/>
          </a:prstGeom>
          <a:noFill/>
          <a:ln w="9525">
            <a:noFill/>
            <a:miter lim="800000"/>
            <a:headEnd/>
            <a:tailEnd/>
          </a:ln>
        </p:spPr>
        <p:txBody>
          <a:bodyPr>
            <a:spAutoFit/>
          </a:bodyPr>
          <a:lstStyle/>
          <a:p>
            <a:pPr>
              <a:defRPr/>
            </a:pPr>
            <a:r>
              <a:rPr lang="en-US" altLang="zh-CN" sz="2800" b="1" dirty="0">
                <a:solidFill>
                  <a:srgbClr val="0000CC"/>
                </a:solidFill>
                <a:latin typeface="+mn-lt"/>
                <a:ea typeface="+mn-ea"/>
              </a:rPr>
              <a:t>\0</a:t>
            </a:r>
            <a:endParaRPr lang="zh-CN" altLang="en-US" sz="2800" b="1" dirty="0">
              <a:solidFill>
                <a:srgbClr val="0000CC"/>
              </a:solidFill>
              <a:latin typeface="+mn-lt"/>
              <a:ea typeface="+mn-ea"/>
            </a:endParaRPr>
          </a:p>
        </p:txBody>
      </p:sp>
    </p:spTree>
    <p:extLst>
      <p:ext uri="{BB962C8B-B14F-4D97-AF65-F5344CB8AC3E}">
        <p14:creationId xmlns:p14="http://schemas.microsoft.com/office/powerpoint/2010/main" val="1489247823"/>
      </p:ext>
    </p:extLst>
  </p:cSld>
  <p:clrMapOvr>
    <a:masterClrMapping/>
  </p:clrMapOvr>
  <p:transition>
    <p:checker dir="vert"/>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par>
                          <p:cTn id="8" fill="hold" nodeType="afterGroup">
                            <p:stCondLst>
                              <p:cond delay="500"/>
                            </p:stCondLst>
                            <p:childTnLst>
                              <p:par>
                                <p:cTn id="9" presetID="3" presetClass="entr" presetSubtype="10" fill="hold" grpId="0"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blinds(horizontal)">
                                      <p:cBhvr>
                                        <p:cTn id="11" dur="500"/>
                                        <p:tgtEl>
                                          <p:spTgt spid="10"/>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16" presetClass="emph" presetSubtype="0" fill="hold" nodeType="clickEffect">
                                  <p:stCondLst>
                                    <p:cond delay="0"/>
                                  </p:stCondLst>
                                  <p:iterate type="lt">
                                    <p:tmPct val="4000"/>
                                  </p:iterate>
                                  <p:childTnLst>
                                    <p:set>
                                      <p:cBhvr override="childStyle">
                                        <p:cTn id="15" dur="500" fill="hold"/>
                                        <p:tgtEl>
                                          <p:spTgt spid="17411">
                                            <p:txEl>
                                              <p:pRg st="2" end="2"/>
                                            </p:txEl>
                                          </p:spTgt>
                                        </p:tgtEl>
                                        <p:attrNameLst>
                                          <p:attrName>style.color</p:attrName>
                                        </p:attrNameLst>
                                      </p:cBhvr>
                                      <p:to>
                                        <p:clrVal>
                                          <a:srgbClr val="009900"/>
                                        </p:clrVal>
                                      </p:to>
                                    </p:set>
                                    <p:set>
                                      <p:cBhvr>
                                        <p:cTn id="16" dur="500" fill="hold"/>
                                        <p:tgtEl>
                                          <p:spTgt spid="17411">
                                            <p:txEl>
                                              <p:pRg st="2" end="2"/>
                                            </p:txEl>
                                          </p:spTgt>
                                        </p:tgtEl>
                                        <p:attrNameLst>
                                          <p:attrName>fillcolor</p:attrName>
                                        </p:attrNameLst>
                                      </p:cBhvr>
                                      <p:to>
                                        <p:clrVal>
                                          <a:srgbClr val="009900"/>
                                        </p:clrVal>
                                      </p:to>
                                    </p:set>
                                    <p:set>
                                      <p:cBhvr>
                                        <p:cTn id="17" dur="500" fill="hold"/>
                                        <p:tgtEl>
                                          <p:spTgt spid="17411">
                                            <p:txEl>
                                              <p:pRg st="2" end="2"/>
                                            </p:txEl>
                                          </p:spTgt>
                                        </p:tgtEl>
                                        <p:attrNameLst>
                                          <p:attrName>fill.type</p:attrName>
                                        </p:attrNameLst>
                                      </p:cBhvr>
                                      <p:to>
                                        <p:strVal val="solid"/>
                                      </p:to>
                                    </p:set>
                                  </p:childTnLst>
                                </p:cTn>
                              </p:par>
                              <p:par>
                                <p:cTn id="18" presetID="16" presetClass="emph" presetSubtype="0" fill="hold" nodeType="withEffect">
                                  <p:stCondLst>
                                    <p:cond delay="0"/>
                                  </p:stCondLst>
                                  <p:iterate type="lt">
                                    <p:tmPct val="4000"/>
                                  </p:iterate>
                                  <p:childTnLst>
                                    <p:set>
                                      <p:cBhvr override="childStyle">
                                        <p:cTn id="19" dur="500" fill="hold"/>
                                        <p:tgtEl>
                                          <p:spTgt spid="17411">
                                            <p:txEl>
                                              <p:pRg st="3" end="3"/>
                                            </p:txEl>
                                          </p:spTgt>
                                        </p:tgtEl>
                                        <p:attrNameLst>
                                          <p:attrName>style.color</p:attrName>
                                        </p:attrNameLst>
                                      </p:cBhvr>
                                      <p:to>
                                        <p:clrVal>
                                          <a:srgbClr val="009900"/>
                                        </p:clrVal>
                                      </p:to>
                                    </p:set>
                                    <p:set>
                                      <p:cBhvr>
                                        <p:cTn id="20" dur="500" fill="hold"/>
                                        <p:tgtEl>
                                          <p:spTgt spid="17411">
                                            <p:txEl>
                                              <p:pRg st="3" end="3"/>
                                            </p:txEl>
                                          </p:spTgt>
                                        </p:tgtEl>
                                        <p:attrNameLst>
                                          <p:attrName>fillcolor</p:attrName>
                                        </p:attrNameLst>
                                      </p:cBhvr>
                                      <p:to>
                                        <p:clrVal>
                                          <a:srgbClr val="009900"/>
                                        </p:clrVal>
                                      </p:to>
                                    </p:set>
                                    <p:set>
                                      <p:cBhvr>
                                        <p:cTn id="21" dur="500" fill="hold"/>
                                        <p:tgtEl>
                                          <p:spTgt spid="17411">
                                            <p:txEl>
                                              <p:pRg st="3" end="3"/>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0" grpId="0"/>
    </p:bldLst>
  </p:timing>
</p:sld>
</file>

<file path=ppt/slides/slide1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7411" name="Rectangle 7"/>
          <p:cNvSpPr>
            <a:spLocks noGrp="1" noChangeArrowheads="1"/>
          </p:cNvSpPr>
          <p:nvPr>
            <p:ph type="body" sz="half" idx="1"/>
          </p:nvPr>
        </p:nvSpPr>
        <p:spPr>
          <a:xfrm>
            <a:off x="357188" y="857250"/>
            <a:ext cx="8501062" cy="4286250"/>
          </a:xfrm>
        </p:spPr>
        <p:txBody>
          <a:bodyPr/>
          <a:lstStyle/>
          <a:p>
            <a:pPr>
              <a:buFont typeface="Wingdings" pitchFamily="2" charset="2"/>
              <a:buNone/>
            </a:pPr>
            <a:r>
              <a:rPr lang="en-US" altLang="zh-CN" sz="2800" smtClean="0">
                <a:latin typeface="Times New Roman" pitchFamily="18" charset="0"/>
                <a:cs typeface="Times New Roman" pitchFamily="18" charset="0"/>
              </a:rPr>
              <a:t>void link_string(char *arr1, char *arr2) </a:t>
            </a:r>
            <a:endParaRPr lang="zh-CN" altLang="zh-CN" sz="2800" smtClean="0">
              <a:latin typeface="Times New Roman" pitchFamily="18" charset="0"/>
              <a:cs typeface="Times New Roman" pitchFamily="18" charset="0"/>
            </a:endParaRPr>
          </a:p>
          <a:p>
            <a:pPr>
              <a:buFont typeface="Wingdings" pitchFamily="2" charset="2"/>
              <a:buNone/>
            </a:pPr>
            <a:r>
              <a:rPr lang="en-US" altLang="zh-CN" sz="2800" smtClean="0">
                <a:latin typeface="Times New Roman" pitchFamily="18" charset="0"/>
                <a:cs typeface="Times New Roman" pitchFamily="18" charset="0"/>
              </a:rPr>
              <a:t>{ int i;</a:t>
            </a:r>
            <a:endParaRPr lang="zh-CN" altLang="zh-CN" sz="2800" smtClean="0">
              <a:latin typeface="Times New Roman" pitchFamily="18" charset="0"/>
              <a:cs typeface="Times New Roman" pitchFamily="18" charset="0"/>
            </a:endParaRPr>
          </a:p>
          <a:p>
            <a:pPr>
              <a:buFont typeface="Wingdings" pitchFamily="2" charset="2"/>
              <a:buNone/>
            </a:pPr>
            <a:r>
              <a:rPr lang="en-US" altLang="zh-CN" sz="2800" smtClean="0">
                <a:solidFill>
                  <a:srgbClr val="009900"/>
                </a:solidFill>
                <a:latin typeface="Times New Roman" pitchFamily="18" charset="0"/>
                <a:cs typeface="Times New Roman" pitchFamily="18" charset="0"/>
              </a:rPr>
              <a:t>   for( i=0;*arr1!='\0';i++)</a:t>
            </a:r>
            <a:endParaRPr lang="zh-CN" altLang="zh-CN" sz="2800" smtClean="0">
              <a:solidFill>
                <a:srgbClr val="009900"/>
              </a:solidFill>
              <a:latin typeface="Times New Roman" pitchFamily="18" charset="0"/>
              <a:cs typeface="Times New Roman" pitchFamily="18" charset="0"/>
            </a:endParaRPr>
          </a:p>
          <a:p>
            <a:pPr>
              <a:buFont typeface="Wingdings" pitchFamily="2" charset="2"/>
              <a:buNone/>
            </a:pPr>
            <a:r>
              <a:rPr lang="en-US" altLang="zh-CN" sz="2800" smtClean="0">
                <a:solidFill>
                  <a:srgbClr val="009900"/>
                </a:solidFill>
                <a:latin typeface="Times New Roman" pitchFamily="18" charset="0"/>
                <a:cs typeface="Times New Roman" pitchFamily="18" charset="0"/>
              </a:rPr>
              <a:t>       arr1++; </a:t>
            </a:r>
            <a:endParaRPr lang="zh-CN" altLang="zh-CN" sz="2800" smtClean="0">
              <a:solidFill>
                <a:srgbClr val="009900"/>
              </a:solidFill>
              <a:latin typeface="Times New Roman" pitchFamily="18" charset="0"/>
              <a:cs typeface="Times New Roman" pitchFamily="18" charset="0"/>
            </a:endParaRPr>
          </a:p>
          <a:p>
            <a:pPr>
              <a:buFont typeface="Wingdings" pitchFamily="2" charset="2"/>
              <a:buNone/>
            </a:pPr>
            <a:r>
              <a:rPr lang="en-US" altLang="zh-CN" sz="2800" smtClean="0">
                <a:latin typeface="Times New Roman" pitchFamily="18" charset="0"/>
                <a:cs typeface="Times New Roman" pitchFamily="18" charset="0"/>
              </a:rPr>
              <a:t>   for(;*arr2!=‘\0’;arr1++,arr2++) </a:t>
            </a:r>
            <a:endParaRPr lang="zh-CN" altLang="zh-CN" sz="2800" smtClean="0">
              <a:latin typeface="Times New Roman" pitchFamily="18" charset="0"/>
              <a:cs typeface="Times New Roman" pitchFamily="18" charset="0"/>
            </a:endParaRPr>
          </a:p>
          <a:p>
            <a:pPr>
              <a:buFont typeface="Wingdings" pitchFamily="2" charset="2"/>
              <a:buNone/>
            </a:pPr>
            <a:r>
              <a:rPr lang="en-US" altLang="zh-CN" sz="2800" smtClean="0">
                <a:latin typeface="Times New Roman" pitchFamily="18" charset="0"/>
                <a:cs typeface="Times New Roman" pitchFamily="18" charset="0"/>
              </a:rPr>
              <a:t>       *arr1=*arr2;</a:t>
            </a:r>
            <a:endParaRPr lang="zh-CN" altLang="zh-CN" sz="2800" smtClean="0">
              <a:latin typeface="Times New Roman" pitchFamily="18" charset="0"/>
              <a:cs typeface="Times New Roman" pitchFamily="18" charset="0"/>
            </a:endParaRPr>
          </a:p>
          <a:p>
            <a:pPr>
              <a:buFont typeface="Wingdings" pitchFamily="2" charset="2"/>
              <a:buNone/>
            </a:pPr>
            <a:r>
              <a:rPr lang="en-US" altLang="zh-CN" sz="2800" smtClean="0">
                <a:latin typeface="Times New Roman" pitchFamily="18" charset="0"/>
                <a:cs typeface="Times New Roman" pitchFamily="18" charset="0"/>
              </a:rPr>
              <a:t>   *arr1=‘\0’; </a:t>
            </a:r>
            <a:endParaRPr lang="zh-CN" altLang="zh-CN" sz="2800" smtClean="0">
              <a:latin typeface="Times New Roman" pitchFamily="18" charset="0"/>
              <a:cs typeface="Times New Roman" pitchFamily="18" charset="0"/>
            </a:endParaRPr>
          </a:p>
          <a:p>
            <a:pPr>
              <a:buFont typeface="Wingdings" pitchFamily="2" charset="2"/>
              <a:buNone/>
            </a:pPr>
            <a:r>
              <a:rPr lang="en-US" altLang="zh-CN" sz="2800" smtClean="0">
                <a:latin typeface="Times New Roman" pitchFamily="18" charset="0"/>
                <a:cs typeface="Times New Roman" pitchFamily="18" charset="0"/>
              </a:rPr>
              <a:t>}</a:t>
            </a:r>
            <a:endParaRPr lang="zh-CN" altLang="zh-CN" sz="2800" smtClean="0">
              <a:latin typeface="Times New Roman" pitchFamily="18" charset="0"/>
              <a:cs typeface="Times New Roman" pitchFamily="18" charset="0"/>
            </a:endParaRPr>
          </a:p>
        </p:txBody>
      </p:sp>
      <p:pic>
        <p:nvPicPr>
          <p:cNvPr id="112643" name="图片 6" descr="Untitled2.png">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459788" y="6237288"/>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4" name="表格 3"/>
          <p:cNvGraphicFramePr>
            <a:graphicFrameLocks noGrp="1"/>
          </p:cNvGraphicFramePr>
          <p:nvPr/>
        </p:nvGraphicFramePr>
        <p:xfrm>
          <a:off x="785813" y="4984750"/>
          <a:ext cx="7500938" cy="517662"/>
        </p:xfrm>
        <a:graphic>
          <a:graphicData uri="http://schemas.openxmlformats.org/drawingml/2006/table">
            <a:tbl>
              <a:tblPr firstRow="1" bandRow="1">
                <a:tableStyleId>{5C22544A-7EE6-4342-B048-85BDC9FD1C3A}</a:tableStyleId>
              </a:tblPr>
              <a:tblGrid>
                <a:gridCol w="531936"/>
                <a:gridCol w="531936"/>
                <a:gridCol w="531936"/>
                <a:gridCol w="531936"/>
                <a:gridCol w="531936"/>
                <a:gridCol w="531936"/>
                <a:gridCol w="531936"/>
                <a:gridCol w="531936"/>
                <a:gridCol w="531936"/>
                <a:gridCol w="531936"/>
                <a:gridCol w="531936"/>
                <a:gridCol w="531936"/>
                <a:gridCol w="531936"/>
                <a:gridCol w="585770"/>
              </a:tblGrid>
              <a:tr h="517525">
                <a:tc>
                  <a:txBody>
                    <a:bodyPr/>
                    <a:lstStyle/>
                    <a:p>
                      <a:pPr algn="ctr"/>
                      <a:r>
                        <a:rPr lang="en-US" altLang="zh-CN" sz="2800" dirty="0" smtClean="0">
                          <a:solidFill>
                            <a:srgbClr val="0000CC"/>
                          </a:solidFill>
                        </a:rPr>
                        <a:t>I</a:t>
                      </a: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2800" dirty="0" smtClean="0">
                          <a:solidFill>
                            <a:srgbClr val="0000CC"/>
                          </a:solidFill>
                        </a:rPr>
                        <a:t>a</a:t>
                      </a: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2800" dirty="0" smtClean="0">
                          <a:solidFill>
                            <a:srgbClr val="0000CC"/>
                          </a:solidFill>
                        </a:rPr>
                        <a:t>m</a:t>
                      </a: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2800" dirty="0" smtClean="0">
                          <a:solidFill>
                            <a:srgbClr val="0000CC"/>
                          </a:solidFill>
                        </a:rPr>
                        <a:t>…</a:t>
                      </a: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r>
            </a:tbl>
          </a:graphicData>
        </a:graphic>
      </p:graphicFrame>
      <p:cxnSp>
        <p:nvCxnSpPr>
          <p:cNvPr id="5" name="直接箭头连接符 29"/>
          <p:cNvCxnSpPr>
            <a:cxnSpLocks noChangeShapeType="1"/>
          </p:cNvCxnSpPr>
          <p:nvPr/>
        </p:nvCxnSpPr>
        <p:spPr bwMode="auto">
          <a:xfrm rot="5400000">
            <a:off x="3501231" y="4787107"/>
            <a:ext cx="428625" cy="1588"/>
          </a:xfrm>
          <a:prstGeom prst="straightConnector1">
            <a:avLst/>
          </a:prstGeom>
          <a:noFill/>
          <a:ln w="38100" algn="ctr">
            <a:solidFill>
              <a:srgbClr val="FF0000"/>
            </a:solidFill>
            <a:miter lim="800000"/>
            <a:headEnd/>
            <a:tailEnd type="arrow" w="med" len="med"/>
          </a:ln>
          <a:extLst>
            <a:ext uri="{909E8E84-426E-40DD-AFC4-6F175D3DCCD1}">
              <a14:hiddenFill xmlns:a14="http://schemas.microsoft.com/office/drawing/2010/main">
                <a:noFill/>
              </a14:hiddenFill>
            </a:ext>
          </a:extLst>
        </p:spPr>
      </p:cxnSp>
      <p:sp>
        <p:nvSpPr>
          <p:cNvPr id="6" name="TextBox 5"/>
          <p:cNvSpPr txBox="1">
            <a:spLocks noChangeArrowheads="1"/>
          </p:cNvSpPr>
          <p:nvPr/>
        </p:nvSpPr>
        <p:spPr bwMode="auto">
          <a:xfrm>
            <a:off x="3786188" y="4359275"/>
            <a:ext cx="1071562" cy="523875"/>
          </a:xfrm>
          <a:prstGeom prst="rect">
            <a:avLst/>
          </a:prstGeom>
          <a:noFill/>
          <a:ln w="9525">
            <a:noFill/>
            <a:miter lim="800000"/>
            <a:headEnd/>
            <a:tailEnd/>
          </a:ln>
        </p:spPr>
        <p:txBody>
          <a:bodyPr>
            <a:spAutoFit/>
          </a:bodyPr>
          <a:lstStyle/>
          <a:p>
            <a:pPr>
              <a:defRPr/>
            </a:pPr>
            <a:r>
              <a:rPr lang="en-US" altLang="zh-CN" sz="2800" b="1" dirty="0">
                <a:solidFill>
                  <a:srgbClr val="FF3300"/>
                </a:solidFill>
                <a:latin typeface="+mn-lt"/>
                <a:ea typeface="+mn-ea"/>
              </a:rPr>
              <a:t>arr1</a:t>
            </a:r>
            <a:endParaRPr lang="zh-CN" altLang="en-US" sz="2800" b="1" dirty="0">
              <a:solidFill>
                <a:srgbClr val="FF3300"/>
              </a:solidFill>
              <a:latin typeface="+mn-lt"/>
              <a:ea typeface="+mn-ea"/>
            </a:endParaRPr>
          </a:p>
        </p:txBody>
      </p:sp>
      <p:sp>
        <p:nvSpPr>
          <p:cNvPr id="7" name="TextBox 6"/>
          <p:cNvSpPr txBox="1">
            <a:spLocks noChangeArrowheads="1"/>
          </p:cNvSpPr>
          <p:nvPr/>
        </p:nvSpPr>
        <p:spPr bwMode="auto">
          <a:xfrm>
            <a:off x="428625" y="4930775"/>
            <a:ext cx="428625" cy="523875"/>
          </a:xfrm>
          <a:prstGeom prst="rect">
            <a:avLst/>
          </a:prstGeom>
          <a:noFill/>
          <a:ln w="9525">
            <a:noFill/>
            <a:miter lim="800000"/>
            <a:headEnd/>
            <a:tailEnd/>
          </a:ln>
        </p:spPr>
        <p:txBody>
          <a:bodyPr>
            <a:spAutoFit/>
          </a:bodyPr>
          <a:lstStyle/>
          <a:p>
            <a:pPr>
              <a:defRPr/>
            </a:pPr>
            <a:r>
              <a:rPr lang="en-US" altLang="zh-CN" sz="2800" b="1" dirty="0">
                <a:solidFill>
                  <a:srgbClr val="0000CC"/>
                </a:solidFill>
                <a:latin typeface="+mn-lt"/>
                <a:ea typeface="+mn-ea"/>
              </a:rPr>
              <a:t>a</a:t>
            </a:r>
            <a:endParaRPr lang="zh-CN" altLang="en-US" sz="2800" b="1" dirty="0">
              <a:solidFill>
                <a:srgbClr val="0000CC"/>
              </a:solidFill>
              <a:latin typeface="+mn-lt"/>
              <a:ea typeface="+mn-ea"/>
            </a:endParaRPr>
          </a:p>
        </p:txBody>
      </p:sp>
      <p:sp>
        <p:nvSpPr>
          <p:cNvPr id="8" name="TextBox 7"/>
          <p:cNvSpPr txBox="1">
            <a:spLocks noChangeArrowheads="1"/>
          </p:cNvSpPr>
          <p:nvPr/>
        </p:nvSpPr>
        <p:spPr bwMode="auto">
          <a:xfrm>
            <a:off x="3143250" y="5735638"/>
            <a:ext cx="428625" cy="522287"/>
          </a:xfrm>
          <a:prstGeom prst="rect">
            <a:avLst/>
          </a:prstGeom>
          <a:noFill/>
          <a:ln w="9525">
            <a:noFill/>
            <a:miter lim="800000"/>
            <a:headEnd/>
            <a:tailEnd/>
          </a:ln>
        </p:spPr>
        <p:txBody>
          <a:bodyPr>
            <a:spAutoFit/>
          </a:bodyPr>
          <a:lstStyle/>
          <a:p>
            <a:pPr>
              <a:defRPr/>
            </a:pPr>
            <a:r>
              <a:rPr lang="en-US" altLang="zh-CN" sz="2800" b="1" dirty="0">
                <a:solidFill>
                  <a:srgbClr val="0000CC"/>
                </a:solidFill>
                <a:latin typeface="+mn-lt"/>
                <a:ea typeface="+mn-ea"/>
              </a:rPr>
              <a:t>b</a:t>
            </a:r>
            <a:endParaRPr lang="zh-CN" altLang="en-US" sz="2800" b="1" dirty="0">
              <a:solidFill>
                <a:srgbClr val="0000CC"/>
              </a:solidFill>
              <a:latin typeface="+mn-lt"/>
              <a:ea typeface="+mn-ea"/>
            </a:endParaRPr>
          </a:p>
        </p:txBody>
      </p:sp>
      <p:cxnSp>
        <p:nvCxnSpPr>
          <p:cNvPr id="112680" name="直接箭头连接符 29"/>
          <p:cNvCxnSpPr>
            <a:cxnSpLocks noChangeShapeType="1"/>
          </p:cNvCxnSpPr>
          <p:nvPr/>
        </p:nvCxnSpPr>
        <p:spPr bwMode="auto">
          <a:xfrm rot="16200000" flipV="1">
            <a:off x="3501231" y="6525419"/>
            <a:ext cx="428625" cy="1588"/>
          </a:xfrm>
          <a:prstGeom prst="straightConnector1">
            <a:avLst/>
          </a:prstGeom>
          <a:noFill/>
          <a:ln w="38100" algn="ctr">
            <a:solidFill>
              <a:srgbClr val="FF0000"/>
            </a:solidFill>
            <a:miter lim="800000"/>
            <a:headEnd/>
            <a:tailEnd type="arrow" w="med" len="med"/>
          </a:ln>
          <a:extLst>
            <a:ext uri="{909E8E84-426E-40DD-AFC4-6F175D3DCCD1}">
              <a14:hiddenFill xmlns:a14="http://schemas.microsoft.com/office/drawing/2010/main">
                <a:noFill/>
              </a14:hiddenFill>
            </a:ext>
          </a:extLst>
        </p:spPr>
      </p:cxnSp>
      <p:sp>
        <p:nvSpPr>
          <p:cNvPr id="10" name="TextBox 9"/>
          <p:cNvSpPr txBox="1">
            <a:spLocks noChangeArrowheads="1"/>
          </p:cNvSpPr>
          <p:nvPr/>
        </p:nvSpPr>
        <p:spPr bwMode="auto">
          <a:xfrm>
            <a:off x="3786188" y="6334125"/>
            <a:ext cx="1071562" cy="523875"/>
          </a:xfrm>
          <a:prstGeom prst="rect">
            <a:avLst/>
          </a:prstGeom>
          <a:noFill/>
          <a:ln w="9525">
            <a:noFill/>
            <a:miter lim="800000"/>
            <a:headEnd/>
            <a:tailEnd/>
          </a:ln>
        </p:spPr>
        <p:txBody>
          <a:bodyPr>
            <a:spAutoFit/>
          </a:bodyPr>
          <a:lstStyle/>
          <a:p>
            <a:pPr>
              <a:defRPr/>
            </a:pPr>
            <a:r>
              <a:rPr lang="en-US" altLang="zh-CN" sz="2800" b="1" dirty="0">
                <a:solidFill>
                  <a:srgbClr val="FF3300"/>
                </a:solidFill>
                <a:latin typeface="+mn-lt"/>
                <a:ea typeface="+mn-ea"/>
              </a:rPr>
              <a:t>arr2</a:t>
            </a:r>
            <a:endParaRPr lang="zh-CN" altLang="en-US" sz="2800" b="1" dirty="0">
              <a:solidFill>
                <a:srgbClr val="FF3300"/>
              </a:solidFill>
              <a:latin typeface="+mn-lt"/>
              <a:ea typeface="+mn-ea"/>
            </a:endParaRPr>
          </a:p>
        </p:txBody>
      </p:sp>
      <p:graphicFrame>
        <p:nvGraphicFramePr>
          <p:cNvPr id="11" name="表格 10"/>
          <p:cNvGraphicFramePr>
            <a:graphicFrameLocks noGrp="1"/>
          </p:cNvGraphicFramePr>
          <p:nvPr/>
        </p:nvGraphicFramePr>
        <p:xfrm>
          <a:off x="3500438" y="5792788"/>
          <a:ext cx="4786309" cy="519112"/>
        </p:xfrm>
        <a:graphic>
          <a:graphicData uri="http://schemas.openxmlformats.org/drawingml/2006/table">
            <a:tbl>
              <a:tblPr firstRow="1" bandRow="1">
                <a:tableStyleId>{5C22544A-7EE6-4342-B048-85BDC9FD1C3A}</a:tableStyleId>
              </a:tblPr>
              <a:tblGrid>
                <a:gridCol w="528383"/>
                <a:gridCol w="528383"/>
                <a:gridCol w="528383"/>
                <a:gridCol w="528383"/>
                <a:gridCol w="528383"/>
                <a:gridCol w="528383"/>
                <a:gridCol w="528383"/>
                <a:gridCol w="528383"/>
                <a:gridCol w="559245"/>
              </a:tblGrid>
              <a:tr h="519112">
                <a:tc>
                  <a:txBody>
                    <a:bodyPr/>
                    <a:lstStyle/>
                    <a:p>
                      <a:pPr algn="ctr"/>
                      <a:r>
                        <a:rPr lang="en-US" altLang="zh-CN" sz="2800" dirty="0" smtClean="0">
                          <a:solidFill>
                            <a:srgbClr val="0000CC"/>
                          </a:solidFill>
                        </a:rPr>
                        <a:t>Y</a:t>
                      </a:r>
                      <a:endParaRPr lang="zh-CN" altLang="en-US" sz="2800" dirty="0">
                        <a:solidFill>
                          <a:srgbClr val="0000CC"/>
                        </a:solidFill>
                      </a:endParaRPr>
                    </a:p>
                  </a:txBody>
                  <a:tcPr marL="91439" marR="91439" marT="45804" marB="45804">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2800" dirty="0" smtClean="0">
                          <a:solidFill>
                            <a:srgbClr val="0000CC"/>
                          </a:solidFill>
                        </a:rPr>
                        <a:t>o</a:t>
                      </a:r>
                      <a:endParaRPr lang="zh-CN" altLang="en-US" sz="2800" dirty="0">
                        <a:solidFill>
                          <a:srgbClr val="0000CC"/>
                        </a:solidFill>
                      </a:endParaRPr>
                    </a:p>
                  </a:txBody>
                  <a:tcPr marL="91439" marR="91439" marT="45804" marB="45804">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2800" dirty="0" smtClean="0">
                          <a:solidFill>
                            <a:srgbClr val="0000CC"/>
                          </a:solidFill>
                        </a:rPr>
                        <a:t>u</a:t>
                      </a:r>
                      <a:endParaRPr lang="zh-CN" altLang="en-US" sz="2800" dirty="0">
                        <a:solidFill>
                          <a:srgbClr val="0000CC"/>
                        </a:solidFill>
                      </a:endParaRPr>
                    </a:p>
                  </a:txBody>
                  <a:tcPr marL="91439" marR="91439" marT="45804" marB="45804">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endParaRPr lang="zh-CN" altLang="en-US" sz="2800" dirty="0">
                        <a:solidFill>
                          <a:srgbClr val="0000CC"/>
                        </a:solidFill>
                      </a:endParaRPr>
                    </a:p>
                  </a:txBody>
                  <a:tcPr marL="91439" marR="91439" marT="45804" marB="45804">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2800" dirty="0" smtClean="0">
                          <a:solidFill>
                            <a:srgbClr val="0000CC"/>
                          </a:solidFill>
                        </a:rPr>
                        <a:t>a</a:t>
                      </a:r>
                      <a:endParaRPr lang="zh-CN" altLang="en-US" sz="2800" dirty="0">
                        <a:solidFill>
                          <a:srgbClr val="0000CC"/>
                        </a:solidFill>
                      </a:endParaRPr>
                    </a:p>
                  </a:txBody>
                  <a:tcPr marL="91439" marR="91439" marT="45804" marB="45804">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2800" dirty="0" smtClean="0">
                          <a:solidFill>
                            <a:srgbClr val="0000CC"/>
                          </a:solidFill>
                        </a:rPr>
                        <a:t>r</a:t>
                      </a:r>
                      <a:endParaRPr lang="zh-CN" altLang="en-US" sz="2800" dirty="0">
                        <a:solidFill>
                          <a:srgbClr val="0000CC"/>
                        </a:solidFill>
                      </a:endParaRPr>
                    </a:p>
                  </a:txBody>
                  <a:tcPr marL="91439" marR="91439" marT="45804" marB="45804">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2800" dirty="0" smtClean="0">
                          <a:solidFill>
                            <a:srgbClr val="0000CC"/>
                          </a:solidFill>
                        </a:rPr>
                        <a:t>e</a:t>
                      </a:r>
                      <a:endParaRPr lang="zh-CN" altLang="en-US" sz="2800" dirty="0">
                        <a:solidFill>
                          <a:srgbClr val="0000CC"/>
                        </a:solidFill>
                      </a:endParaRPr>
                    </a:p>
                  </a:txBody>
                  <a:tcPr marL="91439" marR="91439" marT="45804" marB="45804">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2800" dirty="0" smtClean="0">
                          <a:solidFill>
                            <a:srgbClr val="0000CC"/>
                          </a:solidFill>
                        </a:rPr>
                        <a:t>…</a:t>
                      </a:r>
                      <a:endParaRPr lang="zh-CN" altLang="en-US" sz="2800" dirty="0">
                        <a:solidFill>
                          <a:srgbClr val="0000CC"/>
                        </a:solidFill>
                      </a:endParaRPr>
                    </a:p>
                  </a:txBody>
                  <a:tcPr marL="91439" marR="91439" marT="45804" marB="45804">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endParaRPr lang="zh-CN" altLang="en-US" sz="2800" dirty="0">
                        <a:solidFill>
                          <a:srgbClr val="0000CC"/>
                        </a:solidFill>
                      </a:endParaRPr>
                    </a:p>
                  </a:txBody>
                  <a:tcPr marL="91439" marR="91439" marT="45804" marB="45804">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r>
            </a:tbl>
          </a:graphicData>
        </a:graphic>
      </p:graphicFrame>
      <p:sp>
        <p:nvSpPr>
          <p:cNvPr id="12" name="TextBox 11"/>
          <p:cNvSpPr txBox="1">
            <a:spLocks noChangeArrowheads="1"/>
          </p:cNvSpPr>
          <p:nvPr/>
        </p:nvSpPr>
        <p:spPr bwMode="auto">
          <a:xfrm>
            <a:off x="3357563" y="4976813"/>
            <a:ext cx="785812" cy="523875"/>
          </a:xfrm>
          <a:prstGeom prst="rect">
            <a:avLst/>
          </a:prstGeom>
          <a:noFill/>
          <a:ln w="9525">
            <a:noFill/>
            <a:miter lim="800000"/>
            <a:headEnd/>
            <a:tailEnd/>
          </a:ln>
        </p:spPr>
        <p:txBody>
          <a:bodyPr>
            <a:spAutoFit/>
          </a:bodyPr>
          <a:lstStyle/>
          <a:p>
            <a:pPr>
              <a:defRPr/>
            </a:pPr>
            <a:r>
              <a:rPr lang="en-US" altLang="zh-CN" sz="2800" b="1" dirty="0">
                <a:solidFill>
                  <a:srgbClr val="0000CC"/>
                </a:solidFill>
                <a:latin typeface="+mn-lt"/>
                <a:ea typeface="+mn-ea"/>
              </a:rPr>
              <a:t>\0</a:t>
            </a:r>
            <a:endParaRPr lang="zh-CN" altLang="en-US" sz="2800" b="1" dirty="0">
              <a:solidFill>
                <a:srgbClr val="0000CC"/>
              </a:solidFill>
              <a:latin typeface="+mn-lt"/>
              <a:ea typeface="+mn-ea"/>
            </a:endParaRPr>
          </a:p>
        </p:txBody>
      </p:sp>
      <p:sp>
        <p:nvSpPr>
          <p:cNvPr id="13" name="TextBox 12"/>
          <p:cNvSpPr txBox="1">
            <a:spLocks noChangeArrowheads="1"/>
          </p:cNvSpPr>
          <p:nvPr/>
        </p:nvSpPr>
        <p:spPr bwMode="auto">
          <a:xfrm>
            <a:off x="7643813" y="5834063"/>
            <a:ext cx="785812" cy="523875"/>
          </a:xfrm>
          <a:prstGeom prst="rect">
            <a:avLst/>
          </a:prstGeom>
          <a:noFill/>
          <a:ln w="9525">
            <a:noFill/>
            <a:miter lim="800000"/>
            <a:headEnd/>
            <a:tailEnd/>
          </a:ln>
        </p:spPr>
        <p:txBody>
          <a:bodyPr>
            <a:spAutoFit/>
          </a:bodyPr>
          <a:lstStyle/>
          <a:p>
            <a:pPr>
              <a:defRPr/>
            </a:pPr>
            <a:r>
              <a:rPr lang="en-US" altLang="zh-CN" sz="2800" b="1" dirty="0">
                <a:solidFill>
                  <a:srgbClr val="0000CC"/>
                </a:solidFill>
                <a:latin typeface="+mn-lt"/>
                <a:ea typeface="+mn-ea"/>
              </a:rPr>
              <a:t>\0</a:t>
            </a:r>
            <a:endParaRPr lang="zh-CN" altLang="en-US" sz="2800" b="1" dirty="0">
              <a:solidFill>
                <a:srgbClr val="0000CC"/>
              </a:solidFill>
              <a:latin typeface="+mn-lt"/>
              <a:ea typeface="+mn-ea"/>
            </a:endParaRPr>
          </a:p>
        </p:txBody>
      </p:sp>
    </p:spTree>
    <p:extLst>
      <p:ext uri="{BB962C8B-B14F-4D97-AF65-F5344CB8AC3E}">
        <p14:creationId xmlns:p14="http://schemas.microsoft.com/office/powerpoint/2010/main" val="3884003968"/>
      </p:ext>
    </p:extLst>
  </p:cSld>
  <p:clrMapOvr>
    <a:masterClrMapping/>
  </p:clrMapOvr>
  <p:transition>
    <p:checker dir="vert"/>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blinds(horizontal)">
                                      <p:cBhvr>
                                        <p:cTn id="10" dur="500"/>
                                        <p:tgtEl>
                                          <p:spTgt spid="6"/>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16" presetClass="emph" presetSubtype="0" fill="hold" nodeType="clickEffect">
                                  <p:stCondLst>
                                    <p:cond delay="0"/>
                                  </p:stCondLst>
                                  <p:iterate type="lt">
                                    <p:tmPct val="4000"/>
                                  </p:iterate>
                                  <p:childTnLst>
                                    <p:set>
                                      <p:cBhvr override="childStyle">
                                        <p:cTn id="14" dur="500" fill="hold"/>
                                        <p:tgtEl>
                                          <p:spTgt spid="17411">
                                            <p:txEl>
                                              <p:pRg st="4" end="4"/>
                                            </p:txEl>
                                          </p:spTgt>
                                        </p:tgtEl>
                                        <p:attrNameLst>
                                          <p:attrName>style.color</p:attrName>
                                        </p:attrNameLst>
                                      </p:cBhvr>
                                      <p:to>
                                        <p:clrVal>
                                          <a:srgbClr val="D60093"/>
                                        </p:clrVal>
                                      </p:to>
                                    </p:set>
                                    <p:set>
                                      <p:cBhvr>
                                        <p:cTn id="15" dur="500" fill="hold"/>
                                        <p:tgtEl>
                                          <p:spTgt spid="17411">
                                            <p:txEl>
                                              <p:pRg st="4" end="4"/>
                                            </p:txEl>
                                          </p:spTgt>
                                        </p:tgtEl>
                                        <p:attrNameLst>
                                          <p:attrName>fillcolor</p:attrName>
                                        </p:attrNameLst>
                                      </p:cBhvr>
                                      <p:to>
                                        <p:clrVal>
                                          <a:srgbClr val="D60093"/>
                                        </p:clrVal>
                                      </p:to>
                                    </p:set>
                                    <p:set>
                                      <p:cBhvr>
                                        <p:cTn id="16" dur="500" fill="hold"/>
                                        <p:tgtEl>
                                          <p:spTgt spid="17411">
                                            <p:txEl>
                                              <p:pRg st="4" end="4"/>
                                            </p:txEl>
                                          </p:spTgt>
                                        </p:tgtEl>
                                        <p:attrNameLst>
                                          <p:attrName>fill.type</p:attrName>
                                        </p:attrNameLst>
                                      </p:cBhvr>
                                      <p:to>
                                        <p:strVal val="solid"/>
                                      </p:to>
                                    </p:set>
                                  </p:childTnLst>
                                </p:cTn>
                              </p:par>
                              <p:par>
                                <p:cTn id="17" presetID="16" presetClass="emph" presetSubtype="0" fill="hold" nodeType="withEffect">
                                  <p:stCondLst>
                                    <p:cond delay="0"/>
                                  </p:stCondLst>
                                  <p:iterate type="lt">
                                    <p:tmPct val="4000"/>
                                  </p:iterate>
                                  <p:childTnLst>
                                    <p:set>
                                      <p:cBhvr override="childStyle">
                                        <p:cTn id="18" dur="500" fill="hold"/>
                                        <p:tgtEl>
                                          <p:spTgt spid="17411">
                                            <p:txEl>
                                              <p:pRg st="5" end="5"/>
                                            </p:txEl>
                                          </p:spTgt>
                                        </p:tgtEl>
                                        <p:attrNameLst>
                                          <p:attrName>style.color</p:attrName>
                                        </p:attrNameLst>
                                      </p:cBhvr>
                                      <p:to>
                                        <p:clrVal>
                                          <a:srgbClr val="D60093"/>
                                        </p:clrVal>
                                      </p:to>
                                    </p:set>
                                    <p:set>
                                      <p:cBhvr>
                                        <p:cTn id="19" dur="500" fill="hold"/>
                                        <p:tgtEl>
                                          <p:spTgt spid="17411">
                                            <p:txEl>
                                              <p:pRg st="5" end="5"/>
                                            </p:txEl>
                                          </p:spTgt>
                                        </p:tgtEl>
                                        <p:attrNameLst>
                                          <p:attrName>fillcolor</p:attrName>
                                        </p:attrNameLst>
                                      </p:cBhvr>
                                      <p:to>
                                        <p:clrVal>
                                          <a:srgbClr val="D60093"/>
                                        </p:clrVal>
                                      </p:to>
                                    </p:set>
                                    <p:set>
                                      <p:cBhvr>
                                        <p:cTn id="20" dur="500" fill="hold"/>
                                        <p:tgtEl>
                                          <p:spTgt spid="17411">
                                            <p:txEl>
                                              <p:pRg st="5" end="5"/>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7411" name="Rectangle 7"/>
          <p:cNvSpPr>
            <a:spLocks noGrp="1" noChangeArrowheads="1"/>
          </p:cNvSpPr>
          <p:nvPr>
            <p:ph type="body" sz="half" idx="1"/>
          </p:nvPr>
        </p:nvSpPr>
        <p:spPr>
          <a:xfrm>
            <a:off x="357188" y="857250"/>
            <a:ext cx="8501062" cy="4286250"/>
          </a:xfrm>
        </p:spPr>
        <p:txBody>
          <a:bodyPr/>
          <a:lstStyle/>
          <a:p>
            <a:pPr>
              <a:buFont typeface="Wingdings" pitchFamily="2" charset="2"/>
              <a:buNone/>
            </a:pPr>
            <a:r>
              <a:rPr lang="en-US" altLang="zh-CN" sz="2800" smtClean="0">
                <a:latin typeface="Times New Roman" pitchFamily="18" charset="0"/>
                <a:cs typeface="Times New Roman" pitchFamily="18" charset="0"/>
              </a:rPr>
              <a:t>void link_string(char *arr1, char *arr2) </a:t>
            </a:r>
            <a:endParaRPr lang="zh-CN" altLang="zh-CN" sz="2800" smtClean="0">
              <a:latin typeface="Times New Roman" pitchFamily="18" charset="0"/>
              <a:cs typeface="Times New Roman" pitchFamily="18" charset="0"/>
            </a:endParaRPr>
          </a:p>
          <a:p>
            <a:pPr>
              <a:buFont typeface="Wingdings" pitchFamily="2" charset="2"/>
              <a:buNone/>
            </a:pPr>
            <a:r>
              <a:rPr lang="en-US" altLang="zh-CN" sz="2800" smtClean="0">
                <a:latin typeface="Times New Roman" pitchFamily="18" charset="0"/>
                <a:cs typeface="Times New Roman" pitchFamily="18" charset="0"/>
              </a:rPr>
              <a:t>{ int i;</a:t>
            </a:r>
            <a:endParaRPr lang="zh-CN" altLang="zh-CN" sz="2800" smtClean="0">
              <a:latin typeface="Times New Roman" pitchFamily="18" charset="0"/>
              <a:cs typeface="Times New Roman" pitchFamily="18" charset="0"/>
            </a:endParaRPr>
          </a:p>
          <a:p>
            <a:pPr>
              <a:buFont typeface="Wingdings" pitchFamily="2" charset="2"/>
              <a:buNone/>
            </a:pPr>
            <a:r>
              <a:rPr lang="en-US" altLang="zh-CN" sz="2800" smtClean="0">
                <a:solidFill>
                  <a:srgbClr val="009900"/>
                </a:solidFill>
                <a:latin typeface="Times New Roman" pitchFamily="18" charset="0"/>
                <a:cs typeface="Times New Roman" pitchFamily="18" charset="0"/>
              </a:rPr>
              <a:t>   for( i=0;*arr1!='\0';i++)</a:t>
            </a:r>
            <a:endParaRPr lang="zh-CN" altLang="zh-CN" sz="2800" smtClean="0">
              <a:solidFill>
                <a:srgbClr val="009900"/>
              </a:solidFill>
              <a:latin typeface="Times New Roman" pitchFamily="18" charset="0"/>
              <a:cs typeface="Times New Roman" pitchFamily="18" charset="0"/>
            </a:endParaRPr>
          </a:p>
          <a:p>
            <a:pPr>
              <a:buFont typeface="Wingdings" pitchFamily="2" charset="2"/>
              <a:buNone/>
            </a:pPr>
            <a:r>
              <a:rPr lang="en-US" altLang="zh-CN" sz="2800" smtClean="0">
                <a:solidFill>
                  <a:srgbClr val="009900"/>
                </a:solidFill>
                <a:latin typeface="Times New Roman" pitchFamily="18" charset="0"/>
                <a:cs typeface="Times New Roman" pitchFamily="18" charset="0"/>
              </a:rPr>
              <a:t>         arr1++; </a:t>
            </a:r>
            <a:endParaRPr lang="zh-CN" altLang="zh-CN" sz="2800" smtClean="0">
              <a:solidFill>
                <a:srgbClr val="009900"/>
              </a:solidFill>
              <a:latin typeface="Times New Roman" pitchFamily="18" charset="0"/>
              <a:cs typeface="Times New Roman" pitchFamily="18" charset="0"/>
            </a:endParaRPr>
          </a:p>
          <a:p>
            <a:pPr>
              <a:buFont typeface="Wingdings" pitchFamily="2" charset="2"/>
              <a:buNone/>
            </a:pPr>
            <a:r>
              <a:rPr lang="en-US" altLang="zh-CN" sz="2800" smtClean="0">
                <a:latin typeface="Times New Roman" pitchFamily="18" charset="0"/>
                <a:cs typeface="Times New Roman" pitchFamily="18" charset="0"/>
              </a:rPr>
              <a:t>   </a:t>
            </a:r>
            <a:r>
              <a:rPr lang="en-US" altLang="zh-CN" sz="2800" smtClean="0">
                <a:solidFill>
                  <a:srgbClr val="D60093"/>
                </a:solidFill>
                <a:latin typeface="Times New Roman" pitchFamily="18" charset="0"/>
                <a:cs typeface="Times New Roman" pitchFamily="18" charset="0"/>
              </a:rPr>
              <a:t>for(;*arr2!=‘\0’;arr1++,arr2++) </a:t>
            </a:r>
            <a:endParaRPr lang="zh-CN" altLang="zh-CN" sz="2800" smtClean="0">
              <a:solidFill>
                <a:srgbClr val="D60093"/>
              </a:solidFill>
              <a:latin typeface="Times New Roman" pitchFamily="18" charset="0"/>
              <a:cs typeface="Times New Roman" pitchFamily="18" charset="0"/>
            </a:endParaRPr>
          </a:p>
          <a:p>
            <a:pPr>
              <a:buFont typeface="Wingdings" pitchFamily="2" charset="2"/>
              <a:buNone/>
            </a:pPr>
            <a:r>
              <a:rPr lang="en-US" altLang="zh-CN" sz="2800" smtClean="0">
                <a:solidFill>
                  <a:srgbClr val="D60093"/>
                </a:solidFill>
                <a:latin typeface="Times New Roman" pitchFamily="18" charset="0"/>
                <a:cs typeface="Times New Roman" pitchFamily="18" charset="0"/>
              </a:rPr>
              <a:t>       *arr1=*arr2;</a:t>
            </a:r>
            <a:endParaRPr lang="zh-CN" altLang="zh-CN" sz="2800" smtClean="0">
              <a:solidFill>
                <a:srgbClr val="D60093"/>
              </a:solidFill>
              <a:latin typeface="Times New Roman" pitchFamily="18" charset="0"/>
              <a:cs typeface="Times New Roman" pitchFamily="18" charset="0"/>
            </a:endParaRPr>
          </a:p>
          <a:p>
            <a:pPr>
              <a:buFont typeface="Wingdings" pitchFamily="2" charset="2"/>
              <a:buNone/>
            </a:pPr>
            <a:r>
              <a:rPr lang="en-US" altLang="zh-CN" sz="2800" smtClean="0">
                <a:latin typeface="Times New Roman" pitchFamily="18" charset="0"/>
                <a:cs typeface="Times New Roman" pitchFamily="18" charset="0"/>
              </a:rPr>
              <a:t>   *arr1=‘\0’; </a:t>
            </a:r>
            <a:endParaRPr lang="zh-CN" altLang="zh-CN" sz="2800" smtClean="0">
              <a:latin typeface="Times New Roman" pitchFamily="18" charset="0"/>
              <a:cs typeface="Times New Roman" pitchFamily="18" charset="0"/>
            </a:endParaRPr>
          </a:p>
          <a:p>
            <a:pPr>
              <a:buFont typeface="Wingdings" pitchFamily="2" charset="2"/>
              <a:buNone/>
            </a:pPr>
            <a:r>
              <a:rPr lang="en-US" altLang="zh-CN" sz="2800" smtClean="0">
                <a:latin typeface="Times New Roman" pitchFamily="18" charset="0"/>
                <a:cs typeface="Times New Roman" pitchFamily="18" charset="0"/>
              </a:rPr>
              <a:t>}</a:t>
            </a:r>
            <a:endParaRPr lang="zh-CN" altLang="zh-CN" sz="2800" smtClean="0">
              <a:latin typeface="Times New Roman" pitchFamily="18" charset="0"/>
              <a:cs typeface="Times New Roman" pitchFamily="18" charset="0"/>
            </a:endParaRPr>
          </a:p>
        </p:txBody>
      </p:sp>
      <p:pic>
        <p:nvPicPr>
          <p:cNvPr id="113667" name="图片 6" descr="Untitled2.png">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459788" y="6237288"/>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4" name="表格 3"/>
          <p:cNvGraphicFramePr>
            <a:graphicFrameLocks noGrp="1"/>
          </p:cNvGraphicFramePr>
          <p:nvPr/>
        </p:nvGraphicFramePr>
        <p:xfrm>
          <a:off x="785813" y="4984750"/>
          <a:ext cx="7500938" cy="517662"/>
        </p:xfrm>
        <a:graphic>
          <a:graphicData uri="http://schemas.openxmlformats.org/drawingml/2006/table">
            <a:tbl>
              <a:tblPr firstRow="1" bandRow="1">
                <a:tableStyleId>{5C22544A-7EE6-4342-B048-85BDC9FD1C3A}</a:tableStyleId>
              </a:tblPr>
              <a:tblGrid>
                <a:gridCol w="531936"/>
                <a:gridCol w="531936"/>
                <a:gridCol w="531936"/>
                <a:gridCol w="531936"/>
                <a:gridCol w="531936"/>
                <a:gridCol w="531936"/>
                <a:gridCol w="531936"/>
                <a:gridCol w="531936"/>
                <a:gridCol w="531936"/>
                <a:gridCol w="531936"/>
                <a:gridCol w="531936"/>
                <a:gridCol w="531936"/>
                <a:gridCol w="531936"/>
                <a:gridCol w="585770"/>
              </a:tblGrid>
              <a:tr h="517525">
                <a:tc>
                  <a:txBody>
                    <a:bodyPr/>
                    <a:lstStyle/>
                    <a:p>
                      <a:pPr algn="ctr"/>
                      <a:r>
                        <a:rPr lang="en-US" altLang="zh-CN" sz="2800" dirty="0" smtClean="0">
                          <a:solidFill>
                            <a:srgbClr val="0000CC"/>
                          </a:solidFill>
                        </a:rPr>
                        <a:t>I</a:t>
                      </a: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2800" dirty="0" smtClean="0">
                          <a:solidFill>
                            <a:srgbClr val="0000CC"/>
                          </a:solidFill>
                        </a:rPr>
                        <a:t>a</a:t>
                      </a: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2800" dirty="0" smtClean="0">
                          <a:solidFill>
                            <a:srgbClr val="0000CC"/>
                          </a:solidFill>
                        </a:rPr>
                        <a:t>m</a:t>
                      </a: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2800" dirty="0" smtClean="0">
                          <a:solidFill>
                            <a:srgbClr val="0000CC"/>
                          </a:solidFill>
                        </a:rPr>
                        <a:t>…</a:t>
                      </a: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2800" dirty="0" smtClean="0">
                          <a:solidFill>
                            <a:srgbClr val="D60093"/>
                          </a:solidFill>
                        </a:rPr>
                        <a:t>Y</a:t>
                      </a:r>
                      <a:endParaRPr lang="zh-CN" altLang="en-US" sz="2800" dirty="0">
                        <a:solidFill>
                          <a:srgbClr val="D60093"/>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2800" dirty="0" smtClean="0">
                          <a:solidFill>
                            <a:srgbClr val="D60093"/>
                          </a:solidFill>
                        </a:rPr>
                        <a:t>o</a:t>
                      </a:r>
                      <a:endParaRPr lang="zh-CN" altLang="en-US" sz="2800" dirty="0">
                        <a:solidFill>
                          <a:srgbClr val="D60093"/>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2800" dirty="0" smtClean="0">
                          <a:solidFill>
                            <a:srgbClr val="D60093"/>
                          </a:solidFill>
                        </a:rPr>
                        <a:t>u</a:t>
                      </a:r>
                      <a:endParaRPr lang="zh-CN" altLang="en-US" sz="2800" dirty="0">
                        <a:solidFill>
                          <a:srgbClr val="D60093"/>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endParaRPr lang="zh-CN" altLang="en-US" sz="2800" dirty="0">
                        <a:solidFill>
                          <a:srgbClr val="D60093"/>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2800" dirty="0" smtClean="0">
                          <a:solidFill>
                            <a:srgbClr val="D60093"/>
                          </a:solidFill>
                        </a:rPr>
                        <a:t>a</a:t>
                      </a:r>
                      <a:endParaRPr lang="zh-CN" altLang="en-US" sz="2800" dirty="0">
                        <a:solidFill>
                          <a:srgbClr val="D60093"/>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2800" dirty="0" smtClean="0">
                          <a:solidFill>
                            <a:srgbClr val="D60093"/>
                          </a:solidFill>
                        </a:rPr>
                        <a:t>r</a:t>
                      </a:r>
                      <a:endParaRPr lang="zh-CN" altLang="en-US" sz="2800" dirty="0">
                        <a:solidFill>
                          <a:srgbClr val="D60093"/>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2800" dirty="0" smtClean="0">
                          <a:solidFill>
                            <a:srgbClr val="D60093"/>
                          </a:solidFill>
                        </a:rPr>
                        <a:t>e</a:t>
                      </a:r>
                      <a:endParaRPr lang="zh-CN" altLang="en-US" sz="2800" dirty="0">
                        <a:solidFill>
                          <a:srgbClr val="D60093"/>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2800" dirty="0" smtClean="0">
                          <a:solidFill>
                            <a:srgbClr val="D60093"/>
                          </a:solidFill>
                        </a:rPr>
                        <a:t>…</a:t>
                      </a:r>
                      <a:endParaRPr lang="zh-CN" altLang="en-US" sz="2800" dirty="0">
                        <a:solidFill>
                          <a:srgbClr val="D60093"/>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endParaRPr lang="zh-CN" altLang="en-US" sz="2800" dirty="0">
                        <a:solidFill>
                          <a:srgbClr val="0000CC"/>
                        </a:solidFill>
                      </a:endParaRPr>
                    </a:p>
                  </a:txBody>
                  <a:tcPr marL="91439" marR="91439" marT="45471" marB="45471">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r>
            </a:tbl>
          </a:graphicData>
        </a:graphic>
      </p:graphicFrame>
      <p:cxnSp>
        <p:nvCxnSpPr>
          <p:cNvPr id="113700" name="直接箭头连接符 29"/>
          <p:cNvCxnSpPr>
            <a:cxnSpLocks noChangeShapeType="1"/>
          </p:cNvCxnSpPr>
          <p:nvPr/>
        </p:nvCxnSpPr>
        <p:spPr bwMode="auto">
          <a:xfrm rot="5400000">
            <a:off x="7787481" y="4787107"/>
            <a:ext cx="428625" cy="1588"/>
          </a:xfrm>
          <a:prstGeom prst="straightConnector1">
            <a:avLst/>
          </a:prstGeom>
          <a:noFill/>
          <a:ln w="38100" algn="ctr">
            <a:solidFill>
              <a:srgbClr val="FF0000"/>
            </a:solidFill>
            <a:miter lim="800000"/>
            <a:headEnd/>
            <a:tailEnd type="arrow" w="med" len="med"/>
          </a:ln>
          <a:extLst>
            <a:ext uri="{909E8E84-426E-40DD-AFC4-6F175D3DCCD1}">
              <a14:hiddenFill xmlns:a14="http://schemas.microsoft.com/office/drawing/2010/main">
                <a:noFill/>
              </a14:hiddenFill>
            </a:ext>
          </a:extLst>
        </p:spPr>
      </p:cxnSp>
      <p:sp>
        <p:nvSpPr>
          <p:cNvPr id="6" name="TextBox 5"/>
          <p:cNvSpPr txBox="1">
            <a:spLocks noChangeArrowheads="1"/>
          </p:cNvSpPr>
          <p:nvPr/>
        </p:nvSpPr>
        <p:spPr bwMode="auto">
          <a:xfrm>
            <a:off x="7000875" y="4359275"/>
            <a:ext cx="1071563" cy="523875"/>
          </a:xfrm>
          <a:prstGeom prst="rect">
            <a:avLst/>
          </a:prstGeom>
          <a:noFill/>
          <a:ln w="9525">
            <a:noFill/>
            <a:miter lim="800000"/>
            <a:headEnd/>
            <a:tailEnd/>
          </a:ln>
        </p:spPr>
        <p:txBody>
          <a:bodyPr>
            <a:spAutoFit/>
          </a:bodyPr>
          <a:lstStyle/>
          <a:p>
            <a:pPr>
              <a:defRPr/>
            </a:pPr>
            <a:r>
              <a:rPr lang="en-US" altLang="zh-CN" sz="2800" b="1" dirty="0">
                <a:solidFill>
                  <a:srgbClr val="FF3300"/>
                </a:solidFill>
                <a:latin typeface="+mn-lt"/>
                <a:ea typeface="+mn-ea"/>
              </a:rPr>
              <a:t>arr1</a:t>
            </a:r>
            <a:endParaRPr lang="zh-CN" altLang="en-US" sz="2800" b="1" dirty="0">
              <a:solidFill>
                <a:srgbClr val="FF3300"/>
              </a:solidFill>
              <a:latin typeface="+mn-lt"/>
              <a:ea typeface="+mn-ea"/>
            </a:endParaRPr>
          </a:p>
        </p:txBody>
      </p:sp>
      <p:sp>
        <p:nvSpPr>
          <p:cNvPr id="8" name="TextBox 7"/>
          <p:cNvSpPr txBox="1">
            <a:spLocks noChangeArrowheads="1"/>
          </p:cNvSpPr>
          <p:nvPr/>
        </p:nvSpPr>
        <p:spPr bwMode="auto">
          <a:xfrm>
            <a:off x="7429500" y="5735638"/>
            <a:ext cx="428625" cy="522287"/>
          </a:xfrm>
          <a:prstGeom prst="rect">
            <a:avLst/>
          </a:prstGeom>
          <a:noFill/>
          <a:ln w="9525">
            <a:noFill/>
            <a:miter lim="800000"/>
            <a:headEnd/>
            <a:tailEnd/>
          </a:ln>
        </p:spPr>
        <p:txBody>
          <a:bodyPr>
            <a:spAutoFit/>
          </a:bodyPr>
          <a:lstStyle/>
          <a:p>
            <a:pPr>
              <a:defRPr/>
            </a:pPr>
            <a:r>
              <a:rPr lang="en-US" altLang="zh-CN" sz="2800" b="1" dirty="0">
                <a:solidFill>
                  <a:srgbClr val="0000CC"/>
                </a:solidFill>
                <a:latin typeface="+mn-lt"/>
                <a:ea typeface="+mn-ea"/>
              </a:rPr>
              <a:t>b</a:t>
            </a:r>
            <a:endParaRPr lang="zh-CN" altLang="en-US" sz="2800" b="1" dirty="0">
              <a:solidFill>
                <a:srgbClr val="0000CC"/>
              </a:solidFill>
              <a:latin typeface="+mn-lt"/>
              <a:ea typeface="+mn-ea"/>
            </a:endParaRPr>
          </a:p>
        </p:txBody>
      </p:sp>
      <p:cxnSp>
        <p:nvCxnSpPr>
          <p:cNvPr id="113703" name="直接箭头连接符 29"/>
          <p:cNvCxnSpPr>
            <a:cxnSpLocks noChangeShapeType="1"/>
          </p:cNvCxnSpPr>
          <p:nvPr/>
        </p:nvCxnSpPr>
        <p:spPr bwMode="auto">
          <a:xfrm rot="16200000" flipV="1">
            <a:off x="7787481" y="6525419"/>
            <a:ext cx="428625" cy="1588"/>
          </a:xfrm>
          <a:prstGeom prst="straightConnector1">
            <a:avLst/>
          </a:prstGeom>
          <a:noFill/>
          <a:ln w="38100" algn="ctr">
            <a:solidFill>
              <a:srgbClr val="FF0000"/>
            </a:solidFill>
            <a:miter lim="800000"/>
            <a:headEnd/>
            <a:tailEnd type="arrow" w="med" len="med"/>
          </a:ln>
          <a:extLst>
            <a:ext uri="{909E8E84-426E-40DD-AFC4-6F175D3DCCD1}">
              <a14:hiddenFill xmlns:a14="http://schemas.microsoft.com/office/drawing/2010/main">
                <a:noFill/>
              </a14:hiddenFill>
            </a:ext>
          </a:extLst>
        </p:spPr>
      </p:cxnSp>
      <p:sp>
        <p:nvSpPr>
          <p:cNvPr id="10" name="TextBox 9"/>
          <p:cNvSpPr txBox="1">
            <a:spLocks noChangeArrowheads="1"/>
          </p:cNvSpPr>
          <p:nvPr/>
        </p:nvSpPr>
        <p:spPr bwMode="auto">
          <a:xfrm>
            <a:off x="7000875" y="6334125"/>
            <a:ext cx="1071563" cy="523875"/>
          </a:xfrm>
          <a:prstGeom prst="rect">
            <a:avLst/>
          </a:prstGeom>
          <a:noFill/>
          <a:ln w="9525">
            <a:noFill/>
            <a:miter lim="800000"/>
            <a:headEnd/>
            <a:tailEnd/>
          </a:ln>
        </p:spPr>
        <p:txBody>
          <a:bodyPr>
            <a:spAutoFit/>
          </a:bodyPr>
          <a:lstStyle/>
          <a:p>
            <a:pPr>
              <a:defRPr/>
            </a:pPr>
            <a:r>
              <a:rPr lang="en-US" altLang="zh-CN" sz="2800" b="1" dirty="0">
                <a:solidFill>
                  <a:srgbClr val="FF3300"/>
                </a:solidFill>
                <a:latin typeface="+mn-lt"/>
                <a:ea typeface="+mn-ea"/>
              </a:rPr>
              <a:t>arr2</a:t>
            </a:r>
            <a:endParaRPr lang="zh-CN" altLang="en-US" sz="2800" b="1" dirty="0">
              <a:solidFill>
                <a:srgbClr val="FF3300"/>
              </a:solidFill>
              <a:latin typeface="+mn-lt"/>
              <a:ea typeface="+mn-ea"/>
            </a:endParaRPr>
          </a:p>
        </p:txBody>
      </p:sp>
      <p:graphicFrame>
        <p:nvGraphicFramePr>
          <p:cNvPr id="11" name="表格 10"/>
          <p:cNvGraphicFramePr>
            <a:graphicFrameLocks noGrp="1"/>
          </p:cNvGraphicFramePr>
          <p:nvPr/>
        </p:nvGraphicFramePr>
        <p:xfrm>
          <a:off x="3500438" y="5792788"/>
          <a:ext cx="4786309" cy="519112"/>
        </p:xfrm>
        <a:graphic>
          <a:graphicData uri="http://schemas.openxmlformats.org/drawingml/2006/table">
            <a:tbl>
              <a:tblPr firstRow="1" bandRow="1">
                <a:tableStyleId>{5C22544A-7EE6-4342-B048-85BDC9FD1C3A}</a:tableStyleId>
              </a:tblPr>
              <a:tblGrid>
                <a:gridCol w="528383"/>
                <a:gridCol w="528383"/>
                <a:gridCol w="528383"/>
                <a:gridCol w="528383"/>
                <a:gridCol w="528383"/>
                <a:gridCol w="528383"/>
                <a:gridCol w="528383"/>
                <a:gridCol w="528383"/>
                <a:gridCol w="559245"/>
              </a:tblGrid>
              <a:tr h="519112">
                <a:tc>
                  <a:txBody>
                    <a:bodyPr/>
                    <a:lstStyle/>
                    <a:p>
                      <a:pPr algn="ctr"/>
                      <a:r>
                        <a:rPr lang="en-US" altLang="zh-CN" sz="2800" dirty="0" smtClean="0">
                          <a:solidFill>
                            <a:srgbClr val="0000CC"/>
                          </a:solidFill>
                        </a:rPr>
                        <a:t>Y</a:t>
                      </a:r>
                      <a:endParaRPr lang="zh-CN" altLang="en-US" sz="2800" dirty="0">
                        <a:solidFill>
                          <a:srgbClr val="0000CC"/>
                        </a:solidFill>
                      </a:endParaRPr>
                    </a:p>
                  </a:txBody>
                  <a:tcPr marL="91439" marR="91439" marT="45804" marB="45804">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2800" dirty="0" smtClean="0">
                          <a:solidFill>
                            <a:srgbClr val="0000CC"/>
                          </a:solidFill>
                        </a:rPr>
                        <a:t>o</a:t>
                      </a:r>
                      <a:endParaRPr lang="zh-CN" altLang="en-US" sz="2800" dirty="0">
                        <a:solidFill>
                          <a:srgbClr val="0000CC"/>
                        </a:solidFill>
                      </a:endParaRPr>
                    </a:p>
                  </a:txBody>
                  <a:tcPr marL="91439" marR="91439" marT="45804" marB="45804">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2800" dirty="0" smtClean="0">
                          <a:solidFill>
                            <a:srgbClr val="0000CC"/>
                          </a:solidFill>
                        </a:rPr>
                        <a:t>u</a:t>
                      </a:r>
                      <a:endParaRPr lang="zh-CN" altLang="en-US" sz="2800" dirty="0">
                        <a:solidFill>
                          <a:srgbClr val="0000CC"/>
                        </a:solidFill>
                      </a:endParaRPr>
                    </a:p>
                  </a:txBody>
                  <a:tcPr marL="91439" marR="91439" marT="45804" marB="45804">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endParaRPr lang="zh-CN" altLang="en-US" sz="2800" dirty="0">
                        <a:solidFill>
                          <a:srgbClr val="0000CC"/>
                        </a:solidFill>
                      </a:endParaRPr>
                    </a:p>
                  </a:txBody>
                  <a:tcPr marL="91439" marR="91439" marT="45804" marB="45804">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2800" dirty="0" smtClean="0">
                          <a:solidFill>
                            <a:srgbClr val="0000CC"/>
                          </a:solidFill>
                        </a:rPr>
                        <a:t>a</a:t>
                      </a:r>
                      <a:endParaRPr lang="zh-CN" altLang="en-US" sz="2800" dirty="0">
                        <a:solidFill>
                          <a:srgbClr val="0000CC"/>
                        </a:solidFill>
                      </a:endParaRPr>
                    </a:p>
                  </a:txBody>
                  <a:tcPr marL="91439" marR="91439" marT="45804" marB="45804">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2800" dirty="0" smtClean="0">
                          <a:solidFill>
                            <a:srgbClr val="0000CC"/>
                          </a:solidFill>
                        </a:rPr>
                        <a:t>r</a:t>
                      </a:r>
                      <a:endParaRPr lang="zh-CN" altLang="en-US" sz="2800" dirty="0">
                        <a:solidFill>
                          <a:srgbClr val="0000CC"/>
                        </a:solidFill>
                      </a:endParaRPr>
                    </a:p>
                  </a:txBody>
                  <a:tcPr marL="91439" marR="91439" marT="45804" marB="45804">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2800" dirty="0" smtClean="0">
                          <a:solidFill>
                            <a:srgbClr val="0000CC"/>
                          </a:solidFill>
                        </a:rPr>
                        <a:t>e</a:t>
                      </a:r>
                      <a:endParaRPr lang="zh-CN" altLang="en-US" sz="2800" dirty="0">
                        <a:solidFill>
                          <a:srgbClr val="0000CC"/>
                        </a:solidFill>
                      </a:endParaRPr>
                    </a:p>
                  </a:txBody>
                  <a:tcPr marL="91439" marR="91439" marT="45804" marB="45804">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2800" dirty="0" smtClean="0">
                          <a:solidFill>
                            <a:srgbClr val="0000CC"/>
                          </a:solidFill>
                        </a:rPr>
                        <a:t>…</a:t>
                      </a:r>
                      <a:endParaRPr lang="zh-CN" altLang="en-US" sz="2800" dirty="0">
                        <a:solidFill>
                          <a:srgbClr val="0000CC"/>
                        </a:solidFill>
                      </a:endParaRPr>
                    </a:p>
                  </a:txBody>
                  <a:tcPr marL="91439" marR="91439" marT="45804" marB="45804">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endParaRPr lang="zh-CN" altLang="en-US" sz="2800" dirty="0">
                        <a:solidFill>
                          <a:srgbClr val="0000CC"/>
                        </a:solidFill>
                      </a:endParaRPr>
                    </a:p>
                  </a:txBody>
                  <a:tcPr marL="91439" marR="91439" marT="45804" marB="45804">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r>
            </a:tbl>
          </a:graphicData>
        </a:graphic>
      </p:graphicFrame>
      <p:sp>
        <p:nvSpPr>
          <p:cNvPr id="12" name="TextBox 11"/>
          <p:cNvSpPr txBox="1">
            <a:spLocks noChangeArrowheads="1"/>
          </p:cNvSpPr>
          <p:nvPr/>
        </p:nvSpPr>
        <p:spPr bwMode="auto">
          <a:xfrm>
            <a:off x="7643813" y="5000625"/>
            <a:ext cx="785812" cy="523875"/>
          </a:xfrm>
          <a:prstGeom prst="rect">
            <a:avLst/>
          </a:prstGeom>
          <a:noFill/>
          <a:ln w="9525">
            <a:noFill/>
            <a:miter lim="800000"/>
            <a:headEnd/>
            <a:tailEnd/>
          </a:ln>
        </p:spPr>
        <p:txBody>
          <a:bodyPr>
            <a:spAutoFit/>
          </a:bodyPr>
          <a:lstStyle/>
          <a:p>
            <a:pPr>
              <a:defRPr/>
            </a:pPr>
            <a:r>
              <a:rPr lang="en-US" altLang="zh-CN" sz="2800" b="1" dirty="0">
                <a:solidFill>
                  <a:srgbClr val="C00000"/>
                </a:solidFill>
                <a:latin typeface="+mn-lt"/>
                <a:ea typeface="+mn-ea"/>
              </a:rPr>
              <a:t>\0</a:t>
            </a:r>
            <a:endParaRPr lang="zh-CN" altLang="en-US" sz="2800" b="1" dirty="0">
              <a:solidFill>
                <a:srgbClr val="C00000"/>
              </a:solidFill>
              <a:latin typeface="+mn-lt"/>
              <a:ea typeface="+mn-ea"/>
            </a:endParaRPr>
          </a:p>
        </p:txBody>
      </p:sp>
      <p:sp>
        <p:nvSpPr>
          <p:cNvPr id="13" name="TextBox 12"/>
          <p:cNvSpPr txBox="1">
            <a:spLocks noChangeArrowheads="1"/>
          </p:cNvSpPr>
          <p:nvPr/>
        </p:nvSpPr>
        <p:spPr bwMode="auto">
          <a:xfrm>
            <a:off x="7643813" y="5834063"/>
            <a:ext cx="785812" cy="523875"/>
          </a:xfrm>
          <a:prstGeom prst="rect">
            <a:avLst/>
          </a:prstGeom>
          <a:noFill/>
          <a:ln w="9525">
            <a:noFill/>
            <a:miter lim="800000"/>
            <a:headEnd/>
            <a:tailEnd/>
          </a:ln>
        </p:spPr>
        <p:txBody>
          <a:bodyPr>
            <a:spAutoFit/>
          </a:bodyPr>
          <a:lstStyle/>
          <a:p>
            <a:pPr>
              <a:defRPr/>
            </a:pPr>
            <a:r>
              <a:rPr lang="en-US" altLang="zh-CN" sz="2800" b="1" dirty="0">
                <a:solidFill>
                  <a:srgbClr val="0000CC"/>
                </a:solidFill>
                <a:latin typeface="+mn-lt"/>
                <a:ea typeface="+mn-ea"/>
              </a:rPr>
              <a:t>\0</a:t>
            </a:r>
            <a:endParaRPr lang="zh-CN" altLang="en-US" sz="2800" b="1" dirty="0">
              <a:solidFill>
                <a:srgbClr val="0000CC"/>
              </a:solidFill>
              <a:latin typeface="+mn-lt"/>
              <a:ea typeface="+mn-ea"/>
            </a:endParaRPr>
          </a:p>
        </p:txBody>
      </p:sp>
    </p:spTree>
    <p:extLst>
      <p:ext uri="{BB962C8B-B14F-4D97-AF65-F5344CB8AC3E}">
        <p14:creationId xmlns:p14="http://schemas.microsoft.com/office/powerpoint/2010/main" val="1436512867"/>
      </p:ext>
    </p:extLst>
  </p:cSld>
  <p:clrMapOvr>
    <a:masterClrMapping/>
  </p:clrMapOvr>
  <p:transition>
    <p:checker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mph" presetSubtype="0" fill="hold" nodeType="clickEffect">
                                  <p:stCondLst>
                                    <p:cond delay="0"/>
                                  </p:stCondLst>
                                  <p:iterate type="lt">
                                    <p:tmPct val="4000"/>
                                  </p:iterate>
                                  <p:childTnLst>
                                    <p:set>
                                      <p:cBhvr override="childStyle">
                                        <p:cTn id="6" dur="500" fill="hold"/>
                                        <p:tgtEl>
                                          <p:spTgt spid="17411">
                                            <p:txEl>
                                              <p:pRg st="6" end="6"/>
                                            </p:txEl>
                                          </p:spTgt>
                                        </p:tgtEl>
                                        <p:attrNameLst>
                                          <p:attrName>style.color</p:attrName>
                                        </p:attrNameLst>
                                      </p:cBhvr>
                                      <p:to>
                                        <p:clrVal>
                                          <a:srgbClr val="990000"/>
                                        </p:clrVal>
                                      </p:to>
                                    </p:set>
                                    <p:set>
                                      <p:cBhvr>
                                        <p:cTn id="7" dur="500" fill="hold"/>
                                        <p:tgtEl>
                                          <p:spTgt spid="17411">
                                            <p:txEl>
                                              <p:pRg st="6" end="6"/>
                                            </p:txEl>
                                          </p:spTgt>
                                        </p:tgtEl>
                                        <p:attrNameLst>
                                          <p:attrName>fillcolor</p:attrName>
                                        </p:attrNameLst>
                                      </p:cBhvr>
                                      <p:to>
                                        <p:clrVal>
                                          <a:srgbClr val="990000"/>
                                        </p:clrVal>
                                      </p:to>
                                    </p:set>
                                    <p:set>
                                      <p:cBhvr>
                                        <p:cTn id="8" dur="500" fill="hold"/>
                                        <p:tgtEl>
                                          <p:spTgt spid="17411">
                                            <p:txEl>
                                              <p:pRg st="6" end="6"/>
                                            </p:txEl>
                                          </p:spTgt>
                                        </p:tgtEl>
                                        <p:attrNameLst>
                                          <p:attrName>fill.type</p:attrName>
                                        </p:attrNameLst>
                                      </p:cBhvr>
                                      <p:to>
                                        <p:strVal val="solid"/>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3" presetClass="entr" presetSubtype="1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blinds(horizontal)">
                                      <p:cBhvr>
                                        <p:cTn id="13"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1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114690" name="图片 6" descr="Untitled2.png">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459788" y="6237288"/>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5" name="表格 14"/>
          <p:cNvGraphicFramePr>
            <a:graphicFrameLocks noGrp="1"/>
          </p:cNvGraphicFramePr>
          <p:nvPr/>
        </p:nvGraphicFramePr>
        <p:xfrm>
          <a:off x="857250" y="2214563"/>
          <a:ext cx="7215188" cy="2874963"/>
        </p:xfrm>
        <a:graphic>
          <a:graphicData uri="http://schemas.openxmlformats.org/drawingml/2006/table">
            <a:tbl>
              <a:tblPr/>
              <a:tblGrid>
                <a:gridCol w="3608388"/>
                <a:gridCol w="3606800"/>
              </a:tblGrid>
              <a:tr h="500063">
                <a:tc>
                  <a:txBody>
                    <a:bodyPr/>
                    <a:lstStyle>
                      <a:lvl1pPr indent="1069975">
                        <a:spcBef>
                          <a:spcPct val="20000"/>
                        </a:spcBef>
                        <a:buClr>
                          <a:schemeClr val="accent1"/>
                        </a:buClr>
                        <a:buSzPct val="50000"/>
                        <a:buFont typeface="Wingdings 2" pitchFamily="18" charset="2"/>
                        <a:defRPr sz="2800">
                          <a:solidFill>
                            <a:schemeClr val="tx1"/>
                          </a:solidFill>
                          <a:latin typeface="Cambria" pitchFamily="18" charset="0"/>
                          <a:ea typeface="华文楷体" pitchFamily="2" charset="-122"/>
                        </a:defRPr>
                      </a:lvl1pPr>
                      <a:lvl2pPr marL="742950" indent="-285750">
                        <a:spcBef>
                          <a:spcPct val="20000"/>
                        </a:spcBef>
                        <a:buClr>
                          <a:schemeClr val="accent2"/>
                        </a:buClr>
                        <a:buSzPct val="50000"/>
                        <a:buFont typeface="Wingdings 2" pitchFamily="18" charset="2"/>
                        <a:defRPr sz="2400">
                          <a:solidFill>
                            <a:schemeClr val="tx1"/>
                          </a:solidFill>
                          <a:latin typeface="Cambria" pitchFamily="18" charset="0"/>
                          <a:ea typeface="华文楷体" pitchFamily="2" charset="-122"/>
                        </a:defRPr>
                      </a:lvl2pPr>
                      <a:lvl3pPr marL="1143000" indent="-228600">
                        <a:spcBef>
                          <a:spcPct val="20000"/>
                        </a:spcBef>
                        <a:buClr>
                          <a:srgbClr val="7B9B57"/>
                        </a:buClr>
                        <a:buSzPct val="60000"/>
                        <a:buFont typeface="Wingdings 2" pitchFamily="18" charset="2"/>
                        <a:defRPr sz="2000">
                          <a:solidFill>
                            <a:schemeClr val="tx1"/>
                          </a:solidFill>
                          <a:latin typeface="Cambria" pitchFamily="18" charset="0"/>
                          <a:ea typeface="华文楷体" pitchFamily="2" charset="-122"/>
                        </a:defRPr>
                      </a:lvl3pPr>
                      <a:lvl4pPr marL="1600200" indent="-228600">
                        <a:spcBef>
                          <a:spcPct val="20000"/>
                        </a:spcBef>
                        <a:buClr>
                          <a:srgbClr val="8B7396"/>
                        </a:buClr>
                        <a:buSzPct val="45000"/>
                        <a:buFont typeface="Wingdings 2" pitchFamily="18" charset="2"/>
                        <a:defRPr>
                          <a:solidFill>
                            <a:schemeClr val="tx1"/>
                          </a:solidFill>
                          <a:latin typeface="Cambria" pitchFamily="18" charset="0"/>
                          <a:ea typeface="华文楷体" pitchFamily="2" charset="-122"/>
                        </a:defRPr>
                      </a:lvl4pPr>
                      <a:lvl5pPr marL="2057400" indent="-228600">
                        <a:spcBef>
                          <a:spcPct val="20000"/>
                        </a:spcBef>
                        <a:buClr>
                          <a:srgbClr val="E89A53"/>
                        </a:buClr>
                        <a:buFont typeface="Wingdings 2" pitchFamily="18" charset="2"/>
                        <a:defRPr>
                          <a:solidFill>
                            <a:schemeClr val="tx1"/>
                          </a:solidFill>
                          <a:latin typeface="Cambria" pitchFamily="18" charset="0"/>
                          <a:ea typeface="华文楷体" pitchFamily="2" charset="-122"/>
                        </a:defRPr>
                      </a:lvl5pPr>
                      <a:lvl6pPr marL="2514600" indent="-228600" eaLnBrk="0" fontAlgn="base" hangingPunct="0">
                        <a:spcBef>
                          <a:spcPct val="20000"/>
                        </a:spcBef>
                        <a:spcAft>
                          <a:spcPct val="0"/>
                        </a:spcAft>
                        <a:buClr>
                          <a:srgbClr val="E89A53"/>
                        </a:buClr>
                        <a:buFont typeface="Wingdings 2" pitchFamily="18" charset="2"/>
                        <a:defRPr>
                          <a:solidFill>
                            <a:schemeClr val="tx1"/>
                          </a:solidFill>
                          <a:latin typeface="Cambria" pitchFamily="18" charset="0"/>
                          <a:ea typeface="华文楷体" pitchFamily="2" charset="-122"/>
                        </a:defRPr>
                      </a:lvl6pPr>
                      <a:lvl7pPr marL="2971800" indent="-228600" eaLnBrk="0" fontAlgn="base" hangingPunct="0">
                        <a:spcBef>
                          <a:spcPct val="20000"/>
                        </a:spcBef>
                        <a:spcAft>
                          <a:spcPct val="0"/>
                        </a:spcAft>
                        <a:buClr>
                          <a:srgbClr val="E89A53"/>
                        </a:buClr>
                        <a:buFont typeface="Wingdings 2" pitchFamily="18" charset="2"/>
                        <a:defRPr>
                          <a:solidFill>
                            <a:schemeClr val="tx1"/>
                          </a:solidFill>
                          <a:latin typeface="Cambria" pitchFamily="18" charset="0"/>
                          <a:ea typeface="华文楷体" pitchFamily="2" charset="-122"/>
                        </a:defRPr>
                      </a:lvl7pPr>
                      <a:lvl8pPr marL="3429000" indent="-228600" eaLnBrk="0" fontAlgn="base" hangingPunct="0">
                        <a:spcBef>
                          <a:spcPct val="20000"/>
                        </a:spcBef>
                        <a:spcAft>
                          <a:spcPct val="0"/>
                        </a:spcAft>
                        <a:buClr>
                          <a:srgbClr val="E89A53"/>
                        </a:buClr>
                        <a:buFont typeface="Wingdings 2" pitchFamily="18" charset="2"/>
                        <a:defRPr>
                          <a:solidFill>
                            <a:schemeClr val="tx1"/>
                          </a:solidFill>
                          <a:latin typeface="Cambria" pitchFamily="18" charset="0"/>
                          <a:ea typeface="华文楷体" pitchFamily="2" charset="-122"/>
                        </a:defRPr>
                      </a:lvl8pPr>
                      <a:lvl9pPr marL="3886200" indent="-228600" eaLnBrk="0" fontAlgn="base" hangingPunct="0">
                        <a:spcBef>
                          <a:spcPct val="20000"/>
                        </a:spcBef>
                        <a:spcAft>
                          <a:spcPct val="0"/>
                        </a:spcAft>
                        <a:buClr>
                          <a:srgbClr val="E89A53"/>
                        </a:buClr>
                        <a:buFont typeface="Wingdings 2" pitchFamily="18" charset="2"/>
                        <a:defRPr>
                          <a:solidFill>
                            <a:schemeClr val="tx1"/>
                          </a:solidFill>
                          <a:latin typeface="Cambria" pitchFamily="18" charset="0"/>
                          <a:ea typeface="华文楷体" pitchFamily="2" charset="-122"/>
                        </a:defRPr>
                      </a:lvl9pPr>
                    </a:lstStyle>
                    <a:p>
                      <a:pPr marL="0" marR="0" lvl="0" indent="1069975" algn="just" defTabSz="914400" rtl="0" eaLnBrk="1" fontAlgn="base" latinLnBrk="0" hangingPunct="1">
                        <a:lnSpc>
                          <a:spcPct val="100000"/>
                        </a:lnSpc>
                        <a:spcBef>
                          <a:spcPct val="0"/>
                        </a:spcBef>
                        <a:spcAft>
                          <a:spcPct val="0"/>
                        </a:spcAft>
                        <a:buClrTx/>
                        <a:buSzTx/>
                        <a:buFontTx/>
                        <a:buNone/>
                        <a:tabLst/>
                      </a:pPr>
                      <a:r>
                        <a:rPr kumimoji="0" lang="zh-CN" altLang="zh-CN" sz="2800" b="1" i="0" u="none" strike="noStrike" cap="none" normalizeH="0" baseline="0" dirty="0" smtClean="0">
                          <a:ln>
                            <a:noFill/>
                          </a:ln>
                          <a:solidFill>
                            <a:srgbClr val="0070C0"/>
                          </a:solidFill>
                          <a:effectLst/>
                          <a:latin typeface="黑体" pitchFamily="2" charset="-122"/>
                          <a:ea typeface="黑体" pitchFamily="2" charset="-122"/>
                        </a:rPr>
                        <a:t>实</a:t>
                      </a:r>
                      <a:r>
                        <a:rPr kumimoji="0" lang="en-US" altLang="zh-CN" sz="2800" b="1" i="0" u="none" strike="noStrike" cap="none" normalizeH="0" baseline="0" dirty="0" smtClean="0">
                          <a:ln>
                            <a:noFill/>
                          </a:ln>
                          <a:solidFill>
                            <a:srgbClr val="0070C0"/>
                          </a:solidFill>
                          <a:effectLst/>
                          <a:latin typeface="黑体" pitchFamily="2" charset="-122"/>
                          <a:ea typeface="黑体" pitchFamily="2" charset="-122"/>
                        </a:rPr>
                        <a:t>    </a:t>
                      </a:r>
                      <a:r>
                        <a:rPr kumimoji="0" lang="zh-CN" altLang="zh-CN" sz="2800" b="1" i="0" u="none" strike="noStrike" cap="none" normalizeH="0" baseline="0" dirty="0" smtClean="0">
                          <a:ln>
                            <a:noFill/>
                          </a:ln>
                          <a:solidFill>
                            <a:srgbClr val="0070C0"/>
                          </a:solidFill>
                          <a:effectLst/>
                          <a:latin typeface="黑体" pitchFamily="2" charset="-122"/>
                          <a:ea typeface="黑体" pitchFamily="2" charset="-122"/>
                        </a:rPr>
                        <a:t>参</a:t>
                      </a: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indent="1069975">
                        <a:spcBef>
                          <a:spcPct val="20000"/>
                        </a:spcBef>
                        <a:buClr>
                          <a:schemeClr val="accent1"/>
                        </a:buClr>
                        <a:buSzPct val="50000"/>
                        <a:buFont typeface="Wingdings 2" pitchFamily="18" charset="2"/>
                        <a:defRPr sz="2800">
                          <a:solidFill>
                            <a:schemeClr val="tx1"/>
                          </a:solidFill>
                          <a:latin typeface="Cambria" pitchFamily="18" charset="0"/>
                          <a:ea typeface="华文楷体" pitchFamily="2" charset="-122"/>
                        </a:defRPr>
                      </a:lvl1pPr>
                      <a:lvl2pPr marL="742950" indent="-285750">
                        <a:spcBef>
                          <a:spcPct val="20000"/>
                        </a:spcBef>
                        <a:buClr>
                          <a:schemeClr val="accent2"/>
                        </a:buClr>
                        <a:buSzPct val="50000"/>
                        <a:buFont typeface="Wingdings 2" pitchFamily="18" charset="2"/>
                        <a:defRPr sz="2400">
                          <a:solidFill>
                            <a:schemeClr val="tx1"/>
                          </a:solidFill>
                          <a:latin typeface="Cambria" pitchFamily="18" charset="0"/>
                          <a:ea typeface="华文楷体" pitchFamily="2" charset="-122"/>
                        </a:defRPr>
                      </a:lvl2pPr>
                      <a:lvl3pPr marL="1143000" indent="-228600">
                        <a:spcBef>
                          <a:spcPct val="20000"/>
                        </a:spcBef>
                        <a:buClr>
                          <a:srgbClr val="7B9B57"/>
                        </a:buClr>
                        <a:buSzPct val="60000"/>
                        <a:buFont typeface="Wingdings 2" pitchFamily="18" charset="2"/>
                        <a:defRPr sz="2000">
                          <a:solidFill>
                            <a:schemeClr val="tx1"/>
                          </a:solidFill>
                          <a:latin typeface="Cambria" pitchFamily="18" charset="0"/>
                          <a:ea typeface="华文楷体" pitchFamily="2" charset="-122"/>
                        </a:defRPr>
                      </a:lvl3pPr>
                      <a:lvl4pPr marL="1600200" indent="-228600">
                        <a:spcBef>
                          <a:spcPct val="20000"/>
                        </a:spcBef>
                        <a:buClr>
                          <a:srgbClr val="8B7396"/>
                        </a:buClr>
                        <a:buSzPct val="45000"/>
                        <a:buFont typeface="Wingdings 2" pitchFamily="18" charset="2"/>
                        <a:defRPr>
                          <a:solidFill>
                            <a:schemeClr val="tx1"/>
                          </a:solidFill>
                          <a:latin typeface="Cambria" pitchFamily="18" charset="0"/>
                          <a:ea typeface="华文楷体" pitchFamily="2" charset="-122"/>
                        </a:defRPr>
                      </a:lvl4pPr>
                      <a:lvl5pPr marL="2057400" indent="-228600">
                        <a:spcBef>
                          <a:spcPct val="20000"/>
                        </a:spcBef>
                        <a:buClr>
                          <a:srgbClr val="E89A53"/>
                        </a:buClr>
                        <a:buFont typeface="Wingdings 2" pitchFamily="18" charset="2"/>
                        <a:defRPr>
                          <a:solidFill>
                            <a:schemeClr val="tx1"/>
                          </a:solidFill>
                          <a:latin typeface="Cambria" pitchFamily="18" charset="0"/>
                          <a:ea typeface="华文楷体" pitchFamily="2" charset="-122"/>
                        </a:defRPr>
                      </a:lvl5pPr>
                      <a:lvl6pPr marL="2514600" indent="-228600" eaLnBrk="0" fontAlgn="base" hangingPunct="0">
                        <a:spcBef>
                          <a:spcPct val="20000"/>
                        </a:spcBef>
                        <a:spcAft>
                          <a:spcPct val="0"/>
                        </a:spcAft>
                        <a:buClr>
                          <a:srgbClr val="E89A53"/>
                        </a:buClr>
                        <a:buFont typeface="Wingdings 2" pitchFamily="18" charset="2"/>
                        <a:defRPr>
                          <a:solidFill>
                            <a:schemeClr val="tx1"/>
                          </a:solidFill>
                          <a:latin typeface="Cambria" pitchFamily="18" charset="0"/>
                          <a:ea typeface="华文楷体" pitchFamily="2" charset="-122"/>
                        </a:defRPr>
                      </a:lvl6pPr>
                      <a:lvl7pPr marL="2971800" indent="-228600" eaLnBrk="0" fontAlgn="base" hangingPunct="0">
                        <a:spcBef>
                          <a:spcPct val="20000"/>
                        </a:spcBef>
                        <a:spcAft>
                          <a:spcPct val="0"/>
                        </a:spcAft>
                        <a:buClr>
                          <a:srgbClr val="E89A53"/>
                        </a:buClr>
                        <a:buFont typeface="Wingdings 2" pitchFamily="18" charset="2"/>
                        <a:defRPr>
                          <a:solidFill>
                            <a:schemeClr val="tx1"/>
                          </a:solidFill>
                          <a:latin typeface="Cambria" pitchFamily="18" charset="0"/>
                          <a:ea typeface="华文楷体" pitchFamily="2" charset="-122"/>
                        </a:defRPr>
                      </a:lvl7pPr>
                      <a:lvl8pPr marL="3429000" indent="-228600" eaLnBrk="0" fontAlgn="base" hangingPunct="0">
                        <a:spcBef>
                          <a:spcPct val="20000"/>
                        </a:spcBef>
                        <a:spcAft>
                          <a:spcPct val="0"/>
                        </a:spcAft>
                        <a:buClr>
                          <a:srgbClr val="E89A53"/>
                        </a:buClr>
                        <a:buFont typeface="Wingdings 2" pitchFamily="18" charset="2"/>
                        <a:defRPr>
                          <a:solidFill>
                            <a:schemeClr val="tx1"/>
                          </a:solidFill>
                          <a:latin typeface="Cambria" pitchFamily="18" charset="0"/>
                          <a:ea typeface="华文楷体" pitchFamily="2" charset="-122"/>
                        </a:defRPr>
                      </a:lvl8pPr>
                      <a:lvl9pPr marL="3886200" indent="-228600" eaLnBrk="0" fontAlgn="base" hangingPunct="0">
                        <a:spcBef>
                          <a:spcPct val="20000"/>
                        </a:spcBef>
                        <a:spcAft>
                          <a:spcPct val="0"/>
                        </a:spcAft>
                        <a:buClr>
                          <a:srgbClr val="E89A53"/>
                        </a:buClr>
                        <a:buFont typeface="Wingdings 2" pitchFamily="18" charset="2"/>
                        <a:defRPr>
                          <a:solidFill>
                            <a:schemeClr val="tx1"/>
                          </a:solidFill>
                          <a:latin typeface="Cambria" pitchFamily="18" charset="0"/>
                          <a:ea typeface="华文楷体" pitchFamily="2" charset="-122"/>
                        </a:defRPr>
                      </a:lvl9pPr>
                    </a:lstStyle>
                    <a:p>
                      <a:pPr marL="0" marR="0" lvl="0" indent="1069975" algn="just" defTabSz="914400" rtl="0" eaLnBrk="1" fontAlgn="base" latinLnBrk="0" hangingPunct="1">
                        <a:lnSpc>
                          <a:spcPct val="100000"/>
                        </a:lnSpc>
                        <a:spcBef>
                          <a:spcPct val="0"/>
                        </a:spcBef>
                        <a:spcAft>
                          <a:spcPct val="0"/>
                        </a:spcAft>
                        <a:buClrTx/>
                        <a:buSzTx/>
                        <a:buFontTx/>
                        <a:buNone/>
                        <a:tabLst/>
                      </a:pPr>
                      <a:r>
                        <a:rPr kumimoji="0" lang="zh-CN" altLang="zh-CN" sz="2800" b="1" i="0" u="none" strike="noStrike" cap="none" normalizeH="0" baseline="0" smtClean="0">
                          <a:ln>
                            <a:noFill/>
                          </a:ln>
                          <a:solidFill>
                            <a:srgbClr val="0070C0"/>
                          </a:solidFill>
                          <a:effectLst/>
                          <a:latin typeface="黑体" pitchFamily="2" charset="-122"/>
                          <a:ea typeface="黑体" pitchFamily="2" charset="-122"/>
                        </a:rPr>
                        <a:t>形</a:t>
                      </a:r>
                      <a:r>
                        <a:rPr kumimoji="0" lang="en-US" altLang="zh-CN" sz="2800" b="1" i="0" u="none" strike="noStrike" cap="none" normalizeH="0" baseline="0" smtClean="0">
                          <a:ln>
                            <a:noFill/>
                          </a:ln>
                          <a:solidFill>
                            <a:srgbClr val="0070C0"/>
                          </a:solidFill>
                          <a:effectLst/>
                          <a:latin typeface="黑体" pitchFamily="2" charset="-122"/>
                          <a:ea typeface="黑体" pitchFamily="2" charset="-122"/>
                        </a:rPr>
                        <a:t>   </a:t>
                      </a:r>
                      <a:r>
                        <a:rPr kumimoji="0" lang="zh-CN" altLang="zh-CN" sz="2800" b="1" i="0" u="none" strike="noStrike" cap="none" normalizeH="0" baseline="0" smtClean="0">
                          <a:ln>
                            <a:noFill/>
                          </a:ln>
                          <a:solidFill>
                            <a:srgbClr val="0070C0"/>
                          </a:solidFill>
                          <a:effectLst/>
                          <a:latin typeface="黑体" pitchFamily="2" charset="-122"/>
                          <a:ea typeface="黑体" pitchFamily="2" charset="-122"/>
                        </a:rPr>
                        <a:t>参</a:t>
                      </a: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593725">
                <a:tc>
                  <a:txBody>
                    <a:bodyPr/>
                    <a:lstStyle>
                      <a:lvl1pPr>
                        <a:spcBef>
                          <a:spcPct val="20000"/>
                        </a:spcBef>
                        <a:buClr>
                          <a:schemeClr val="accent1"/>
                        </a:buClr>
                        <a:buSzPct val="50000"/>
                        <a:buFont typeface="Wingdings 2" pitchFamily="18" charset="2"/>
                        <a:defRPr sz="2800">
                          <a:solidFill>
                            <a:schemeClr val="tx1"/>
                          </a:solidFill>
                          <a:latin typeface="Cambria" pitchFamily="18" charset="0"/>
                          <a:ea typeface="华文楷体" pitchFamily="2" charset="-122"/>
                        </a:defRPr>
                      </a:lvl1pPr>
                      <a:lvl2pPr marL="742950" indent="-285750">
                        <a:spcBef>
                          <a:spcPct val="20000"/>
                        </a:spcBef>
                        <a:buClr>
                          <a:schemeClr val="accent2"/>
                        </a:buClr>
                        <a:buSzPct val="50000"/>
                        <a:buFont typeface="Wingdings 2" pitchFamily="18" charset="2"/>
                        <a:defRPr sz="2400">
                          <a:solidFill>
                            <a:schemeClr val="tx1"/>
                          </a:solidFill>
                          <a:latin typeface="Cambria" pitchFamily="18" charset="0"/>
                          <a:ea typeface="华文楷体" pitchFamily="2" charset="-122"/>
                        </a:defRPr>
                      </a:lvl2pPr>
                      <a:lvl3pPr marL="1143000" indent="-228600">
                        <a:spcBef>
                          <a:spcPct val="20000"/>
                        </a:spcBef>
                        <a:buClr>
                          <a:srgbClr val="7B9B57"/>
                        </a:buClr>
                        <a:buSzPct val="60000"/>
                        <a:buFont typeface="Wingdings 2" pitchFamily="18" charset="2"/>
                        <a:defRPr sz="2000">
                          <a:solidFill>
                            <a:schemeClr val="tx1"/>
                          </a:solidFill>
                          <a:latin typeface="Cambria" pitchFamily="18" charset="0"/>
                          <a:ea typeface="华文楷体" pitchFamily="2" charset="-122"/>
                        </a:defRPr>
                      </a:lvl3pPr>
                      <a:lvl4pPr marL="1600200" indent="-228600">
                        <a:spcBef>
                          <a:spcPct val="20000"/>
                        </a:spcBef>
                        <a:buClr>
                          <a:srgbClr val="8B7396"/>
                        </a:buClr>
                        <a:buSzPct val="45000"/>
                        <a:buFont typeface="Wingdings 2" pitchFamily="18" charset="2"/>
                        <a:defRPr>
                          <a:solidFill>
                            <a:schemeClr val="tx1"/>
                          </a:solidFill>
                          <a:latin typeface="Cambria" pitchFamily="18" charset="0"/>
                          <a:ea typeface="华文楷体" pitchFamily="2" charset="-122"/>
                        </a:defRPr>
                      </a:lvl4pPr>
                      <a:lvl5pPr marL="2057400" indent="-228600">
                        <a:spcBef>
                          <a:spcPct val="20000"/>
                        </a:spcBef>
                        <a:buClr>
                          <a:srgbClr val="E89A53"/>
                        </a:buClr>
                        <a:buFont typeface="Wingdings 2" pitchFamily="18" charset="2"/>
                        <a:defRPr>
                          <a:solidFill>
                            <a:schemeClr val="tx1"/>
                          </a:solidFill>
                          <a:latin typeface="Cambria" pitchFamily="18" charset="0"/>
                          <a:ea typeface="华文楷体" pitchFamily="2" charset="-122"/>
                        </a:defRPr>
                      </a:lvl5pPr>
                      <a:lvl6pPr marL="2514600" indent="-228600" eaLnBrk="0" fontAlgn="base" hangingPunct="0">
                        <a:spcBef>
                          <a:spcPct val="20000"/>
                        </a:spcBef>
                        <a:spcAft>
                          <a:spcPct val="0"/>
                        </a:spcAft>
                        <a:buClr>
                          <a:srgbClr val="E89A53"/>
                        </a:buClr>
                        <a:buFont typeface="Wingdings 2" pitchFamily="18" charset="2"/>
                        <a:defRPr>
                          <a:solidFill>
                            <a:schemeClr val="tx1"/>
                          </a:solidFill>
                          <a:latin typeface="Cambria" pitchFamily="18" charset="0"/>
                          <a:ea typeface="华文楷体" pitchFamily="2" charset="-122"/>
                        </a:defRPr>
                      </a:lvl6pPr>
                      <a:lvl7pPr marL="2971800" indent="-228600" eaLnBrk="0" fontAlgn="base" hangingPunct="0">
                        <a:spcBef>
                          <a:spcPct val="20000"/>
                        </a:spcBef>
                        <a:spcAft>
                          <a:spcPct val="0"/>
                        </a:spcAft>
                        <a:buClr>
                          <a:srgbClr val="E89A53"/>
                        </a:buClr>
                        <a:buFont typeface="Wingdings 2" pitchFamily="18" charset="2"/>
                        <a:defRPr>
                          <a:solidFill>
                            <a:schemeClr val="tx1"/>
                          </a:solidFill>
                          <a:latin typeface="Cambria" pitchFamily="18" charset="0"/>
                          <a:ea typeface="华文楷体" pitchFamily="2" charset="-122"/>
                        </a:defRPr>
                      </a:lvl7pPr>
                      <a:lvl8pPr marL="3429000" indent="-228600" eaLnBrk="0" fontAlgn="base" hangingPunct="0">
                        <a:spcBef>
                          <a:spcPct val="20000"/>
                        </a:spcBef>
                        <a:spcAft>
                          <a:spcPct val="0"/>
                        </a:spcAft>
                        <a:buClr>
                          <a:srgbClr val="E89A53"/>
                        </a:buClr>
                        <a:buFont typeface="Wingdings 2" pitchFamily="18" charset="2"/>
                        <a:defRPr>
                          <a:solidFill>
                            <a:schemeClr val="tx1"/>
                          </a:solidFill>
                          <a:latin typeface="Cambria" pitchFamily="18" charset="0"/>
                          <a:ea typeface="华文楷体" pitchFamily="2" charset="-122"/>
                        </a:defRPr>
                      </a:lvl8pPr>
                      <a:lvl9pPr marL="3886200" indent="-228600" eaLnBrk="0" fontAlgn="base" hangingPunct="0">
                        <a:spcBef>
                          <a:spcPct val="20000"/>
                        </a:spcBef>
                        <a:spcAft>
                          <a:spcPct val="0"/>
                        </a:spcAft>
                        <a:buClr>
                          <a:srgbClr val="E89A53"/>
                        </a:buClr>
                        <a:buFont typeface="Wingdings 2" pitchFamily="18" charset="2"/>
                        <a:defRPr>
                          <a:solidFill>
                            <a:schemeClr val="tx1"/>
                          </a:solidFill>
                          <a:latin typeface="Cambria" pitchFamily="18" charset="0"/>
                          <a:ea typeface="华文楷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2800" b="0" i="0" u="none" strike="noStrike" cap="none" normalizeH="0" baseline="0" dirty="0" smtClean="0">
                          <a:ln>
                            <a:noFill/>
                          </a:ln>
                          <a:solidFill>
                            <a:schemeClr val="tx1"/>
                          </a:solidFill>
                          <a:effectLst/>
                          <a:latin typeface="黑体" pitchFamily="2" charset="-122"/>
                          <a:ea typeface="黑体" pitchFamily="2" charset="-122"/>
                        </a:rPr>
                        <a:t>字符数组名</a:t>
                      </a: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50000"/>
                        <a:buFont typeface="Wingdings 2" pitchFamily="18" charset="2"/>
                        <a:defRPr sz="2800">
                          <a:solidFill>
                            <a:schemeClr val="tx1"/>
                          </a:solidFill>
                          <a:latin typeface="Cambria" pitchFamily="18" charset="0"/>
                          <a:ea typeface="华文楷体" pitchFamily="2" charset="-122"/>
                        </a:defRPr>
                      </a:lvl1pPr>
                      <a:lvl2pPr marL="742950" indent="-285750">
                        <a:spcBef>
                          <a:spcPct val="20000"/>
                        </a:spcBef>
                        <a:buClr>
                          <a:schemeClr val="accent2"/>
                        </a:buClr>
                        <a:buSzPct val="50000"/>
                        <a:buFont typeface="Wingdings 2" pitchFamily="18" charset="2"/>
                        <a:defRPr sz="2400">
                          <a:solidFill>
                            <a:schemeClr val="tx1"/>
                          </a:solidFill>
                          <a:latin typeface="Cambria" pitchFamily="18" charset="0"/>
                          <a:ea typeface="华文楷体" pitchFamily="2" charset="-122"/>
                        </a:defRPr>
                      </a:lvl2pPr>
                      <a:lvl3pPr marL="1143000" indent="-228600">
                        <a:spcBef>
                          <a:spcPct val="20000"/>
                        </a:spcBef>
                        <a:buClr>
                          <a:srgbClr val="7B9B57"/>
                        </a:buClr>
                        <a:buSzPct val="60000"/>
                        <a:buFont typeface="Wingdings 2" pitchFamily="18" charset="2"/>
                        <a:defRPr sz="2000">
                          <a:solidFill>
                            <a:schemeClr val="tx1"/>
                          </a:solidFill>
                          <a:latin typeface="Cambria" pitchFamily="18" charset="0"/>
                          <a:ea typeface="华文楷体" pitchFamily="2" charset="-122"/>
                        </a:defRPr>
                      </a:lvl3pPr>
                      <a:lvl4pPr marL="1600200" indent="-228600">
                        <a:spcBef>
                          <a:spcPct val="20000"/>
                        </a:spcBef>
                        <a:buClr>
                          <a:srgbClr val="8B7396"/>
                        </a:buClr>
                        <a:buSzPct val="45000"/>
                        <a:buFont typeface="Wingdings 2" pitchFamily="18" charset="2"/>
                        <a:defRPr>
                          <a:solidFill>
                            <a:schemeClr val="tx1"/>
                          </a:solidFill>
                          <a:latin typeface="Cambria" pitchFamily="18" charset="0"/>
                          <a:ea typeface="华文楷体" pitchFamily="2" charset="-122"/>
                        </a:defRPr>
                      </a:lvl4pPr>
                      <a:lvl5pPr marL="2057400" indent="-228600">
                        <a:spcBef>
                          <a:spcPct val="20000"/>
                        </a:spcBef>
                        <a:buClr>
                          <a:srgbClr val="E89A53"/>
                        </a:buClr>
                        <a:buFont typeface="Wingdings 2" pitchFamily="18" charset="2"/>
                        <a:defRPr>
                          <a:solidFill>
                            <a:schemeClr val="tx1"/>
                          </a:solidFill>
                          <a:latin typeface="Cambria" pitchFamily="18" charset="0"/>
                          <a:ea typeface="华文楷体" pitchFamily="2" charset="-122"/>
                        </a:defRPr>
                      </a:lvl5pPr>
                      <a:lvl6pPr marL="2514600" indent="-228600" eaLnBrk="0" fontAlgn="base" hangingPunct="0">
                        <a:spcBef>
                          <a:spcPct val="20000"/>
                        </a:spcBef>
                        <a:spcAft>
                          <a:spcPct val="0"/>
                        </a:spcAft>
                        <a:buClr>
                          <a:srgbClr val="E89A53"/>
                        </a:buClr>
                        <a:buFont typeface="Wingdings 2" pitchFamily="18" charset="2"/>
                        <a:defRPr>
                          <a:solidFill>
                            <a:schemeClr val="tx1"/>
                          </a:solidFill>
                          <a:latin typeface="Cambria" pitchFamily="18" charset="0"/>
                          <a:ea typeface="华文楷体" pitchFamily="2" charset="-122"/>
                        </a:defRPr>
                      </a:lvl6pPr>
                      <a:lvl7pPr marL="2971800" indent="-228600" eaLnBrk="0" fontAlgn="base" hangingPunct="0">
                        <a:spcBef>
                          <a:spcPct val="20000"/>
                        </a:spcBef>
                        <a:spcAft>
                          <a:spcPct val="0"/>
                        </a:spcAft>
                        <a:buClr>
                          <a:srgbClr val="E89A53"/>
                        </a:buClr>
                        <a:buFont typeface="Wingdings 2" pitchFamily="18" charset="2"/>
                        <a:defRPr>
                          <a:solidFill>
                            <a:schemeClr val="tx1"/>
                          </a:solidFill>
                          <a:latin typeface="Cambria" pitchFamily="18" charset="0"/>
                          <a:ea typeface="华文楷体" pitchFamily="2" charset="-122"/>
                        </a:defRPr>
                      </a:lvl7pPr>
                      <a:lvl8pPr marL="3429000" indent="-228600" eaLnBrk="0" fontAlgn="base" hangingPunct="0">
                        <a:spcBef>
                          <a:spcPct val="20000"/>
                        </a:spcBef>
                        <a:spcAft>
                          <a:spcPct val="0"/>
                        </a:spcAft>
                        <a:buClr>
                          <a:srgbClr val="E89A53"/>
                        </a:buClr>
                        <a:buFont typeface="Wingdings 2" pitchFamily="18" charset="2"/>
                        <a:defRPr>
                          <a:solidFill>
                            <a:schemeClr val="tx1"/>
                          </a:solidFill>
                          <a:latin typeface="Cambria" pitchFamily="18" charset="0"/>
                          <a:ea typeface="华文楷体" pitchFamily="2" charset="-122"/>
                        </a:defRPr>
                      </a:lvl8pPr>
                      <a:lvl9pPr marL="3886200" indent="-228600" eaLnBrk="0" fontAlgn="base" hangingPunct="0">
                        <a:spcBef>
                          <a:spcPct val="20000"/>
                        </a:spcBef>
                        <a:spcAft>
                          <a:spcPct val="0"/>
                        </a:spcAft>
                        <a:buClr>
                          <a:srgbClr val="E89A53"/>
                        </a:buClr>
                        <a:buFont typeface="Wingdings 2" pitchFamily="18" charset="2"/>
                        <a:defRPr>
                          <a:solidFill>
                            <a:schemeClr val="tx1"/>
                          </a:solidFill>
                          <a:latin typeface="Cambria" pitchFamily="18" charset="0"/>
                          <a:ea typeface="华文楷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2800" b="0" i="0" u="none" strike="noStrike" cap="none" normalizeH="0" baseline="0" smtClean="0">
                          <a:ln>
                            <a:noFill/>
                          </a:ln>
                          <a:solidFill>
                            <a:schemeClr val="tx1"/>
                          </a:solidFill>
                          <a:effectLst/>
                          <a:latin typeface="黑体" pitchFamily="2" charset="-122"/>
                          <a:ea typeface="黑体" pitchFamily="2" charset="-122"/>
                        </a:rPr>
                        <a:t>字符数组名</a:t>
                      </a: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593725">
                <a:tc>
                  <a:txBody>
                    <a:bodyPr/>
                    <a:lstStyle>
                      <a:lvl1pPr>
                        <a:spcBef>
                          <a:spcPct val="20000"/>
                        </a:spcBef>
                        <a:buClr>
                          <a:schemeClr val="accent1"/>
                        </a:buClr>
                        <a:buSzPct val="50000"/>
                        <a:buFont typeface="Wingdings 2" pitchFamily="18" charset="2"/>
                        <a:defRPr sz="2800">
                          <a:solidFill>
                            <a:schemeClr val="tx1"/>
                          </a:solidFill>
                          <a:latin typeface="Cambria" pitchFamily="18" charset="0"/>
                          <a:ea typeface="华文楷体" pitchFamily="2" charset="-122"/>
                        </a:defRPr>
                      </a:lvl1pPr>
                      <a:lvl2pPr marL="742950" indent="-285750">
                        <a:spcBef>
                          <a:spcPct val="20000"/>
                        </a:spcBef>
                        <a:buClr>
                          <a:schemeClr val="accent2"/>
                        </a:buClr>
                        <a:buSzPct val="50000"/>
                        <a:buFont typeface="Wingdings 2" pitchFamily="18" charset="2"/>
                        <a:defRPr sz="2400">
                          <a:solidFill>
                            <a:schemeClr val="tx1"/>
                          </a:solidFill>
                          <a:latin typeface="Cambria" pitchFamily="18" charset="0"/>
                          <a:ea typeface="华文楷体" pitchFamily="2" charset="-122"/>
                        </a:defRPr>
                      </a:lvl2pPr>
                      <a:lvl3pPr marL="1143000" indent="-228600">
                        <a:spcBef>
                          <a:spcPct val="20000"/>
                        </a:spcBef>
                        <a:buClr>
                          <a:srgbClr val="7B9B57"/>
                        </a:buClr>
                        <a:buSzPct val="60000"/>
                        <a:buFont typeface="Wingdings 2" pitchFamily="18" charset="2"/>
                        <a:defRPr sz="2000">
                          <a:solidFill>
                            <a:schemeClr val="tx1"/>
                          </a:solidFill>
                          <a:latin typeface="Cambria" pitchFamily="18" charset="0"/>
                          <a:ea typeface="华文楷体" pitchFamily="2" charset="-122"/>
                        </a:defRPr>
                      </a:lvl3pPr>
                      <a:lvl4pPr marL="1600200" indent="-228600">
                        <a:spcBef>
                          <a:spcPct val="20000"/>
                        </a:spcBef>
                        <a:buClr>
                          <a:srgbClr val="8B7396"/>
                        </a:buClr>
                        <a:buSzPct val="45000"/>
                        <a:buFont typeface="Wingdings 2" pitchFamily="18" charset="2"/>
                        <a:defRPr>
                          <a:solidFill>
                            <a:schemeClr val="tx1"/>
                          </a:solidFill>
                          <a:latin typeface="Cambria" pitchFamily="18" charset="0"/>
                          <a:ea typeface="华文楷体" pitchFamily="2" charset="-122"/>
                        </a:defRPr>
                      </a:lvl4pPr>
                      <a:lvl5pPr marL="2057400" indent="-228600">
                        <a:spcBef>
                          <a:spcPct val="20000"/>
                        </a:spcBef>
                        <a:buClr>
                          <a:srgbClr val="E89A53"/>
                        </a:buClr>
                        <a:buFont typeface="Wingdings 2" pitchFamily="18" charset="2"/>
                        <a:defRPr>
                          <a:solidFill>
                            <a:schemeClr val="tx1"/>
                          </a:solidFill>
                          <a:latin typeface="Cambria" pitchFamily="18" charset="0"/>
                          <a:ea typeface="华文楷体" pitchFamily="2" charset="-122"/>
                        </a:defRPr>
                      </a:lvl5pPr>
                      <a:lvl6pPr marL="2514600" indent="-228600" eaLnBrk="0" fontAlgn="base" hangingPunct="0">
                        <a:spcBef>
                          <a:spcPct val="20000"/>
                        </a:spcBef>
                        <a:spcAft>
                          <a:spcPct val="0"/>
                        </a:spcAft>
                        <a:buClr>
                          <a:srgbClr val="E89A53"/>
                        </a:buClr>
                        <a:buFont typeface="Wingdings 2" pitchFamily="18" charset="2"/>
                        <a:defRPr>
                          <a:solidFill>
                            <a:schemeClr val="tx1"/>
                          </a:solidFill>
                          <a:latin typeface="Cambria" pitchFamily="18" charset="0"/>
                          <a:ea typeface="华文楷体" pitchFamily="2" charset="-122"/>
                        </a:defRPr>
                      </a:lvl6pPr>
                      <a:lvl7pPr marL="2971800" indent="-228600" eaLnBrk="0" fontAlgn="base" hangingPunct="0">
                        <a:spcBef>
                          <a:spcPct val="20000"/>
                        </a:spcBef>
                        <a:spcAft>
                          <a:spcPct val="0"/>
                        </a:spcAft>
                        <a:buClr>
                          <a:srgbClr val="E89A53"/>
                        </a:buClr>
                        <a:buFont typeface="Wingdings 2" pitchFamily="18" charset="2"/>
                        <a:defRPr>
                          <a:solidFill>
                            <a:schemeClr val="tx1"/>
                          </a:solidFill>
                          <a:latin typeface="Cambria" pitchFamily="18" charset="0"/>
                          <a:ea typeface="华文楷体" pitchFamily="2" charset="-122"/>
                        </a:defRPr>
                      </a:lvl7pPr>
                      <a:lvl8pPr marL="3429000" indent="-228600" eaLnBrk="0" fontAlgn="base" hangingPunct="0">
                        <a:spcBef>
                          <a:spcPct val="20000"/>
                        </a:spcBef>
                        <a:spcAft>
                          <a:spcPct val="0"/>
                        </a:spcAft>
                        <a:buClr>
                          <a:srgbClr val="E89A53"/>
                        </a:buClr>
                        <a:buFont typeface="Wingdings 2" pitchFamily="18" charset="2"/>
                        <a:defRPr>
                          <a:solidFill>
                            <a:schemeClr val="tx1"/>
                          </a:solidFill>
                          <a:latin typeface="Cambria" pitchFamily="18" charset="0"/>
                          <a:ea typeface="华文楷体" pitchFamily="2" charset="-122"/>
                        </a:defRPr>
                      </a:lvl8pPr>
                      <a:lvl9pPr marL="3886200" indent="-228600" eaLnBrk="0" fontAlgn="base" hangingPunct="0">
                        <a:spcBef>
                          <a:spcPct val="20000"/>
                        </a:spcBef>
                        <a:spcAft>
                          <a:spcPct val="0"/>
                        </a:spcAft>
                        <a:buClr>
                          <a:srgbClr val="E89A53"/>
                        </a:buClr>
                        <a:buFont typeface="Wingdings 2" pitchFamily="18" charset="2"/>
                        <a:defRPr>
                          <a:solidFill>
                            <a:schemeClr val="tx1"/>
                          </a:solidFill>
                          <a:latin typeface="Cambria" pitchFamily="18" charset="0"/>
                          <a:ea typeface="华文楷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2800" b="0" i="0" u="none" strike="noStrike" cap="none" normalizeH="0" baseline="0" dirty="0" smtClean="0">
                          <a:ln>
                            <a:noFill/>
                          </a:ln>
                          <a:solidFill>
                            <a:schemeClr val="tx1"/>
                          </a:solidFill>
                          <a:effectLst/>
                          <a:latin typeface="黑体" pitchFamily="2" charset="-122"/>
                          <a:ea typeface="黑体" pitchFamily="2" charset="-122"/>
                        </a:rPr>
                        <a:t>字符数组名</a:t>
                      </a: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50000"/>
                        <a:buFont typeface="Wingdings 2" pitchFamily="18" charset="2"/>
                        <a:defRPr sz="2800">
                          <a:solidFill>
                            <a:schemeClr val="tx1"/>
                          </a:solidFill>
                          <a:latin typeface="Cambria" pitchFamily="18" charset="0"/>
                          <a:ea typeface="华文楷体" pitchFamily="2" charset="-122"/>
                        </a:defRPr>
                      </a:lvl1pPr>
                      <a:lvl2pPr marL="742950" indent="-285750">
                        <a:spcBef>
                          <a:spcPct val="20000"/>
                        </a:spcBef>
                        <a:buClr>
                          <a:schemeClr val="accent2"/>
                        </a:buClr>
                        <a:buSzPct val="50000"/>
                        <a:buFont typeface="Wingdings 2" pitchFamily="18" charset="2"/>
                        <a:defRPr sz="2400">
                          <a:solidFill>
                            <a:schemeClr val="tx1"/>
                          </a:solidFill>
                          <a:latin typeface="Cambria" pitchFamily="18" charset="0"/>
                          <a:ea typeface="华文楷体" pitchFamily="2" charset="-122"/>
                        </a:defRPr>
                      </a:lvl2pPr>
                      <a:lvl3pPr marL="1143000" indent="-228600">
                        <a:spcBef>
                          <a:spcPct val="20000"/>
                        </a:spcBef>
                        <a:buClr>
                          <a:srgbClr val="7B9B57"/>
                        </a:buClr>
                        <a:buSzPct val="60000"/>
                        <a:buFont typeface="Wingdings 2" pitchFamily="18" charset="2"/>
                        <a:defRPr sz="2000">
                          <a:solidFill>
                            <a:schemeClr val="tx1"/>
                          </a:solidFill>
                          <a:latin typeface="Cambria" pitchFamily="18" charset="0"/>
                          <a:ea typeface="华文楷体" pitchFamily="2" charset="-122"/>
                        </a:defRPr>
                      </a:lvl3pPr>
                      <a:lvl4pPr marL="1600200" indent="-228600">
                        <a:spcBef>
                          <a:spcPct val="20000"/>
                        </a:spcBef>
                        <a:buClr>
                          <a:srgbClr val="8B7396"/>
                        </a:buClr>
                        <a:buSzPct val="45000"/>
                        <a:buFont typeface="Wingdings 2" pitchFamily="18" charset="2"/>
                        <a:defRPr>
                          <a:solidFill>
                            <a:schemeClr val="tx1"/>
                          </a:solidFill>
                          <a:latin typeface="Cambria" pitchFamily="18" charset="0"/>
                          <a:ea typeface="华文楷体" pitchFamily="2" charset="-122"/>
                        </a:defRPr>
                      </a:lvl4pPr>
                      <a:lvl5pPr marL="2057400" indent="-228600">
                        <a:spcBef>
                          <a:spcPct val="20000"/>
                        </a:spcBef>
                        <a:buClr>
                          <a:srgbClr val="E89A53"/>
                        </a:buClr>
                        <a:buFont typeface="Wingdings 2" pitchFamily="18" charset="2"/>
                        <a:defRPr>
                          <a:solidFill>
                            <a:schemeClr val="tx1"/>
                          </a:solidFill>
                          <a:latin typeface="Cambria" pitchFamily="18" charset="0"/>
                          <a:ea typeface="华文楷体" pitchFamily="2" charset="-122"/>
                        </a:defRPr>
                      </a:lvl5pPr>
                      <a:lvl6pPr marL="2514600" indent="-228600" eaLnBrk="0" fontAlgn="base" hangingPunct="0">
                        <a:spcBef>
                          <a:spcPct val="20000"/>
                        </a:spcBef>
                        <a:spcAft>
                          <a:spcPct val="0"/>
                        </a:spcAft>
                        <a:buClr>
                          <a:srgbClr val="E89A53"/>
                        </a:buClr>
                        <a:buFont typeface="Wingdings 2" pitchFamily="18" charset="2"/>
                        <a:defRPr>
                          <a:solidFill>
                            <a:schemeClr val="tx1"/>
                          </a:solidFill>
                          <a:latin typeface="Cambria" pitchFamily="18" charset="0"/>
                          <a:ea typeface="华文楷体" pitchFamily="2" charset="-122"/>
                        </a:defRPr>
                      </a:lvl6pPr>
                      <a:lvl7pPr marL="2971800" indent="-228600" eaLnBrk="0" fontAlgn="base" hangingPunct="0">
                        <a:spcBef>
                          <a:spcPct val="20000"/>
                        </a:spcBef>
                        <a:spcAft>
                          <a:spcPct val="0"/>
                        </a:spcAft>
                        <a:buClr>
                          <a:srgbClr val="E89A53"/>
                        </a:buClr>
                        <a:buFont typeface="Wingdings 2" pitchFamily="18" charset="2"/>
                        <a:defRPr>
                          <a:solidFill>
                            <a:schemeClr val="tx1"/>
                          </a:solidFill>
                          <a:latin typeface="Cambria" pitchFamily="18" charset="0"/>
                          <a:ea typeface="华文楷体" pitchFamily="2" charset="-122"/>
                        </a:defRPr>
                      </a:lvl7pPr>
                      <a:lvl8pPr marL="3429000" indent="-228600" eaLnBrk="0" fontAlgn="base" hangingPunct="0">
                        <a:spcBef>
                          <a:spcPct val="20000"/>
                        </a:spcBef>
                        <a:spcAft>
                          <a:spcPct val="0"/>
                        </a:spcAft>
                        <a:buClr>
                          <a:srgbClr val="E89A53"/>
                        </a:buClr>
                        <a:buFont typeface="Wingdings 2" pitchFamily="18" charset="2"/>
                        <a:defRPr>
                          <a:solidFill>
                            <a:schemeClr val="tx1"/>
                          </a:solidFill>
                          <a:latin typeface="Cambria" pitchFamily="18" charset="0"/>
                          <a:ea typeface="华文楷体" pitchFamily="2" charset="-122"/>
                        </a:defRPr>
                      </a:lvl8pPr>
                      <a:lvl9pPr marL="3886200" indent="-228600" eaLnBrk="0" fontAlgn="base" hangingPunct="0">
                        <a:spcBef>
                          <a:spcPct val="20000"/>
                        </a:spcBef>
                        <a:spcAft>
                          <a:spcPct val="0"/>
                        </a:spcAft>
                        <a:buClr>
                          <a:srgbClr val="E89A53"/>
                        </a:buClr>
                        <a:buFont typeface="Wingdings 2" pitchFamily="18" charset="2"/>
                        <a:defRPr>
                          <a:solidFill>
                            <a:schemeClr val="tx1"/>
                          </a:solidFill>
                          <a:latin typeface="Cambria" pitchFamily="18" charset="0"/>
                          <a:ea typeface="华文楷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2800" b="0" i="0" u="none" strike="noStrike" cap="none" normalizeH="0" baseline="0" smtClean="0">
                          <a:ln>
                            <a:noFill/>
                          </a:ln>
                          <a:solidFill>
                            <a:schemeClr val="tx1"/>
                          </a:solidFill>
                          <a:effectLst/>
                          <a:latin typeface="黑体" pitchFamily="2" charset="-122"/>
                          <a:ea typeface="黑体" pitchFamily="2" charset="-122"/>
                        </a:rPr>
                        <a:t>字符指针变量</a:t>
                      </a: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593725">
                <a:tc>
                  <a:txBody>
                    <a:bodyPr/>
                    <a:lstStyle>
                      <a:lvl1pPr>
                        <a:spcBef>
                          <a:spcPct val="20000"/>
                        </a:spcBef>
                        <a:buClr>
                          <a:schemeClr val="accent1"/>
                        </a:buClr>
                        <a:buSzPct val="50000"/>
                        <a:buFont typeface="Wingdings 2" pitchFamily="18" charset="2"/>
                        <a:defRPr sz="2800">
                          <a:solidFill>
                            <a:schemeClr val="tx1"/>
                          </a:solidFill>
                          <a:latin typeface="Cambria" pitchFamily="18" charset="0"/>
                          <a:ea typeface="华文楷体" pitchFamily="2" charset="-122"/>
                        </a:defRPr>
                      </a:lvl1pPr>
                      <a:lvl2pPr marL="742950" indent="-285750">
                        <a:spcBef>
                          <a:spcPct val="20000"/>
                        </a:spcBef>
                        <a:buClr>
                          <a:schemeClr val="accent2"/>
                        </a:buClr>
                        <a:buSzPct val="50000"/>
                        <a:buFont typeface="Wingdings 2" pitchFamily="18" charset="2"/>
                        <a:defRPr sz="2400">
                          <a:solidFill>
                            <a:schemeClr val="tx1"/>
                          </a:solidFill>
                          <a:latin typeface="Cambria" pitchFamily="18" charset="0"/>
                          <a:ea typeface="华文楷体" pitchFamily="2" charset="-122"/>
                        </a:defRPr>
                      </a:lvl2pPr>
                      <a:lvl3pPr marL="1143000" indent="-228600">
                        <a:spcBef>
                          <a:spcPct val="20000"/>
                        </a:spcBef>
                        <a:buClr>
                          <a:srgbClr val="7B9B57"/>
                        </a:buClr>
                        <a:buSzPct val="60000"/>
                        <a:buFont typeface="Wingdings 2" pitchFamily="18" charset="2"/>
                        <a:defRPr sz="2000">
                          <a:solidFill>
                            <a:schemeClr val="tx1"/>
                          </a:solidFill>
                          <a:latin typeface="Cambria" pitchFamily="18" charset="0"/>
                          <a:ea typeface="华文楷体" pitchFamily="2" charset="-122"/>
                        </a:defRPr>
                      </a:lvl3pPr>
                      <a:lvl4pPr marL="1600200" indent="-228600">
                        <a:spcBef>
                          <a:spcPct val="20000"/>
                        </a:spcBef>
                        <a:buClr>
                          <a:srgbClr val="8B7396"/>
                        </a:buClr>
                        <a:buSzPct val="45000"/>
                        <a:buFont typeface="Wingdings 2" pitchFamily="18" charset="2"/>
                        <a:defRPr>
                          <a:solidFill>
                            <a:schemeClr val="tx1"/>
                          </a:solidFill>
                          <a:latin typeface="Cambria" pitchFamily="18" charset="0"/>
                          <a:ea typeface="华文楷体" pitchFamily="2" charset="-122"/>
                        </a:defRPr>
                      </a:lvl4pPr>
                      <a:lvl5pPr marL="2057400" indent="-228600">
                        <a:spcBef>
                          <a:spcPct val="20000"/>
                        </a:spcBef>
                        <a:buClr>
                          <a:srgbClr val="E89A53"/>
                        </a:buClr>
                        <a:buFont typeface="Wingdings 2" pitchFamily="18" charset="2"/>
                        <a:defRPr>
                          <a:solidFill>
                            <a:schemeClr val="tx1"/>
                          </a:solidFill>
                          <a:latin typeface="Cambria" pitchFamily="18" charset="0"/>
                          <a:ea typeface="华文楷体" pitchFamily="2" charset="-122"/>
                        </a:defRPr>
                      </a:lvl5pPr>
                      <a:lvl6pPr marL="2514600" indent="-228600" eaLnBrk="0" fontAlgn="base" hangingPunct="0">
                        <a:spcBef>
                          <a:spcPct val="20000"/>
                        </a:spcBef>
                        <a:spcAft>
                          <a:spcPct val="0"/>
                        </a:spcAft>
                        <a:buClr>
                          <a:srgbClr val="E89A53"/>
                        </a:buClr>
                        <a:buFont typeface="Wingdings 2" pitchFamily="18" charset="2"/>
                        <a:defRPr>
                          <a:solidFill>
                            <a:schemeClr val="tx1"/>
                          </a:solidFill>
                          <a:latin typeface="Cambria" pitchFamily="18" charset="0"/>
                          <a:ea typeface="华文楷体" pitchFamily="2" charset="-122"/>
                        </a:defRPr>
                      </a:lvl6pPr>
                      <a:lvl7pPr marL="2971800" indent="-228600" eaLnBrk="0" fontAlgn="base" hangingPunct="0">
                        <a:spcBef>
                          <a:spcPct val="20000"/>
                        </a:spcBef>
                        <a:spcAft>
                          <a:spcPct val="0"/>
                        </a:spcAft>
                        <a:buClr>
                          <a:srgbClr val="E89A53"/>
                        </a:buClr>
                        <a:buFont typeface="Wingdings 2" pitchFamily="18" charset="2"/>
                        <a:defRPr>
                          <a:solidFill>
                            <a:schemeClr val="tx1"/>
                          </a:solidFill>
                          <a:latin typeface="Cambria" pitchFamily="18" charset="0"/>
                          <a:ea typeface="华文楷体" pitchFamily="2" charset="-122"/>
                        </a:defRPr>
                      </a:lvl7pPr>
                      <a:lvl8pPr marL="3429000" indent="-228600" eaLnBrk="0" fontAlgn="base" hangingPunct="0">
                        <a:spcBef>
                          <a:spcPct val="20000"/>
                        </a:spcBef>
                        <a:spcAft>
                          <a:spcPct val="0"/>
                        </a:spcAft>
                        <a:buClr>
                          <a:srgbClr val="E89A53"/>
                        </a:buClr>
                        <a:buFont typeface="Wingdings 2" pitchFamily="18" charset="2"/>
                        <a:defRPr>
                          <a:solidFill>
                            <a:schemeClr val="tx1"/>
                          </a:solidFill>
                          <a:latin typeface="Cambria" pitchFamily="18" charset="0"/>
                          <a:ea typeface="华文楷体" pitchFamily="2" charset="-122"/>
                        </a:defRPr>
                      </a:lvl8pPr>
                      <a:lvl9pPr marL="3886200" indent="-228600" eaLnBrk="0" fontAlgn="base" hangingPunct="0">
                        <a:spcBef>
                          <a:spcPct val="20000"/>
                        </a:spcBef>
                        <a:spcAft>
                          <a:spcPct val="0"/>
                        </a:spcAft>
                        <a:buClr>
                          <a:srgbClr val="E89A53"/>
                        </a:buClr>
                        <a:buFont typeface="Wingdings 2" pitchFamily="18" charset="2"/>
                        <a:defRPr>
                          <a:solidFill>
                            <a:schemeClr val="tx1"/>
                          </a:solidFill>
                          <a:latin typeface="Cambria" pitchFamily="18" charset="0"/>
                          <a:ea typeface="华文楷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2800" b="0" i="0" u="none" strike="noStrike" cap="none" normalizeH="0" baseline="0" smtClean="0">
                          <a:ln>
                            <a:noFill/>
                          </a:ln>
                          <a:solidFill>
                            <a:schemeClr val="tx1"/>
                          </a:solidFill>
                          <a:effectLst/>
                          <a:latin typeface="黑体" pitchFamily="2" charset="-122"/>
                          <a:ea typeface="黑体" pitchFamily="2" charset="-122"/>
                        </a:rPr>
                        <a:t>字符指针变量</a:t>
                      </a: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50000"/>
                        <a:buFont typeface="Wingdings 2" pitchFamily="18" charset="2"/>
                        <a:defRPr sz="2800">
                          <a:solidFill>
                            <a:schemeClr val="tx1"/>
                          </a:solidFill>
                          <a:latin typeface="Cambria" pitchFamily="18" charset="0"/>
                          <a:ea typeface="华文楷体" pitchFamily="2" charset="-122"/>
                        </a:defRPr>
                      </a:lvl1pPr>
                      <a:lvl2pPr marL="742950" indent="-285750">
                        <a:spcBef>
                          <a:spcPct val="20000"/>
                        </a:spcBef>
                        <a:buClr>
                          <a:schemeClr val="accent2"/>
                        </a:buClr>
                        <a:buSzPct val="50000"/>
                        <a:buFont typeface="Wingdings 2" pitchFamily="18" charset="2"/>
                        <a:defRPr sz="2400">
                          <a:solidFill>
                            <a:schemeClr val="tx1"/>
                          </a:solidFill>
                          <a:latin typeface="Cambria" pitchFamily="18" charset="0"/>
                          <a:ea typeface="华文楷体" pitchFamily="2" charset="-122"/>
                        </a:defRPr>
                      </a:lvl2pPr>
                      <a:lvl3pPr marL="1143000" indent="-228600">
                        <a:spcBef>
                          <a:spcPct val="20000"/>
                        </a:spcBef>
                        <a:buClr>
                          <a:srgbClr val="7B9B57"/>
                        </a:buClr>
                        <a:buSzPct val="60000"/>
                        <a:buFont typeface="Wingdings 2" pitchFamily="18" charset="2"/>
                        <a:defRPr sz="2000">
                          <a:solidFill>
                            <a:schemeClr val="tx1"/>
                          </a:solidFill>
                          <a:latin typeface="Cambria" pitchFamily="18" charset="0"/>
                          <a:ea typeface="华文楷体" pitchFamily="2" charset="-122"/>
                        </a:defRPr>
                      </a:lvl3pPr>
                      <a:lvl4pPr marL="1600200" indent="-228600">
                        <a:spcBef>
                          <a:spcPct val="20000"/>
                        </a:spcBef>
                        <a:buClr>
                          <a:srgbClr val="8B7396"/>
                        </a:buClr>
                        <a:buSzPct val="45000"/>
                        <a:buFont typeface="Wingdings 2" pitchFamily="18" charset="2"/>
                        <a:defRPr>
                          <a:solidFill>
                            <a:schemeClr val="tx1"/>
                          </a:solidFill>
                          <a:latin typeface="Cambria" pitchFamily="18" charset="0"/>
                          <a:ea typeface="华文楷体" pitchFamily="2" charset="-122"/>
                        </a:defRPr>
                      </a:lvl4pPr>
                      <a:lvl5pPr marL="2057400" indent="-228600">
                        <a:spcBef>
                          <a:spcPct val="20000"/>
                        </a:spcBef>
                        <a:buClr>
                          <a:srgbClr val="E89A53"/>
                        </a:buClr>
                        <a:buFont typeface="Wingdings 2" pitchFamily="18" charset="2"/>
                        <a:defRPr>
                          <a:solidFill>
                            <a:schemeClr val="tx1"/>
                          </a:solidFill>
                          <a:latin typeface="Cambria" pitchFamily="18" charset="0"/>
                          <a:ea typeface="华文楷体" pitchFamily="2" charset="-122"/>
                        </a:defRPr>
                      </a:lvl5pPr>
                      <a:lvl6pPr marL="2514600" indent="-228600" eaLnBrk="0" fontAlgn="base" hangingPunct="0">
                        <a:spcBef>
                          <a:spcPct val="20000"/>
                        </a:spcBef>
                        <a:spcAft>
                          <a:spcPct val="0"/>
                        </a:spcAft>
                        <a:buClr>
                          <a:srgbClr val="E89A53"/>
                        </a:buClr>
                        <a:buFont typeface="Wingdings 2" pitchFamily="18" charset="2"/>
                        <a:defRPr>
                          <a:solidFill>
                            <a:schemeClr val="tx1"/>
                          </a:solidFill>
                          <a:latin typeface="Cambria" pitchFamily="18" charset="0"/>
                          <a:ea typeface="华文楷体" pitchFamily="2" charset="-122"/>
                        </a:defRPr>
                      </a:lvl6pPr>
                      <a:lvl7pPr marL="2971800" indent="-228600" eaLnBrk="0" fontAlgn="base" hangingPunct="0">
                        <a:spcBef>
                          <a:spcPct val="20000"/>
                        </a:spcBef>
                        <a:spcAft>
                          <a:spcPct val="0"/>
                        </a:spcAft>
                        <a:buClr>
                          <a:srgbClr val="E89A53"/>
                        </a:buClr>
                        <a:buFont typeface="Wingdings 2" pitchFamily="18" charset="2"/>
                        <a:defRPr>
                          <a:solidFill>
                            <a:schemeClr val="tx1"/>
                          </a:solidFill>
                          <a:latin typeface="Cambria" pitchFamily="18" charset="0"/>
                          <a:ea typeface="华文楷体" pitchFamily="2" charset="-122"/>
                        </a:defRPr>
                      </a:lvl7pPr>
                      <a:lvl8pPr marL="3429000" indent="-228600" eaLnBrk="0" fontAlgn="base" hangingPunct="0">
                        <a:spcBef>
                          <a:spcPct val="20000"/>
                        </a:spcBef>
                        <a:spcAft>
                          <a:spcPct val="0"/>
                        </a:spcAft>
                        <a:buClr>
                          <a:srgbClr val="E89A53"/>
                        </a:buClr>
                        <a:buFont typeface="Wingdings 2" pitchFamily="18" charset="2"/>
                        <a:defRPr>
                          <a:solidFill>
                            <a:schemeClr val="tx1"/>
                          </a:solidFill>
                          <a:latin typeface="Cambria" pitchFamily="18" charset="0"/>
                          <a:ea typeface="华文楷体" pitchFamily="2" charset="-122"/>
                        </a:defRPr>
                      </a:lvl8pPr>
                      <a:lvl9pPr marL="3886200" indent="-228600" eaLnBrk="0" fontAlgn="base" hangingPunct="0">
                        <a:spcBef>
                          <a:spcPct val="20000"/>
                        </a:spcBef>
                        <a:spcAft>
                          <a:spcPct val="0"/>
                        </a:spcAft>
                        <a:buClr>
                          <a:srgbClr val="E89A53"/>
                        </a:buClr>
                        <a:buFont typeface="Wingdings 2" pitchFamily="18" charset="2"/>
                        <a:defRPr>
                          <a:solidFill>
                            <a:schemeClr val="tx1"/>
                          </a:solidFill>
                          <a:latin typeface="Cambria" pitchFamily="18" charset="0"/>
                          <a:ea typeface="华文楷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2800" b="0" i="0" u="none" strike="noStrike" cap="none" normalizeH="0" baseline="0" smtClean="0">
                          <a:ln>
                            <a:noFill/>
                          </a:ln>
                          <a:solidFill>
                            <a:schemeClr val="tx1"/>
                          </a:solidFill>
                          <a:effectLst/>
                          <a:latin typeface="黑体" pitchFamily="2" charset="-122"/>
                          <a:ea typeface="黑体" pitchFamily="2" charset="-122"/>
                        </a:rPr>
                        <a:t>字符指针变量</a:t>
                      </a: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593725">
                <a:tc>
                  <a:txBody>
                    <a:bodyPr/>
                    <a:lstStyle>
                      <a:lvl1pPr>
                        <a:spcBef>
                          <a:spcPct val="20000"/>
                        </a:spcBef>
                        <a:buClr>
                          <a:schemeClr val="accent1"/>
                        </a:buClr>
                        <a:buSzPct val="50000"/>
                        <a:buFont typeface="Wingdings 2" pitchFamily="18" charset="2"/>
                        <a:defRPr sz="2800">
                          <a:solidFill>
                            <a:schemeClr val="tx1"/>
                          </a:solidFill>
                          <a:latin typeface="Cambria" pitchFamily="18" charset="0"/>
                          <a:ea typeface="华文楷体" pitchFamily="2" charset="-122"/>
                        </a:defRPr>
                      </a:lvl1pPr>
                      <a:lvl2pPr marL="742950" indent="-285750">
                        <a:spcBef>
                          <a:spcPct val="20000"/>
                        </a:spcBef>
                        <a:buClr>
                          <a:schemeClr val="accent2"/>
                        </a:buClr>
                        <a:buSzPct val="50000"/>
                        <a:buFont typeface="Wingdings 2" pitchFamily="18" charset="2"/>
                        <a:defRPr sz="2400">
                          <a:solidFill>
                            <a:schemeClr val="tx1"/>
                          </a:solidFill>
                          <a:latin typeface="Cambria" pitchFamily="18" charset="0"/>
                          <a:ea typeface="华文楷体" pitchFamily="2" charset="-122"/>
                        </a:defRPr>
                      </a:lvl2pPr>
                      <a:lvl3pPr marL="1143000" indent="-228600">
                        <a:spcBef>
                          <a:spcPct val="20000"/>
                        </a:spcBef>
                        <a:buClr>
                          <a:srgbClr val="7B9B57"/>
                        </a:buClr>
                        <a:buSzPct val="60000"/>
                        <a:buFont typeface="Wingdings 2" pitchFamily="18" charset="2"/>
                        <a:defRPr sz="2000">
                          <a:solidFill>
                            <a:schemeClr val="tx1"/>
                          </a:solidFill>
                          <a:latin typeface="Cambria" pitchFamily="18" charset="0"/>
                          <a:ea typeface="华文楷体" pitchFamily="2" charset="-122"/>
                        </a:defRPr>
                      </a:lvl3pPr>
                      <a:lvl4pPr marL="1600200" indent="-228600">
                        <a:spcBef>
                          <a:spcPct val="20000"/>
                        </a:spcBef>
                        <a:buClr>
                          <a:srgbClr val="8B7396"/>
                        </a:buClr>
                        <a:buSzPct val="45000"/>
                        <a:buFont typeface="Wingdings 2" pitchFamily="18" charset="2"/>
                        <a:defRPr>
                          <a:solidFill>
                            <a:schemeClr val="tx1"/>
                          </a:solidFill>
                          <a:latin typeface="Cambria" pitchFamily="18" charset="0"/>
                          <a:ea typeface="华文楷体" pitchFamily="2" charset="-122"/>
                        </a:defRPr>
                      </a:lvl4pPr>
                      <a:lvl5pPr marL="2057400" indent="-228600">
                        <a:spcBef>
                          <a:spcPct val="20000"/>
                        </a:spcBef>
                        <a:buClr>
                          <a:srgbClr val="E89A53"/>
                        </a:buClr>
                        <a:buFont typeface="Wingdings 2" pitchFamily="18" charset="2"/>
                        <a:defRPr>
                          <a:solidFill>
                            <a:schemeClr val="tx1"/>
                          </a:solidFill>
                          <a:latin typeface="Cambria" pitchFamily="18" charset="0"/>
                          <a:ea typeface="华文楷体" pitchFamily="2" charset="-122"/>
                        </a:defRPr>
                      </a:lvl5pPr>
                      <a:lvl6pPr marL="2514600" indent="-228600" eaLnBrk="0" fontAlgn="base" hangingPunct="0">
                        <a:spcBef>
                          <a:spcPct val="20000"/>
                        </a:spcBef>
                        <a:spcAft>
                          <a:spcPct val="0"/>
                        </a:spcAft>
                        <a:buClr>
                          <a:srgbClr val="E89A53"/>
                        </a:buClr>
                        <a:buFont typeface="Wingdings 2" pitchFamily="18" charset="2"/>
                        <a:defRPr>
                          <a:solidFill>
                            <a:schemeClr val="tx1"/>
                          </a:solidFill>
                          <a:latin typeface="Cambria" pitchFamily="18" charset="0"/>
                          <a:ea typeface="华文楷体" pitchFamily="2" charset="-122"/>
                        </a:defRPr>
                      </a:lvl6pPr>
                      <a:lvl7pPr marL="2971800" indent="-228600" eaLnBrk="0" fontAlgn="base" hangingPunct="0">
                        <a:spcBef>
                          <a:spcPct val="20000"/>
                        </a:spcBef>
                        <a:spcAft>
                          <a:spcPct val="0"/>
                        </a:spcAft>
                        <a:buClr>
                          <a:srgbClr val="E89A53"/>
                        </a:buClr>
                        <a:buFont typeface="Wingdings 2" pitchFamily="18" charset="2"/>
                        <a:defRPr>
                          <a:solidFill>
                            <a:schemeClr val="tx1"/>
                          </a:solidFill>
                          <a:latin typeface="Cambria" pitchFamily="18" charset="0"/>
                          <a:ea typeface="华文楷体" pitchFamily="2" charset="-122"/>
                        </a:defRPr>
                      </a:lvl7pPr>
                      <a:lvl8pPr marL="3429000" indent="-228600" eaLnBrk="0" fontAlgn="base" hangingPunct="0">
                        <a:spcBef>
                          <a:spcPct val="20000"/>
                        </a:spcBef>
                        <a:spcAft>
                          <a:spcPct val="0"/>
                        </a:spcAft>
                        <a:buClr>
                          <a:srgbClr val="E89A53"/>
                        </a:buClr>
                        <a:buFont typeface="Wingdings 2" pitchFamily="18" charset="2"/>
                        <a:defRPr>
                          <a:solidFill>
                            <a:schemeClr val="tx1"/>
                          </a:solidFill>
                          <a:latin typeface="Cambria" pitchFamily="18" charset="0"/>
                          <a:ea typeface="华文楷体" pitchFamily="2" charset="-122"/>
                        </a:defRPr>
                      </a:lvl8pPr>
                      <a:lvl9pPr marL="3886200" indent="-228600" eaLnBrk="0" fontAlgn="base" hangingPunct="0">
                        <a:spcBef>
                          <a:spcPct val="20000"/>
                        </a:spcBef>
                        <a:spcAft>
                          <a:spcPct val="0"/>
                        </a:spcAft>
                        <a:buClr>
                          <a:srgbClr val="E89A53"/>
                        </a:buClr>
                        <a:buFont typeface="Wingdings 2" pitchFamily="18" charset="2"/>
                        <a:defRPr>
                          <a:solidFill>
                            <a:schemeClr val="tx1"/>
                          </a:solidFill>
                          <a:latin typeface="Cambria" pitchFamily="18" charset="0"/>
                          <a:ea typeface="华文楷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2800" b="0" i="0" u="none" strike="noStrike" cap="none" normalizeH="0" baseline="0" smtClean="0">
                          <a:ln>
                            <a:noFill/>
                          </a:ln>
                          <a:solidFill>
                            <a:schemeClr val="tx1"/>
                          </a:solidFill>
                          <a:effectLst/>
                          <a:latin typeface="黑体" pitchFamily="2" charset="-122"/>
                          <a:ea typeface="黑体" pitchFamily="2" charset="-122"/>
                        </a:rPr>
                        <a:t>字符指针变量</a:t>
                      </a: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50000"/>
                        <a:buFont typeface="Wingdings 2" pitchFamily="18" charset="2"/>
                        <a:defRPr sz="2800">
                          <a:solidFill>
                            <a:schemeClr val="tx1"/>
                          </a:solidFill>
                          <a:latin typeface="Cambria" pitchFamily="18" charset="0"/>
                          <a:ea typeface="华文楷体" pitchFamily="2" charset="-122"/>
                        </a:defRPr>
                      </a:lvl1pPr>
                      <a:lvl2pPr marL="742950" indent="-285750">
                        <a:spcBef>
                          <a:spcPct val="20000"/>
                        </a:spcBef>
                        <a:buClr>
                          <a:schemeClr val="accent2"/>
                        </a:buClr>
                        <a:buSzPct val="50000"/>
                        <a:buFont typeface="Wingdings 2" pitchFamily="18" charset="2"/>
                        <a:defRPr sz="2400">
                          <a:solidFill>
                            <a:schemeClr val="tx1"/>
                          </a:solidFill>
                          <a:latin typeface="Cambria" pitchFamily="18" charset="0"/>
                          <a:ea typeface="华文楷体" pitchFamily="2" charset="-122"/>
                        </a:defRPr>
                      </a:lvl2pPr>
                      <a:lvl3pPr marL="1143000" indent="-228600">
                        <a:spcBef>
                          <a:spcPct val="20000"/>
                        </a:spcBef>
                        <a:buClr>
                          <a:srgbClr val="7B9B57"/>
                        </a:buClr>
                        <a:buSzPct val="60000"/>
                        <a:buFont typeface="Wingdings 2" pitchFamily="18" charset="2"/>
                        <a:defRPr sz="2000">
                          <a:solidFill>
                            <a:schemeClr val="tx1"/>
                          </a:solidFill>
                          <a:latin typeface="Cambria" pitchFamily="18" charset="0"/>
                          <a:ea typeface="华文楷体" pitchFamily="2" charset="-122"/>
                        </a:defRPr>
                      </a:lvl3pPr>
                      <a:lvl4pPr marL="1600200" indent="-228600">
                        <a:spcBef>
                          <a:spcPct val="20000"/>
                        </a:spcBef>
                        <a:buClr>
                          <a:srgbClr val="8B7396"/>
                        </a:buClr>
                        <a:buSzPct val="45000"/>
                        <a:buFont typeface="Wingdings 2" pitchFamily="18" charset="2"/>
                        <a:defRPr>
                          <a:solidFill>
                            <a:schemeClr val="tx1"/>
                          </a:solidFill>
                          <a:latin typeface="Cambria" pitchFamily="18" charset="0"/>
                          <a:ea typeface="华文楷体" pitchFamily="2" charset="-122"/>
                        </a:defRPr>
                      </a:lvl4pPr>
                      <a:lvl5pPr marL="2057400" indent="-228600">
                        <a:spcBef>
                          <a:spcPct val="20000"/>
                        </a:spcBef>
                        <a:buClr>
                          <a:srgbClr val="E89A53"/>
                        </a:buClr>
                        <a:buFont typeface="Wingdings 2" pitchFamily="18" charset="2"/>
                        <a:defRPr>
                          <a:solidFill>
                            <a:schemeClr val="tx1"/>
                          </a:solidFill>
                          <a:latin typeface="Cambria" pitchFamily="18" charset="0"/>
                          <a:ea typeface="华文楷体" pitchFamily="2" charset="-122"/>
                        </a:defRPr>
                      </a:lvl5pPr>
                      <a:lvl6pPr marL="2514600" indent="-228600" eaLnBrk="0" fontAlgn="base" hangingPunct="0">
                        <a:spcBef>
                          <a:spcPct val="20000"/>
                        </a:spcBef>
                        <a:spcAft>
                          <a:spcPct val="0"/>
                        </a:spcAft>
                        <a:buClr>
                          <a:srgbClr val="E89A53"/>
                        </a:buClr>
                        <a:buFont typeface="Wingdings 2" pitchFamily="18" charset="2"/>
                        <a:defRPr>
                          <a:solidFill>
                            <a:schemeClr val="tx1"/>
                          </a:solidFill>
                          <a:latin typeface="Cambria" pitchFamily="18" charset="0"/>
                          <a:ea typeface="华文楷体" pitchFamily="2" charset="-122"/>
                        </a:defRPr>
                      </a:lvl6pPr>
                      <a:lvl7pPr marL="2971800" indent="-228600" eaLnBrk="0" fontAlgn="base" hangingPunct="0">
                        <a:spcBef>
                          <a:spcPct val="20000"/>
                        </a:spcBef>
                        <a:spcAft>
                          <a:spcPct val="0"/>
                        </a:spcAft>
                        <a:buClr>
                          <a:srgbClr val="E89A53"/>
                        </a:buClr>
                        <a:buFont typeface="Wingdings 2" pitchFamily="18" charset="2"/>
                        <a:defRPr>
                          <a:solidFill>
                            <a:schemeClr val="tx1"/>
                          </a:solidFill>
                          <a:latin typeface="Cambria" pitchFamily="18" charset="0"/>
                          <a:ea typeface="华文楷体" pitchFamily="2" charset="-122"/>
                        </a:defRPr>
                      </a:lvl7pPr>
                      <a:lvl8pPr marL="3429000" indent="-228600" eaLnBrk="0" fontAlgn="base" hangingPunct="0">
                        <a:spcBef>
                          <a:spcPct val="20000"/>
                        </a:spcBef>
                        <a:spcAft>
                          <a:spcPct val="0"/>
                        </a:spcAft>
                        <a:buClr>
                          <a:srgbClr val="E89A53"/>
                        </a:buClr>
                        <a:buFont typeface="Wingdings 2" pitchFamily="18" charset="2"/>
                        <a:defRPr>
                          <a:solidFill>
                            <a:schemeClr val="tx1"/>
                          </a:solidFill>
                          <a:latin typeface="Cambria" pitchFamily="18" charset="0"/>
                          <a:ea typeface="华文楷体" pitchFamily="2" charset="-122"/>
                        </a:defRPr>
                      </a:lvl8pPr>
                      <a:lvl9pPr marL="3886200" indent="-228600" eaLnBrk="0" fontAlgn="base" hangingPunct="0">
                        <a:spcBef>
                          <a:spcPct val="20000"/>
                        </a:spcBef>
                        <a:spcAft>
                          <a:spcPct val="0"/>
                        </a:spcAft>
                        <a:buClr>
                          <a:srgbClr val="E89A53"/>
                        </a:buClr>
                        <a:buFont typeface="Wingdings 2" pitchFamily="18" charset="2"/>
                        <a:defRPr>
                          <a:solidFill>
                            <a:schemeClr val="tx1"/>
                          </a:solidFill>
                          <a:latin typeface="Cambria" pitchFamily="18" charset="0"/>
                          <a:ea typeface="华文楷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2800" b="0" i="0" u="none" strike="noStrike" cap="none" normalizeH="0" baseline="0" smtClean="0">
                          <a:ln>
                            <a:noFill/>
                          </a:ln>
                          <a:solidFill>
                            <a:schemeClr val="tx1"/>
                          </a:solidFill>
                          <a:effectLst/>
                          <a:latin typeface="黑体" pitchFamily="2" charset="-122"/>
                          <a:ea typeface="黑体" pitchFamily="2" charset="-122"/>
                        </a:rPr>
                        <a:t>字符数组名</a:t>
                      </a: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114711" name="Rectangle 1"/>
          <p:cNvSpPr>
            <a:spLocks noChangeArrowheads="1"/>
          </p:cNvSpPr>
          <p:nvPr/>
        </p:nvSpPr>
        <p:spPr bwMode="auto">
          <a:xfrm>
            <a:off x="1071563" y="1344613"/>
            <a:ext cx="6700837"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indent="133350" algn="ctr"/>
            <a:r>
              <a:rPr lang="zh-CN" altLang="en-US" sz="3200" b="1">
                <a:latin typeface="黑体" pitchFamily="2" charset="-122"/>
                <a:ea typeface="黑体" pitchFamily="2" charset="-122"/>
                <a:cs typeface="Times New Roman" pitchFamily="18" charset="0"/>
              </a:rPr>
              <a:t>调用函数时实参与形参的对应关系</a:t>
            </a:r>
            <a:endParaRPr lang="zh-CN" altLang="en-US" sz="3200">
              <a:latin typeface="黑体" pitchFamily="2" charset="-122"/>
              <a:ea typeface="黑体" pitchFamily="2" charset="-122"/>
              <a:cs typeface="Times New Roman" pitchFamily="18" charset="0"/>
            </a:endParaRPr>
          </a:p>
        </p:txBody>
      </p:sp>
    </p:spTree>
    <p:extLst>
      <p:ext uri="{BB962C8B-B14F-4D97-AF65-F5344CB8AC3E}">
        <p14:creationId xmlns:p14="http://schemas.microsoft.com/office/powerpoint/2010/main" val="4168634805"/>
      </p:ext>
    </p:extLst>
  </p:cSld>
  <p:clrMapOvr>
    <a:masterClrMapping/>
  </p:clrMapOvr>
  <p:transition>
    <p:checker dir="vert"/>
  </p:transition>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5714" name="Rectangle 2"/>
          <p:cNvSpPr>
            <a:spLocks noGrp="1" noChangeArrowheads="1"/>
          </p:cNvSpPr>
          <p:nvPr>
            <p:ph type="title"/>
          </p:nvPr>
        </p:nvSpPr>
        <p:spPr>
          <a:xfrm>
            <a:off x="285750" y="500063"/>
            <a:ext cx="7750175" cy="1323975"/>
          </a:xfrm>
        </p:spPr>
        <p:txBody>
          <a:bodyPr/>
          <a:lstStyle/>
          <a:p>
            <a:pPr eaLnBrk="1" hangingPunct="1"/>
            <a:r>
              <a:rPr lang="en-US" altLang="zh-CN" sz="4000" b="1" dirty="0" smtClean="0">
                <a:solidFill>
                  <a:srgbClr val="0000FF"/>
                </a:solidFill>
                <a:latin typeface="黑体" pitchFamily="2" charset="-122"/>
                <a:ea typeface="黑体" pitchFamily="2" charset="-122"/>
              </a:rPr>
              <a:t>8.4.3 </a:t>
            </a:r>
            <a:r>
              <a:rPr lang="zh-CN" altLang="zh-CN" sz="4000" b="1" dirty="0" smtClean="0">
                <a:solidFill>
                  <a:srgbClr val="0000FF"/>
                </a:solidFill>
                <a:latin typeface="黑体" pitchFamily="2" charset="-122"/>
                <a:ea typeface="黑体" pitchFamily="2" charset="-122"/>
              </a:rPr>
              <a:t>对使用字符指针变量和</a:t>
            </a:r>
            <a:r>
              <a:rPr lang="en-US" altLang="zh-CN" sz="4000" b="1" dirty="0" smtClean="0">
                <a:solidFill>
                  <a:srgbClr val="0000FF"/>
                </a:solidFill>
                <a:latin typeface="黑体" pitchFamily="2" charset="-122"/>
                <a:ea typeface="黑体" pitchFamily="2" charset="-122"/>
              </a:rPr>
              <a:t/>
            </a:r>
            <a:br>
              <a:rPr lang="en-US" altLang="zh-CN" sz="4000" b="1" dirty="0" smtClean="0">
                <a:solidFill>
                  <a:srgbClr val="0000FF"/>
                </a:solidFill>
                <a:latin typeface="黑体" pitchFamily="2" charset="-122"/>
                <a:ea typeface="黑体" pitchFamily="2" charset="-122"/>
              </a:rPr>
            </a:br>
            <a:r>
              <a:rPr lang="zh-CN" altLang="zh-CN" sz="4000" b="1" dirty="0" smtClean="0">
                <a:solidFill>
                  <a:srgbClr val="0000FF"/>
                </a:solidFill>
                <a:latin typeface="黑体" pitchFamily="2" charset="-122"/>
                <a:ea typeface="黑体" pitchFamily="2" charset="-122"/>
              </a:rPr>
              <a:t>字符数组的讨论</a:t>
            </a:r>
            <a:endParaRPr lang="zh-CN" altLang="en-US" sz="4000" b="1" dirty="0" smtClean="0">
              <a:solidFill>
                <a:srgbClr val="0000FF"/>
              </a:solidFill>
              <a:latin typeface="黑体" pitchFamily="2" charset="-122"/>
              <a:ea typeface="黑体" pitchFamily="2" charset="-122"/>
            </a:endParaRPr>
          </a:p>
        </p:txBody>
      </p:sp>
      <p:sp>
        <p:nvSpPr>
          <p:cNvPr id="115715" name="Rectangle 7"/>
          <p:cNvSpPr>
            <a:spLocks noGrp="1" noChangeArrowheads="1"/>
          </p:cNvSpPr>
          <p:nvPr>
            <p:ph type="body" sz="half" idx="1"/>
          </p:nvPr>
        </p:nvSpPr>
        <p:spPr>
          <a:xfrm>
            <a:off x="236538" y="1984375"/>
            <a:ext cx="8458200" cy="3429000"/>
          </a:xfrm>
        </p:spPr>
        <p:txBody>
          <a:bodyPr/>
          <a:lstStyle/>
          <a:p>
            <a:pPr marL="0" indent="0">
              <a:lnSpc>
                <a:spcPct val="150000"/>
              </a:lnSpc>
              <a:spcBef>
                <a:spcPct val="0"/>
              </a:spcBef>
            </a:pPr>
            <a:r>
              <a:rPr lang="zh-CN" altLang="zh-CN" sz="2800" smtClean="0">
                <a:latin typeface="黑体" pitchFamily="2" charset="-122"/>
                <a:ea typeface="黑体" pitchFamily="2" charset="-122"/>
              </a:rPr>
              <a:t>虽然用</a:t>
            </a:r>
            <a:r>
              <a:rPr lang="zh-CN" altLang="zh-CN" sz="2800" smtClean="0">
                <a:solidFill>
                  <a:srgbClr val="C00000"/>
                </a:solidFill>
                <a:latin typeface="黑体" pitchFamily="2" charset="-122"/>
                <a:ea typeface="黑体" pitchFamily="2" charset="-122"/>
              </a:rPr>
              <a:t>字符数组</a:t>
            </a:r>
            <a:r>
              <a:rPr lang="zh-CN" altLang="zh-CN" sz="2800" smtClean="0">
                <a:latin typeface="黑体" pitchFamily="2" charset="-122"/>
                <a:ea typeface="黑体" pitchFamily="2" charset="-122"/>
              </a:rPr>
              <a:t>和</a:t>
            </a:r>
            <a:r>
              <a:rPr lang="zh-CN" altLang="zh-CN" sz="2800" smtClean="0">
                <a:solidFill>
                  <a:srgbClr val="C00000"/>
                </a:solidFill>
                <a:latin typeface="黑体" pitchFamily="2" charset="-122"/>
                <a:ea typeface="黑体" pitchFamily="2" charset="-122"/>
              </a:rPr>
              <a:t>字符指针变量</a:t>
            </a:r>
            <a:r>
              <a:rPr lang="zh-CN" altLang="zh-CN" sz="2800" smtClean="0">
                <a:latin typeface="黑体" pitchFamily="2" charset="-122"/>
                <a:ea typeface="黑体" pitchFamily="2" charset="-122"/>
              </a:rPr>
              <a:t>都能实现字符串的存储和运算，但它们二者之间是有区别的，不应混为一谈</a:t>
            </a:r>
            <a:r>
              <a:rPr lang="zh-CN" altLang="en-US" sz="2800" smtClean="0">
                <a:latin typeface="黑体" pitchFamily="2" charset="-122"/>
                <a:ea typeface="黑体" pitchFamily="2" charset="-122"/>
              </a:rPr>
              <a:t>。</a:t>
            </a:r>
            <a:r>
              <a:rPr lang="zh-CN" altLang="zh-CN" sz="2800" smtClean="0">
                <a:latin typeface="黑体" pitchFamily="2" charset="-122"/>
                <a:ea typeface="黑体" pitchFamily="2" charset="-122"/>
              </a:rPr>
              <a:t>主要有以下几点。</a:t>
            </a:r>
          </a:p>
        </p:txBody>
      </p:sp>
      <p:pic>
        <p:nvPicPr>
          <p:cNvPr id="115716" name="图片 6" descr="Untitled2.png">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459788" y="6237288"/>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02149755"/>
      </p:ext>
    </p:extLst>
  </p:cSld>
  <p:clrMapOvr>
    <a:masterClrMapping/>
  </p:clrMapOvr>
  <p:transition>
    <p:checker dir="vert"/>
  </p:transition>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6738" name="Rectangle 7"/>
          <p:cNvSpPr>
            <a:spLocks noGrp="1" noChangeArrowheads="1"/>
          </p:cNvSpPr>
          <p:nvPr>
            <p:ph type="body" sz="half" idx="1"/>
          </p:nvPr>
        </p:nvSpPr>
        <p:spPr>
          <a:xfrm>
            <a:off x="157163" y="733425"/>
            <a:ext cx="8655050" cy="2293938"/>
          </a:xfrm>
        </p:spPr>
        <p:txBody>
          <a:bodyPr/>
          <a:lstStyle/>
          <a:p>
            <a:pPr marL="0" indent="0">
              <a:lnSpc>
                <a:spcPct val="150000"/>
              </a:lnSpc>
              <a:spcBef>
                <a:spcPct val="0"/>
              </a:spcBef>
              <a:buFont typeface="Wingdings" pitchFamily="2" charset="2"/>
              <a:buNone/>
            </a:pPr>
            <a:r>
              <a:rPr lang="en-US" altLang="zh-CN" sz="2800" smtClean="0">
                <a:latin typeface="黑体" pitchFamily="2" charset="-122"/>
                <a:ea typeface="黑体" pitchFamily="2" charset="-122"/>
              </a:rPr>
              <a:t>(1)</a:t>
            </a:r>
            <a:r>
              <a:rPr lang="zh-CN" altLang="zh-CN" sz="2800" smtClean="0">
                <a:solidFill>
                  <a:srgbClr val="0000FF"/>
                </a:solidFill>
                <a:latin typeface="黑体" pitchFamily="2" charset="-122"/>
                <a:ea typeface="黑体" pitchFamily="2" charset="-122"/>
              </a:rPr>
              <a:t>字符数组</a:t>
            </a:r>
            <a:r>
              <a:rPr lang="zh-CN" altLang="zh-CN" sz="2800" smtClean="0">
                <a:latin typeface="黑体" pitchFamily="2" charset="-122"/>
                <a:ea typeface="黑体" pitchFamily="2" charset="-122"/>
              </a:rPr>
              <a:t>由若干个元素组成，每个元素中放一个</a:t>
            </a:r>
            <a:r>
              <a:rPr lang="zh-CN" altLang="zh-CN" sz="2800" smtClean="0">
                <a:solidFill>
                  <a:srgbClr val="00B050"/>
                </a:solidFill>
                <a:latin typeface="黑体" pitchFamily="2" charset="-122"/>
                <a:ea typeface="黑体" pitchFamily="2" charset="-122"/>
              </a:rPr>
              <a:t>字符</a:t>
            </a:r>
            <a:r>
              <a:rPr lang="zh-CN" altLang="zh-CN" sz="2800" smtClean="0">
                <a:latin typeface="黑体" pitchFamily="2" charset="-122"/>
                <a:ea typeface="黑体" pitchFamily="2" charset="-122"/>
              </a:rPr>
              <a:t>，而</a:t>
            </a:r>
            <a:r>
              <a:rPr lang="zh-CN" altLang="zh-CN" sz="2800" smtClean="0">
                <a:solidFill>
                  <a:srgbClr val="0000FF"/>
                </a:solidFill>
                <a:latin typeface="黑体" pitchFamily="2" charset="-122"/>
                <a:ea typeface="黑体" pitchFamily="2" charset="-122"/>
              </a:rPr>
              <a:t>字符指针变量</a:t>
            </a:r>
            <a:r>
              <a:rPr lang="zh-CN" altLang="zh-CN" sz="2800" smtClean="0">
                <a:latin typeface="黑体" pitchFamily="2" charset="-122"/>
                <a:ea typeface="黑体" pitchFamily="2" charset="-122"/>
              </a:rPr>
              <a:t>中存放的是</a:t>
            </a:r>
            <a:r>
              <a:rPr lang="zh-CN" altLang="zh-CN" sz="2800" smtClean="0">
                <a:solidFill>
                  <a:srgbClr val="00B050"/>
                </a:solidFill>
                <a:latin typeface="黑体" pitchFamily="2" charset="-122"/>
                <a:ea typeface="黑体" pitchFamily="2" charset="-122"/>
              </a:rPr>
              <a:t>地址</a:t>
            </a:r>
            <a:r>
              <a:rPr lang="en-US" altLang="zh-CN" sz="2800" smtClean="0">
                <a:latin typeface="黑体" pitchFamily="2" charset="-122"/>
                <a:ea typeface="黑体" pitchFamily="2" charset="-122"/>
              </a:rPr>
              <a:t>(</a:t>
            </a:r>
            <a:r>
              <a:rPr lang="zh-CN" altLang="zh-CN" sz="2800" smtClean="0">
                <a:latin typeface="黑体" pitchFamily="2" charset="-122"/>
                <a:ea typeface="黑体" pitchFamily="2" charset="-122"/>
              </a:rPr>
              <a:t>字符串第</a:t>
            </a:r>
            <a:r>
              <a:rPr lang="en-US" altLang="zh-CN" sz="2800" smtClean="0">
                <a:latin typeface="黑体" pitchFamily="2" charset="-122"/>
                <a:ea typeface="黑体" pitchFamily="2" charset="-122"/>
              </a:rPr>
              <a:t>1</a:t>
            </a:r>
            <a:r>
              <a:rPr lang="zh-CN" altLang="zh-CN" sz="2800" smtClean="0">
                <a:latin typeface="黑体" pitchFamily="2" charset="-122"/>
                <a:ea typeface="黑体" pitchFamily="2" charset="-122"/>
              </a:rPr>
              <a:t>个字符的地址</a:t>
            </a:r>
            <a:r>
              <a:rPr lang="en-US" altLang="zh-CN" sz="2800" smtClean="0">
                <a:latin typeface="黑体" pitchFamily="2" charset="-122"/>
                <a:ea typeface="黑体" pitchFamily="2" charset="-122"/>
              </a:rPr>
              <a:t>)</a:t>
            </a:r>
            <a:r>
              <a:rPr lang="zh-CN" altLang="zh-CN" sz="2800" smtClean="0">
                <a:latin typeface="黑体" pitchFamily="2" charset="-122"/>
                <a:ea typeface="黑体" pitchFamily="2" charset="-122"/>
              </a:rPr>
              <a:t>，</a:t>
            </a:r>
            <a:r>
              <a:rPr lang="zh-CN" altLang="zh-CN" sz="2800" smtClean="0">
                <a:solidFill>
                  <a:srgbClr val="FF0000"/>
                </a:solidFill>
                <a:latin typeface="黑体" pitchFamily="2" charset="-122"/>
                <a:ea typeface="黑体" pitchFamily="2" charset="-122"/>
              </a:rPr>
              <a:t>决不是</a:t>
            </a:r>
            <a:r>
              <a:rPr lang="zh-CN" altLang="zh-CN" sz="2800" smtClean="0">
                <a:latin typeface="黑体" pitchFamily="2" charset="-122"/>
                <a:ea typeface="黑体" pitchFamily="2" charset="-122"/>
              </a:rPr>
              <a:t>将</a:t>
            </a:r>
            <a:r>
              <a:rPr lang="zh-CN" altLang="zh-CN" sz="2800" smtClean="0">
                <a:solidFill>
                  <a:srgbClr val="FF0000"/>
                </a:solidFill>
                <a:latin typeface="黑体" pitchFamily="2" charset="-122"/>
                <a:ea typeface="黑体" pitchFamily="2" charset="-122"/>
              </a:rPr>
              <a:t>字符串放到字符指针变量</a:t>
            </a:r>
            <a:r>
              <a:rPr lang="zh-CN" altLang="zh-CN" sz="2800" smtClean="0">
                <a:latin typeface="黑体" pitchFamily="2" charset="-122"/>
                <a:ea typeface="黑体" pitchFamily="2" charset="-122"/>
              </a:rPr>
              <a:t>中。</a:t>
            </a:r>
          </a:p>
        </p:txBody>
      </p:sp>
      <p:pic>
        <p:nvPicPr>
          <p:cNvPr id="116739" name="图片 6" descr="Untitled2.png">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459788" y="6237288"/>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89422956"/>
      </p:ext>
    </p:extLst>
  </p:cSld>
  <p:clrMapOvr>
    <a:masterClrMapping/>
  </p:clrMapOvr>
  <p:transition>
    <p:checker dir="vert"/>
  </p:transition>
  <p:timing>
    <p:tnLst>
      <p:par>
        <p:cT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0594" name="Rectangle 7"/>
          <p:cNvSpPr>
            <a:spLocks noGrp="1" noChangeArrowheads="1"/>
          </p:cNvSpPr>
          <p:nvPr>
            <p:ph type="body" sz="half" idx="1"/>
          </p:nvPr>
        </p:nvSpPr>
        <p:spPr>
          <a:xfrm>
            <a:off x="393700" y="447675"/>
            <a:ext cx="8535988" cy="5500688"/>
          </a:xfrm>
        </p:spPr>
        <p:txBody>
          <a:bodyPr/>
          <a:lstStyle/>
          <a:p>
            <a:pPr marL="0" indent="0">
              <a:lnSpc>
                <a:spcPct val="150000"/>
              </a:lnSpc>
              <a:spcBef>
                <a:spcPct val="0"/>
              </a:spcBef>
              <a:buFont typeface="Wingdings" pitchFamily="2" charset="2"/>
              <a:buNone/>
            </a:pPr>
            <a:r>
              <a:rPr lang="en-US" altLang="zh-CN" sz="2800" smtClean="0">
                <a:latin typeface="黑体" pitchFamily="2" charset="-122"/>
                <a:ea typeface="黑体" pitchFamily="2" charset="-122"/>
              </a:rPr>
              <a:t>(2)</a:t>
            </a:r>
            <a:r>
              <a:rPr lang="zh-CN" altLang="zh-CN" sz="2800" smtClean="0">
                <a:latin typeface="黑体" pitchFamily="2" charset="-122"/>
                <a:ea typeface="黑体" pitchFamily="2" charset="-122"/>
              </a:rPr>
              <a:t>赋值方式。</a:t>
            </a:r>
            <a:r>
              <a:rPr lang="zh-CN" altLang="zh-CN" sz="2800" b="1" smtClean="0">
                <a:solidFill>
                  <a:srgbClr val="00B050"/>
                </a:solidFill>
                <a:latin typeface="黑体" pitchFamily="2" charset="-122"/>
                <a:ea typeface="黑体" pitchFamily="2" charset="-122"/>
              </a:rPr>
              <a:t>对字符数组只能对各个元素赋值</a:t>
            </a:r>
            <a:r>
              <a:rPr lang="zh-CN" altLang="zh-CN" sz="2800" smtClean="0">
                <a:latin typeface="黑体" pitchFamily="2" charset="-122"/>
                <a:ea typeface="黑体" pitchFamily="2" charset="-122"/>
              </a:rPr>
              <a:t>，</a:t>
            </a:r>
            <a:r>
              <a:rPr lang="zh-CN" altLang="zh-CN" sz="2800" b="1" smtClean="0">
                <a:solidFill>
                  <a:srgbClr val="FF0000"/>
                </a:solidFill>
                <a:latin typeface="黑体" pitchFamily="2" charset="-122"/>
                <a:ea typeface="黑体" pitchFamily="2" charset="-122"/>
              </a:rPr>
              <a:t>不能</a:t>
            </a:r>
            <a:r>
              <a:rPr lang="zh-CN" altLang="zh-CN" sz="2800" smtClean="0">
                <a:latin typeface="黑体" pitchFamily="2" charset="-122"/>
                <a:ea typeface="黑体" pitchFamily="2" charset="-122"/>
              </a:rPr>
              <a:t>用以下办法对字符数组赋值：</a:t>
            </a:r>
          </a:p>
          <a:p>
            <a:pPr marL="0" lvl="1" indent="0">
              <a:lnSpc>
                <a:spcPct val="150000"/>
              </a:lnSpc>
              <a:spcBef>
                <a:spcPct val="0"/>
              </a:spcBef>
              <a:buFont typeface="Wingdings" pitchFamily="2" charset="2"/>
              <a:buNone/>
            </a:pPr>
            <a:r>
              <a:rPr lang="en-US" altLang="zh-CN" smtClean="0"/>
              <a:t>   char</a:t>
            </a:r>
            <a:r>
              <a:rPr lang="zh-CN" altLang="zh-CN" smtClean="0"/>
              <a:t> </a:t>
            </a:r>
            <a:r>
              <a:rPr lang="en-US" altLang="zh-CN" smtClean="0"/>
              <a:t>str[14];</a:t>
            </a:r>
            <a:r>
              <a:rPr lang="zh-CN" altLang="zh-CN" smtClean="0"/>
              <a:t></a:t>
            </a:r>
          </a:p>
          <a:p>
            <a:pPr marL="0" lvl="1" indent="0">
              <a:lnSpc>
                <a:spcPct val="150000"/>
              </a:lnSpc>
              <a:spcBef>
                <a:spcPct val="0"/>
              </a:spcBef>
              <a:buFont typeface="Wingdings" pitchFamily="2" charset="2"/>
              <a:buNone/>
            </a:pPr>
            <a:r>
              <a:rPr lang="en-US" altLang="zh-CN" smtClean="0"/>
              <a:t>   str=”I love China!</a:t>
            </a:r>
            <a:r>
              <a:rPr lang="zh-CN" altLang="zh-CN" smtClean="0"/>
              <a:t>″</a:t>
            </a:r>
            <a:r>
              <a:rPr lang="en-US" altLang="zh-CN" smtClean="0"/>
              <a:t>; </a:t>
            </a:r>
            <a:endParaRPr lang="zh-CN" altLang="zh-CN" smtClean="0"/>
          </a:p>
          <a:p>
            <a:pPr marL="0" indent="0">
              <a:lnSpc>
                <a:spcPct val="150000"/>
              </a:lnSpc>
              <a:spcBef>
                <a:spcPct val="0"/>
              </a:spcBef>
              <a:buFont typeface="Wingdings" pitchFamily="2" charset="2"/>
              <a:buNone/>
            </a:pPr>
            <a:r>
              <a:rPr lang="en-US" altLang="zh-CN" sz="2800" smtClean="0"/>
              <a:t>  </a:t>
            </a:r>
            <a:r>
              <a:rPr lang="zh-CN" altLang="zh-CN" sz="2800" smtClean="0">
                <a:latin typeface="黑体" pitchFamily="2" charset="-122"/>
                <a:ea typeface="黑体" pitchFamily="2" charset="-122"/>
              </a:rPr>
              <a:t>而对字符指针变量，</a:t>
            </a:r>
            <a:r>
              <a:rPr lang="zh-CN" altLang="zh-CN" sz="2800" smtClean="0">
                <a:solidFill>
                  <a:srgbClr val="FF0000"/>
                </a:solidFill>
                <a:latin typeface="黑体" pitchFamily="2" charset="-122"/>
                <a:ea typeface="黑体" pitchFamily="2" charset="-122"/>
              </a:rPr>
              <a:t>可用</a:t>
            </a:r>
            <a:r>
              <a:rPr lang="zh-CN" altLang="zh-CN" sz="2800" smtClean="0">
                <a:latin typeface="黑体" pitchFamily="2" charset="-122"/>
                <a:ea typeface="黑体" pitchFamily="2" charset="-122"/>
              </a:rPr>
              <a:t>下面方法赋值：</a:t>
            </a:r>
            <a:r>
              <a:rPr lang="en-US" altLang="zh-CN" sz="2800" smtClean="0"/>
              <a:t> </a:t>
            </a:r>
            <a:endParaRPr lang="zh-CN" altLang="zh-CN" sz="2800" smtClean="0"/>
          </a:p>
          <a:p>
            <a:pPr marL="0" lvl="2" indent="0">
              <a:lnSpc>
                <a:spcPct val="150000"/>
              </a:lnSpc>
              <a:spcBef>
                <a:spcPct val="0"/>
              </a:spcBef>
              <a:buFont typeface="Wingdings" pitchFamily="2" charset="2"/>
              <a:buNone/>
            </a:pPr>
            <a:r>
              <a:rPr lang="en-US" altLang="zh-CN" smtClean="0"/>
              <a:t>   char *a;</a:t>
            </a:r>
            <a:r>
              <a:rPr lang="zh-CN" altLang="zh-CN" smtClean="0"/>
              <a:t></a:t>
            </a:r>
          </a:p>
          <a:p>
            <a:pPr marL="0" lvl="2" indent="0">
              <a:lnSpc>
                <a:spcPct val="150000"/>
              </a:lnSpc>
              <a:spcBef>
                <a:spcPct val="0"/>
              </a:spcBef>
              <a:buFont typeface="Wingdings" pitchFamily="2" charset="2"/>
              <a:buNone/>
            </a:pPr>
            <a:r>
              <a:rPr lang="en-US" altLang="zh-CN" smtClean="0"/>
              <a:t>    a=”I love China!</a:t>
            </a:r>
            <a:r>
              <a:rPr lang="zh-CN" altLang="zh-CN" smtClean="0"/>
              <a:t>″</a:t>
            </a:r>
            <a:r>
              <a:rPr lang="en-US" altLang="zh-CN" smtClean="0"/>
              <a:t>; </a:t>
            </a:r>
            <a:endParaRPr lang="zh-CN" altLang="zh-CN" smtClean="0"/>
          </a:p>
          <a:p>
            <a:pPr marL="0" indent="0">
              <a:lnSpc>
                <a:spcPct val="150000"/>
              </a:lnSpc>
              <a:spcBef>
                <a:spcPct val="0"/>
              </a:spcBef>
              <a:buFont typeface="Wingdings" pitchFamily="2" charset="2"/>
              <a:buNone/>
            </a:pPr>
            <a:r>
              <a:rPr lang="zh-CN" altLang="zh-CN" sz="2800" smtClean="0">
                <a:latin typeface="黑体" pitchFamily="2" charset="-122"/>
                <a:ea typeface="黑体" pitchFamily="2" charset="-122"/>
              </a:rPr>
              <a:t>但注意赋给</a:t>
            </a:r>
            <a:r>
              <a:rPr lang="en-US" altLang="zh-CN" sz="2800" smtClean="0">
                <a:latin typeface="黑体" pitchFamily="2" charset="-122"/>
                <a:ea typeface="黑体" pitchFamily="2" charset="-122"/>
              </a:rPr>
              <a:t>a</a:t>
            </a:r>
            <a:r>
              <a:rPr lang="zh-CN" altLang="zh-CN" sz="2800" smtClean="0">
                <a:latin typeface="黑体" pitchFamily="2" charset="-122"/>
                <a:ea typeface="黑体" pitchFamily="2" charset="-122"/>
              </a:rPr>
              <a:t>的不是字符，而是</a:t>
            </a:r>
            <a:r>
              <a:rPr lang="zh-CN" altLang="zh-CN" sz="2800" b="1" smtClean="0">
                <a:solidFill>
                  <a:srgbClr val="0000FF"/>
                </a:solidFill>
                <a:latin typeface="黑体" pitchFamily="2" charset="-122"/>
                <a:ea typeface="黑体" pitchFamily="2" charset="-122"/>
              </a:rPr>
              <a:t>字符串第一个元素的</a:t>
            </a:r>
            <a:r>
              <a:rPr lang="zh-CN" altLang="zh-CN" sz="2800" b="1" smtClean="0">
                <a:solidFill>
                  <a:srgbClr val="C00000"/>
                </a:solidFill>
                <a:latin typeface="黑体" pitchFamily="2" charset="-122"/>
                <a:ea typeface="黑体" pitchFamily="2" charset="-122"/>
              </a:rPr>
              <a:t>地址</a:t>
            </a:r>
            <a:r>
              <a:rPr lang="zh-CN" altLang="zh-CN" sz="2800" smtClean="0"/>
              <a:t>。</a:t>
            </a:r>
          </a:p>
        </p:txBody>
      </p:sp>
      <p:pic>
        <p:nvPicPr>
          <p:cNvPr id="117763" name="图片 6" descr="Untitled2.png">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459788" y="6237288"/>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0626798"/>
      </p:ext>
    </p:extLst>
  </p:cSld>
  <p:clrMapOvr>
    <a:masterClrMapping/>
  </p:clrMapOvr>
  <p:transition>
    <p:checker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10594">
                                            <p:txEl>
                                              <p:pRg st="3" end="3"/>
                                            </p:txEl>
                                          </p:spTgt>
                                        </p:tgtEl>
                                        <p:attrNameLst>
                                          <p:attrName>style.visibility</p:attrName>
                                        </p:attrNameLst>
                                      </p:cBhvr>
                                      <p:to>
                                        <p:strVal val="visible"/>
                                      </p:to>
                                    </p:set>
                                    <p:anim calcmode="lin" valueType="num">
                                      <p:cBhvr additive="base">
                                        <p:cTn id="7" dur="500" fill="hold"/>
                                        <p:tgtEl>
                                          <p:spTgt spid="110594">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10594">
                                            <p:txEl>
                                              <p:pRg st="3" end="3"/>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10594">
                                            <p:txEl>
                                              <p:pRg st="4" end="4"/>
                                            </p:txEl>
                                          </p:spTgt>
                                        </p:tgtEl>
                                        <p:attrNameLst>
                                          <p:attrName>style.visibility</p:attrName>
                                        </p:attrNameLst>
                                      </p:cBhvr>
                                      <p:to>
                                        <p:strVal val="visible"/>
                                      </p:to>
                                    </p:set>
                                    <p:anim calcmode="lin" valueType="num">
                                      <p:cBhvr additive="base">
                                        <p:cTn id="11" dur="500" fill="hold"/>
                                        <p:tgtEl>
                                          <p:spTgt spid="110594">
                                            <p:txEl>
                                              <p:pRg st="4" end="4"/>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10594">
                                            <p:txEl>
                                              <p:pRg st="4" end="4"/>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10594">
                                            <p:txEl>
                                              <p:pRg st="5" end="5"/>
                                            </p:txEl>
                                          </p:spTgt>
                                        </p:tgtEl>
                                        <p:attrNameLst>
                                          <p:attrName>style.visibility</p:attrName>
                                        </p:attrNameLst>
                                      </p:cBhvr>
                                      <p:to>
                                        <p:strVal val="visible"/>
                                      </p:to>
                                    </p:set>
                                    <p:anim calcmode="lin" valueType="num">
                                      <p:cBhvr additive="base">
                                        <p:cTn id="15" dur="500" fill="hold"/>
                                        <p:tgtEl>
                                          <p:spTgt spid="110594">
                                            <p:txEl>
                                              <p:pRg st="5" end="5"/>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110594">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2" presetClass="entr" presetSubtype="4" fill="hold" nodeType="clickEffect">
                                  <p:stCondLst>
                                    <p:cond delay="0"/>
                                  </p:stCondLst>
                                  <p:childTnLst>
                                    <p:set>
                                      <p:cBhvr>
                                        <p:cTn id="20" dur="1" fill="hold">
                                          <p:stCondLst>
                                            <p:cond delay="0"/>
                                          </p:stCondLst>
                                        </p:cTn>
                                        <p:tgtEl>
                                          <p:spTgt spid="110594">
                                            <p:txEl>
                                              <p:pRg st="6" end="6"/>
                                            </p:txEl>
                                          </p:spTgt>
                                        </p:tgtEl>
                                        <p:attrNameLst>
                                          <p:attrName>style.visibility</p:attrName>
                                        </p:attrNameLst>
                                      </p:cBhvr>
                                      <p:to>
                                        <p:strVal val="visible"/>
                                      </p:to>
                                    </p:set>
                                    <p:anim calcmode="lin" valueType="num">
                                      <p:cBhvr additive="base">
                                        <p:cTn id="21" dur="500" fill="hold"/>
                                        <p:tgtEl>
                                          <p:spTgt spid="110594">
                                            <p:txEl>
                                              <p:pRg st="6" end="6"/>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110594">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1618" name="Rectangle 7"/>
          <p:cNvSpPr>
            <a:spLocks noGrp="1" noChangeArrowheads="1"/>
          </p:cNvSpPr>
          <p:nvPr>
            <p:ph type="body" sz="half" idx="1"/>
          </p:nvPr>
        </p:nvSpPr>
        <p:spPr>
          <a:xfrm>
            <a:off x="315913" y="236538"/>
            <a:ext cx="8613775" cy="6000750"/>
          </a:xfrm>
        </p:spPr>
        <p:txBody>
          <a:bodyPr/>
          <a:lstStyle/>
          <a:p>
            <a:pPr marL="0" indent="0">
              <a:lnSpc>
                <a:spcPct val="150000"/>
              </a:lnSpc>
              <a:buFont typeface="Wingdings" pitchFamily="2" charset="2"/>
              <a:buNone/>
            </a:pPr>
            <a:r>
              <a:rPr lang="en-US" altLang="zh-CN" sz="2800" smtClean="0">
                <a:latin typeface="黑体" pitchFamily="2" charset="-122"/>
                <a:ea typeface="黑体" pitchFamily="2" charset="-122"/>
              </a:rPr>
              <a:t>(3)</a:t>
            </a:r>
            <a:r>
              <a:rPr lang="zh-CN" altLang="zh-CN" sz="2800" smtClean="0">
                <a:latin typeface="黑体" pitchFamily="2" charset="-122"/>
                <a:ea typeface="黑体" pitchFamily="2" charset="-122"/>
              </a:rPr>
              <a:t>对</a:t>
            </a:r>
            <a:r>
              <a:rPr lang="zh-CN" altLang="zh-CN" sz="2800" b="1" smtClean="0">
                <a:solidFill>
                  <a:srgbClr val="00B050"/>
                </a:solidFill>
                <a:latin typeface="黑体" pitchFamily="2" charset="-122"/>
                <a:ea typeface="黑体" pitchFamily="2" charset="-122"/>
              </a:rPr>
              <a:t>字符指针变量赋初值</a:t>
            </a:r>
            <a:r>
              <a:rPr lang="zh-CN" altLang="zh-CN" sz="2800" smtClean="0">
                <a:latin typeface="黑体" pitchFamily="2" charset="-122"/>
                <a:ea typeface="黑体" pitchFamily="2" charset="-122"/>
              </a:rPr>
              <a:t>：</a:t>
            </a:r>
            <a:endParaRPr lang="en-US" altLang="zh-CN" sz="2800" smtClean="0">
              <a:latin typeface="黑体" pitchFamily="2" charset="-122"/>
              <a:ea typeface="黑体" pitchFamily="2" charset="-122"/>
            </a:endParaRPr>
          </a:p>
          <a:p>
            <a:pPr marL="0" indent="0">
              <a:lnSpc>
                <a:spcPct val="150000"/>
              </a:lnSpc>
              <a:buFont typeface="Wingdings" pitchFamily="2" charset="2"/>
              <a:buNone/>
            </a:pPr>
            <a:r>
              <a:rPr lang="en-US" altLang="zh-CN" sz="2800" smtClean="0">
                <a:latin typeface="黑体" pitchFamily="2" charset="-122"/>
                <a:ea typeface="黑体" pitchFamily="2" charset="-122"/>
                <a:cs typeface="Times New Roman" pitchFamily="18" charset="0"/>
              </a:rPr>
              <a:t>     </a:t>
            </a:r>
            <a:r>
              <a:rPr lang="en-US" altLang="zh-CN" sz="2800" smtClean="0">
                <a:latin typeface="Times New Roman" pitchFamily="18" charset="0"/>
                <a:ea typeface="黑体" pitchFamily="2" charset="-122"/>
                <a:cs typeface="Times New Roman" pitchFamily="18" charset="0"/>
              </a:rPr>
              <a:t>    char *a=”I love China!</a:t>
            </a:r>
            <a:r>
              <a:rPr lang="zh-CN" altLang="zh-CN" sz="2800" smtClean="0">
                <a:latin typeface="Times New Roman" pitchFamily="18" charset="0"/>
                <a:ea typeface="黑体" pitchFamily="2" charset="-122"/>
                <a:cs typeface="Times New Roman" pitchFamily="18" charset="0"/>
              </a:rPr>
              <a:t>″</a:t>
            </a:r>
            <a:r>
              <a:rPr lang="en-US" altLang="zh-CN" sz="2800" smtClean="0">
                <a:latin typeface="Times New Roman" pitchFamily="18" charset="0"/>
                <a:ea typeface="黑体" pitchFamily="2" charset="-122"/>
                <a:cs typeface="Times New Roman" pitchFamily="18" charset="0"/>
              </a:rPr>
              <a:t>;  </a:t>
            </a:r>
            <a:endParaRPr lang="zh-CN" altLang="zh-CN" sz="2800" smtClean="0">
              <a:latin typeface="Times New Roman" pitchFamily="18" charset="0"/>
              <a:ea typeface="黑体" pitchFamily="2" charset="-122"/>
              <a:cs typeface="Times New Roman" pitchFamily="18" charset="0"/>
            </a:endParaRPr>
          </a:p>
          <a:p>
            <a:pPr marL="0" indent="0">
              <a:lnSpc>
                <a:spcPct val="150000"/>
              </a:lnSpc>
              <a:buFont typeface="Wingdings" pitchFamily="2" charset="2"/>
              <a:buNone/>
            </a:pPr>
            <a:r>
              <a:rPr lang="zh-CN" altLang="zh-CN" sz="2800" smtClean="0">
                <a:latin typeface="黑体" pitchFamily="2" charset="-122"/>
                <a:ea typeface="黑体" pitchFamily="2" charset="-122"/>
              </a:rPr>
              <a:t>等价于</a:t>
            </a:r>
            <a:r>
              <a:rPr lang="en-US" altLang="zh-CN" sz="2800" smtClean="0">
                <a:latin typeface="Times New Roman" pitchFamily="18" charset="0"/>
                <a:ea typeface="黑体" pitchFamily="2" charset="-122"/>
              </a:rPr>
              <a:t>  char *a;</a:t>
            </a:r>
            <a:r>
              <a:rPr lang="zh-CN" altLang="zh-CN" sz="2800" smtClean="0">
                <a:latin typeface="Times New Roman" pitchFamily="18" charset="0"/>
                <a:ea typeface="黑体" pitchFamily="2" charset="-122"/>
              </a:rPr>
              <a:t></a:t>
            </a:r>
            <a:r>
              <a:rPr lang="en-US" altLang="zh-CN" sz="2800" smtClean="0">
                <a:latin typeface="Times New Roman" pitchFamily="18" charset="0"/>
                <a:ea typeface="黑体" pitchFamily="2" charset="-122"/>
              </a:rPr>
              <a:t>a=”I love China!</a:t>
            </a:r>
            <a:r>
              <a:rPr lang="zh-CN" altLang="zh-CN" sz="2800" smtClean="0">
                <a:latin typeface="Times New Roman" pitchFamily="18" charset="0"/>
                <a:ea typeface="黑体" pitchFamily="2" charset="-122"/>
              </a:rPr>
              <a:t>″</a:t>
            </a:r>
            <a:r>
              <a:rPr lang="en-US" altLang="zh-CN" sz="2800" smtClean="0">
                <a:latin typeface="Times New Roman" pitchFamily="18" charset="0"/>
                <a:ea typeface="黑体" pitchFamily="2" charset="-122"/>
              </a:rPr>
              <a:t>; </a:t>
            </a:r>
            <a:endParaRPr lang="zh-CN" altLang="zh-CN" sz="2800" smtClean="0">
              <a:latin typeface="Times New Roman" pitchFamily="18" charset="0"/>
              <a:ea typeface="黑体" pitchFamily="2" charset="-122"/>
            </a:endParaRPr>
          </a:p>
          <a:p>
            <a:pPr marL="0" indent="0">
              <a:lnSpc>
                <a:spcPct val="150000"/>
              </a:lnSpc>
              <a:buFont typeface="Wingdings" pitchFamily="2" charset="2"/>
              <a:buNone/>
            </a:pPr>
            <a:r>
              <a:rPr lang="zh-CN" altLang="zh-CN" sz="2800" smtClean="0">
                <a:latin typeface="黑体" pitchFamily="2" charset="-122"/>
                <a:ea typeface="黑体" pitchFamily="2" charset="-122"/>
              </a:rPr>
              <a:t>而对数组的初始化：</a:t>
            </a:r>
          </a:p>
          <a:p>
            <a:pPr marL="0" indent="0">
              <a:lnSpc>
                <a:spcPct val="150000"/>
              </a:lnSpc>
              <a:buFont typeface="Wingdings" pitchFamily="2" charset="2"/>
              <a:buNone/>
            </a:pPr>
            <a:r>
              <a:rPr lang="en-US" altLang="zh-CN" sz="2800" smtClean="0">
                <a:latin typeface="Times New Roman" pitchFamily="18" charset="0"/>
                <a:ea typeface="黑体" pitchFamily="2" charset="-122"/>
              </a:rPr>
              <a:t>           char str[14]={”I love China!</a:t>
            </a:r>
            <a:r>
              <a:rPr lang="zh-CN" altLang="zh-CN" sz="2800" smtClean="0">
                <a:latin typeface="Times New Roman" pitchFamily="18" charset="0"/>
                <a:ea typeface="黑体" pitchFamily="2" charset="-122"/>
              </a:rPr>
              <a:t>″</a:t>
            </a:r>
            <a:r>
              <a:rPr lang="en-US" altLang="zh-CN" sz="2800" smtClean="0">
                <a:latin typeface="Times New Roman" pitchFamily="18" charset="0"/>
                <a:ea typeface="黑体" pitchFamily="2" charset="-122"/>
              </a:rPr>
              <a:t>};</a:t>
            </a:r>
            <a:endParaRPr lang="zh-CN" altLang="zh-CN" sz="2800" smtClean="0">
              <a:latin typeface="Times New Roman" pitchFamily="18" charset="0"/>
              <a:ea typeface="黑体" pitchFamily="2" charset="-122"/>
            </a:endParaRPr>
          </a:p>
          <a:p>
            <a:pPr marL="0" indent="0">
              <a:lnSpc>
                <a:spcPct val="150000"/>
              </a:lnSpc>
              <a:buFont typeface="Wingdings" pitchFamily="2" charset="2"/>
              <a:buNone/>
            </a:pPr>
            <a:r>
              <a:rPr lang="zh-CN" altLang="zh-CN" sz="2800" smtClean="0">
                <a:solidFill>
                  <a:srgbClr val="C00000"/>
                </a:solidFill>
                <a:latin typeface="黑体" pitchFamily="2" charset="-122"/>
                <a:ea typeface="黑体" pitchFamily="2" charset="-122"/>
              </a:rPr>
              <a:t>不能</a:t>
            </a:r>
            <a:r>
              <a:rPr lang="zh-CN" altLang="zh-CN" sz="2800" smtClean="0">
                <a:latin typeface="黑体" pitchFamily="2" charset="-122"/>
                <a:ea typeface="黑体" pitchFamily="2" charset="-122"/>
              </a:rPr>
              <a:t>等价于</a:t>
            </a:r>
          </a:p>
          <a:p>
            <a:pPr marL="0" lvl="1" indent="0">
              <a:lnSpc>
                <a:spcPct val="150000"/>
              </a:lnSpc>
              <a:spcBef>
                <a:spcPct val="0"/>
              </a:spcBef>
              <a:buFont typeface="Wingdings" pitchFamily="2" charset="2"/>
              <a:buNone/>
            </a:pPr>
            <a:r>
              <a:rPr lang="en-US" altLang="zh-CN" smtClean="0">
                <a:latin typeface="Times New Roman" pitchFamily="18" charset="0"/>
                <a:ea typeface="黑体" pitchFamily="2" charset="-122"/>
              </a:rPr>
              <a:t>            char</a:t>
            </a:r>
            <a:r>
              <a:rPr lang="zh-CN" altLang="zh-CN" smtClean="0">
                <a:latin typeface="Times New Roman" pitchFamily="18" charset="0"/>
                <a:ea typeface="黑体" pitchFamily="2" charset="-122"/>
              </a:rPr>
              <a:t> </a:t>
            </a:r>
            <a:r>
              <a:rPr lang="en-US" altLang="zh-CN" smtClean="0">
                <a:latin typeface="Times New Roman" pitchFamily="18" charset="0"/>
                <a:ea typeface="黑体" pitchFamily="2" charset="-122"/>
              </a:rPr>
              <a:t>str[14];</a:t>
            </a:r>
            <a:r>
              <a:rPr lang="zh-CN" altLang="zh-CN" smtClean="0">
                <a:latin typeface="Times New Roman" pitchFamily="18" charset="0"/>
                <a:ea typeface="黑体" pitchFamily="2" charset="-122"/>
              </a:rPr>
              <a:t></a:t>
            </a:r>
          </a:p>
          <a:p>
            <a:pPr marL="0" lvl="1" indent="0">
              <a:lnSpc>
                <a:spcPct val="150000"/>
              </a:lnSpc>
              <a:spcBef>
                <a:spcPct val="0"/>
              </a:spcBef>
              <a:buFont typeface="Wingdings" pitchFamily="2" charset="2"/>
              <a:buNone/>
            </a:pPr>
            <a:r>
              <a:rPr lang="en-US" altLang="zh-CN" smtClean="0">
                <a:latin typeface="Times New Roman" pitchFamily="18" charset="0"/>
                <a:ea typeface="黑体" pitchFamily="2" charset="-122"/>
              </a:rPr>
              <a:t>            str[]=”I love China!</a:t>
            </a:r>
            <a:r>
              <a:rPr lang="zh-CN" altLang="zh-CN" smtClean="0">
                <a:latin typeface="Times New Roman" pitchFamily="18" charset="0"/>
                <a:ea typeface="黑体" pitchFamily="2" charset="-122"/>
              </a:rPr>
              <a:t>″</a:t>
            </a:r>
            <a:r>
              <a:rPr lang="en-US" altLang="zh-CN" smtClean="0">
                <a:latin typeface="Times New Roman" pitchFamily="18" charset="0"/>
                <a:ea typeface="黑体" pitchFamily="2" charset="-122"/>
              </a:rPr>
              <a:t>;</a:t>
            </a:r>
            <a:endParaRPr lang="zh-CN" altLang="zh-CN" smtClean="0">
              <a:latin typeface="Times New Roman" pitchFamily="18" charset="0"/>
              <a:ea typeface="黑体" pitchFamily="2" charset="-122"/>
            </a:endParaRPr>
          </a:p>
        </p:txBody>
      </p:sp>
      <p:pic>
        <p:nvPicPr>
          <p:cNvPr id="118787" name="图片 6" descr="Untitled2.png">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459788" y="6237288"/>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46974383"/>
      </p:ext>
    </p:extLst>
  </p:cSld>
  <p:clrMapOvr>
    <a:masterClrMapping/>
  </p:clrMapOvr>
  <p:transition>
    <p:checker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11618">
                                            <p:txEl>
                                              <p:pRg st="0" end="0"/>
                                            </p:txEl>
                                          </p:spTgt>
                                        </p:tgtEl>
                                        <p:attrNameLst>
                                          <p:attrName>style.visibility</p:attrName>
                                        </p:attrNameLst>
                                      </p:cBhvr>
                                      <p:to>
                                        <p:strVal val="visible"/>
                                      </p:to>
                                    </p:set>
                                    <p:anim calcmode="lin" valueType="num">
                                      <p:cBhvr additive="base">
                                        <p:cTn id="7" dur="500" fill="hold"/>
                                        <p:tgtEl>
                                          <p:spTgt spid="11161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1161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111618">
                                            <p:txEl>
                                              <p:pRg st="1" end="1"/>
                                            </p:txEl>
                                          </p:spTgt>
                                        </p:tgtEl>
                                        <p:attrNameLst>
                                          <p:attrName>style.visibility</p:attrName>
                                        </p:attrNameLst>
                                      </p:cBhvr>
                                      <p:to>
                                        <p:strVal val="visible"/>
                                      </p:to>
                                    </p:set>
                                    <p:anim calcmode="lin" valueType="num">
                                      <p:cBhvr additive="base">
                                        <p:cTn id="13" dur="500" fill="hold"/>
                                        <p:tgtEl>
                                          <p:spTgt spid="111618">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11618">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111618">
                                            <p:txEl>
                                              <p:pRg st="2" end="2"/>
                                            </p:txEl>
                                          </p:spTgt>
                                        </p:tgtEl>
                                        <p:attrNameLst>
                                          <p:attrName>style.visibility</p:attrName>
                                        </p:attrNameLst>
                                      </p:cBhvr>
                                      <p:to>
                                        <p:strVal val="visible"/>
                                      </p:to>
                                    </p:set>
                                    <p:anim calcmode="lin" valueType="num">
                                      <p:cBhvr additive="base">
                                        <p:cTn id="17" dur="500" fill="hold"/>
                                        <p:tgtEl>
                                          <p:spTgt spid="111618">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11161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4" fill="hold" nodeType="clickEffect">
                                  <p:stCondLst>
                                    <p:cond delay="0"/>
                                  </p:stCondLst>
                                  <p:childTnLst>
                                    <p:set>
                                      <p:cBhvr>
                                        <p:cTn id="22" dur="1" fill="hold">
                                          <p:stCondLst>
                                            <p:cond delay="0"/>
                                          </p:stCondLst>
                                        </p:cTn>
                                        <p:tgtEl>
                                          <p:spTgt spid="111618">
                                            <p:txEl>
                                              <p:pRg st="3" end="3"/>
                                            </p:txEl>
                                          </p:spTgt>
                                        </p:tgtEl>
                                        <p:attrNameLst>
                                          <p:attrName>style.visibility</p:attrName>
                                        </p:attrNameLst>
                                      </p:cBhvr>
                                      <p:to>
                                        <p:strVal val="visible"/>
                                      </p:to>
                                    </p:set>
                                    <p:anim calcmode="lin" valueType="num">
                                      <p:cBhvr additive="base">
                                        <p:cTn id="23" dur="500" fill="hold"/>
                                        <p:tgtEl>
                                          <p:spTgt spid="111618">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111618">
                                            <p:txEl>
                                              <p:pRg st="3" end="3"/>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111618">
                                            <p:txEl>
                                              <p:pRg st="4" end="4"/>
                                            </p:txEl>
                                          </p:spTgt>
                                        </p:tgtEl>
                                        <p:attrNameLst>
                                          <p:attrName>style.visibility</p:attrName>
                                        </p:attrNameLst>
                                      </p:cBhvr>
                                      <p:to>
                                        <p:strVal val="visible"/>
                                      </p:to>
                                    </p:set>
                                    <p:anim calcmode="lin" valueType="num">
                                      <p:cBhvr additive="base">
                                        <p:cTn id="27" dur="500" fill="hold"/>
                                        <p:tgtEl>
                                          <p:spTgt spid="111618">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111618">
                                            <p:txEl>
                                              <p:pRg st="4" end="4"/>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111618">
                                            <p:txEl>
                                              <p:pRg st="5" end="5"/>
                                            </p:txEl>
                                          </p:spTgt>
                                        </p:tgtEl>
                                        <p:attrNameLst>
                                          <p:attrName>style.visibility</p:attrName>
                                        </p:attrNameLst>
                                      </p:cBhvr>
                                      <p:to>
                                        <p:strVal val="visible"/>
                                      </p:to>
                                    </p:set>
                                    <p:anim calcmode="lin" valueType="num">
                                      <p:cBhvr additive="base">
                                        <p:cTn id="31" dur="500" fill="hold"/>
                                        <p:tgtEl>
                                          <p:spTgt spid="111618">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11618">
                                            <p:txEl>
                                              <p:pRg st="5" end="5"/>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111618">
                                            <p:txEl>
                                              <p:pRg st="6" end="6"/>
                                            </p:txEl>
                                          </p:spTgt>
                                        </p:tgtEl>
                                        <p:attrNameLst>
                                          <p:attrName>style.visibility</p:attrName>
                                        </p:attrNameLst>
                                      </p:cBhvr>
                                      <p:to>
                                        <p:strVal val="visible"/>
                                      </p:to>
                                    </p:set>
                                    <p:anim calcmode="lin" valueType="num">
                                      <p:cBhvr additive="base">
                                        <p:cTn id="35" dur="500" fill="hold"/>
                                        <p:tgtEl>
                                          <p:spTgt spid="111618">
                                            <p:txEl>
                                              <p:pRg st="6" end="6"/>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111618">
                                            <p:txEl>
                                              <p:pRg st="6" end="6"/>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111618">
                                            <p:txEl>
                                              <p:pRg st="7" end="7"/>
                                            </p:txEl>
                                          </p:spTgt>
                                        </p:tgtEl>
                                        <p:attrNameLst>
                                          <p:attrName>style.visibility</p:attrName>
                                        </p:attrNameLst>
                                      </p:cBhvr>
                                      <p:to>
                                        <p:strVal val="visible"/>
                                      </p:to>
                                    </p:set>
                                    <p:anim calcmode="lin" valueType="num">
                                      <p:cBhvr additive="base">
                                        <p:cTn id="39" dur="500" fill="hold"/>
                                        <p:tgtEl>
                                          <p:spTgt spid="111618">
                                            <p:txEl>
                                              <p:pRg st="7" end="7"/>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111618">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7411" name="Rectangle 7"/>
          <p:cNvSpPr>
            <a:spLocks noGrp="1" noChangeArrowheads="1"/>
          </p:cNvSpPr>
          <p:nvPr>
            <p:ph type="body" sz="half" idx="1"/>
          </p:nvPr>
        </p:nvSpPr>
        <p:spPr>
          <a:xfrm>
            <a:off x="315913" y="533400"/>
            <a:ext cx="8613775" cy="5572125"/>
          </a:xfrm>
        </p:spPr>
        <p:txBody>
          <a:bodyPr/>
          <a:lstStyle/>
          <a:p>
            <a:pPr marL="0" indent="0">
              <a:lnSpc>
                <a:spcPct val="150000"/>
              </a:lnSpc>
              <a:spcBef>
                <a:spcPct val="0"/>
              </a:spcBef>
              <a:buFont typeface="Wingdings" pitchFamily="2" charset="2"/>
              <a:buNone/>
            </a:pPr>
            <a:r>
              <a:rPr lang="en-US" altLang="zh-CN" sz="2800" smtClean="0">
                <a:latin typeface="黑体" pitchFamily="2" charset="-122"/>
                <a:ea typeface="黑体" pitchFamily="2" charset="-122"/>
              </a:rPr>
              <a:t>(4)</a:t>
            </a:r>
            <a:r>
              <a:rPr lang="zh-CN" altLang="zh-CN" sz="2800" smtClean="0">
                <a:latin typeface="黑体" pitchFamily="2" charset="-122"/>
                <a:ea typeface="黑体" pitchFamily="2" charset="-122"/>
              </a:rPr>
              <a:t>如果定义了一个</a:t>
            </a:r>
            <a:r>
              <a:rPr lang="zh-CN" altLang="zh-CN" sz="2800" smtClean="0">
                <a:solidFill>
                  <a:srgbClr val="0000FF"/>
                </a:solidFill>
                <a:latin typeface="黑体" pitchFamily="2" charset="-122"/>
                <a:ea typeface="黑体" pitchFamily="2" charset="-122"/>
              </a:rPr>
              <a:t>字符数组</a:t>
            </a:r>
            <a:r>
              <a:rPr lang="zh-CN" altLang="zh-CN" sz="2800" smtClean="0">
                <a:latin typeface="黑体" pitchFamily="2" charset="-122"/>
                <a:ea typeface="黑体" pitchFamily="2" charset="-122"/>
              </a:rPr>
              <a:t>，在编译时为它分配内存单元，它</a:t>
            </a:r>
            <a:r>
              <a:rPr lang="zh-CN" altLang="zh-CN" sz="2800" smtClean="0">
                <a:solidFill>
                  <a:srgbClr val="00B050"/>
                </a:solidFill>
                <a:latin typeface="黑体" pitchFamily="2" charset="-122"/>
                <a:ea typeface="黑体" pitchFamily="2" charset="-122"/>
              </a:rPr>
              <a:t>有确定的地址</a:t>
            </a:r>
            <a:r>
              <a:rPr lang="zh-CN" altLang="zh-CN" sz="2800" smtClean="0">
                <a:latin typeface="黑体" pitchFamily="2" charset="-122"/>
                <a:ea typeface="黑体" pitchFamily="2" charset="-122"/>
              </a:rPr>
              <a:t>。</a:t>
            </a:r>
            <a:endParaRPr lang="en-US" altLang="zh-CN" sz="2800" smtClean="0">
              <a:latin typeface="黑体" pitchFamily="2" charset="-122"/>
              <a:ea typeface="黑体" pitchFamily="2" charset="-122"/>
            </a:endParaRPr>
          </a:p>
          <a:p>
            <a:pPr marL="0" indent="0">
              <a:lnSpc>
                <a:spcPct val="150000"/>
              </a:lnSpc>
              <a:spcBef>
                <a:spcPct val="0"/>
              </a:spcBef>
              <a:buFont typeface="Wingdings" pitchFamily="2" charset="2"/>
              <a:buNone/>
            </a:pPr>
            <a:r>
              <a:rPr lang="en-US" altLang="zh-CN" sz="2800" smtClean="0">
                <a:latin typeface="黑体" pitchFamily="2" charset="-122"/>
                <a:ea typeface="黑体" pitchFamily="2" charset="-122"/>
              </a:rPr>
              <a:t>   </a:t>
            </a:r>
            <a:r>
              <a:rPr lang="zh-CN" altLang="zh-CN" sz="2800" smtClean="0">
                <a:latin typeface="黑体" pitchFamily="2" charset="-122"/>
                <a:ea typeface="黑体" pitchFamily="2" charset="-122"/>
              </a:rPr>
              <a:t>而定义一个</a:t>
            </a:r>
            <a:r>
              <a:rPr lang="zh-CN" altLang="zh-CN" sz="2800" smtClean="0">
                <a:solidFill>
                  <a:srgbClr val="0000FF"/>
                </a:solidFill>
                <a:latin typeface="黑体" pitchFamily="2" charset="-122"/>
                <a:ea typeface="黑体" pitchFamily="2" charset="-122"/>
              </a:rPr>
              <a:t>字符指针变量</a:t>
            </a:r>
            <a:r>
              <a:rPr lang="zh-CN" altLang="zh-CN" sz="2800" smtClean="0">
                <a:latin typeface="黑体" pitchFamily="2" charset="-122"/>
                <a:ea typeface="黑体" pitchFamily="2" charset="-122"/>
              </a:rPr>
              <a:t>时，给指针变量分配内存单元，在其中可以放</a:t>
            </a:r>
            <a:r>
              <a:rPr lang="zh-CN" altLang="zh-CN" sz="2800" smtClean="0">
                <a:solidFill>
                  <a:srgbClr val="00B050"/>
                </a:solidFill>
                <a:latin typeface="黑体" pitchFamily="2" charset="-122"/>
                <a:ea typeface="黑体" pitchFamily="2" charset="-122"/>
              </a:rPr>
              <a:t>一个字符变量的地址</a:t>
            </a:r>
            <a:r>
              <a:rPr lang="zh-CN" altLang="zh-CN" sz="2800" smtClean="0">
                <a:latin typeface="黑体" pitchFamily="2" charset="-122"/>
                <a:ea typeface="黑体" pitchFamily="2" charset="-122"/>
              </a:rPr>
              <a:t>。</a:t>
            </a:r>
            <a:endParaRPr lang="en-US" altLang="zh-CN" sz="2800" smtClean="0">
              <a:latin typeface="黑体" pitchFamily="2" charset="-122"/>
              <a:ea typeface="黑体" pitchFamily="2" charset="-122"/>
            </a:endParaRPr>
          </a:p>
          <a:p>
            <a:pPr lvl="1">
              <a:buFont typeface="Wingdings" pitchFamily="2" charset="2"/>
              <a:buNone/>
            </a:pPr>
            <a:r>
              <a:rPr lang="en-US" altLang="zh-CN" b="1" smtClean="0">
                <a:latin typeface="Times New Roman" pitchFamily="18" charset="0"/>
                <a:cs typeface="Times New Roman" pitchFamily="18" charset="0"/>
              </a:rPr>
              <a:t>  </a:t>
            </a:r>
            <a:r>
              <a:rPr lang="en-US" altLang="zh-CN" b="1" smtClean="0">
                <a:solidFill>
                  <a:srgbClr val="D60093"/>
                </a:solidFill>
                <a:latin typeface="Times New Roman" pitchFamily="18" charset="0"/>
                <a:cs typeface="Times New Roman" pitchFamily="18" charset="0"/>
              </a:rPr>
              <a:t>char *a;     </a:t>
            </a:r>
          </a:p>
          <a:p>
            <a:pPr lvl="1">
              <a:buFont typeface="Wingdings" pitchFamily="2" charset="2"/>
              <a:buNone/>
            </a:pPr>
            <a:r>
              <a:rPr lang="en-US" altLang="zh-CN" b="1" smtClean="0">
                <a:solidFill>
                  <a:srgbClr val="D60093"/>
                </a:solidFill>
                <a:latin typeface="Times New Roman" pitchFamily="18" charset="0"/>
                <a:cs typeface="Times New Roman" pitchFamily="18" charset="0"/>
              </a:rPr>
              <a:t>  scnaf(“%s”,a);   </a:t>
            </a:r>
            <a:r>
              <a:rPr lang="zh-CN" altLang="en-US" b="1" smtClean="0">
                <a:solidFill>
                  <a:srgbClr val="FF0000"/>
                </a:solidFill>
                <a:latin typeface="黑体" pitchFamily="2" charset="-122"/>
                <a:ea typeface="黑体" pitchFamily="2" charset="-122"/>
                <a:cs typeface="Times New Roman" pitchFamily="18" charset="0"/>
              </a:rPr>
              <a:t>错</a:t>
            </a:r>
            <a:endParaRPr lang="en-US" altLang="zh-CN" b="1" smtClean="0">
              <a:solidFill>
                <a:srgbClr val="FF0000"/>
              </a:solidFill>
              <a:latin typeface="黑体" pitchFamily="2" charset="-122"/>
              <a:ea typeface="黑体" pitchFamily="2" charset="-122"/>
              <a:cs typeface="Times New Roman" pitchFamily="18" charset="0"/>
            </a:endParaRPr>
          </a:p>
          <a:p>
            <a:pPr lvl="1">
              <a:buFont typeface="Wingdings" pitchFamily="2" charset="2"/>
              <a:buNone/>
            </a:pPr>
            <a:r>
              <a:rPr lang="en-US" altLang="zh-CN" b="1" smtClean="0">
                <a:latin typeface="Times New Roman" pitchFamily="18" charset="0"/>
                <a:cs typeface="Times New Roman" pitchFamily="18" charset="0"/>
              </a:rPr>
              <a:t> </a:t>
            </a:r>
            <a:r>
              <a:rPr lang="en-US" altLang="zh-CN" b="1" smtClean="0">
                <a:solidFill>
                  <a:srgbClr val="00B050"/>
                </a:solidFill>
                <a:latin typeface="Times New Roman" pitchFamily="18" charset="0"/>
                <a:cs typeface="Times New Roman" pitchFamily="18" charset="0"/>
              </a:rPr>
              <a:t>char *a,str[10];      </a:t>
            </a:r>
            <a:endParaRPr lang="zh-CN" altLang="zh-CN" b="1" smtClean="0">
              <a:solidFill>
                <a:srgbClr val="00B050"/>
              </a:solidFill>
              <a:latin typeface="Times New Roman" pitchFamily="18" charset="0"/>
              <a:cs typeface="Times New Roman" pitchFamily="18" charset="0"/>
            </a:endParaRPr>
          </a:p>
          <a:p>
            <a:pPr lvl="1">
              <a:buFont typeface="Wingdings" pitchFamily="2" charset="2"/>
              <a:buNone/>
            </a:pPr>
            <a:r>
              <a:rPr lang="en-US" altLang="zh-CN" b="1" smtClean="0">
                <a:solidFill>
                  <a:srgbClr val="00B050"/>
                </a:solidFill>
                <a:latin typeface="Times New Roman" pitchFamily="18" charset="0"/>
                <a:cs typeface="Times New Roman" pitchFamily="18" charset="0"/>
              </a:rPr>
              <a:t> a=str;                  </a:t>
            </a:r>
            <a:endParaRPr lang="zh-CN" altLang="zh-CN" b="1" smtClean="0">
              <a:solidFill>
                <a:srgbClr val="00B050"/>
              </a:solidFill>
              <a:latin typeface="Times New Roman" pitchFamily="18" charset="0"/>
              <a:cs typeface="Times New Roman" pitchFamily="18" charset="0"/>
            </a:endParaRPr>
          </a:p>
          <a:p>
            <a:pPr lvl="1">
              <a:buFont typeface="Wingdings" pitchFamily="2" charset="2"/>
              <a:buNone/>
            </a:pPr>
            <a:r>
              <a:rPr lang="en-US" altLang="zh-CN" b="1" smtClean="0">
                <a:solidFill>
                  <a:srgbClr val="00B050"/>
                </a:solidFill>
                <a:latin typeface="Times New Roman" pitchFamily="18" charset="0"/>
                <a:cs typeface="Times New Roman" pitchFamily="18" charset="0"/>
              </a:rPr>
              <a:t> scanf (“%s”,a);      </a:t>
            </a:r>
            <a:r>
              <a:rPr lang="zh-CN" altLang="en-US" b="1" smtClean="0">
                <a:solidFill>
                  <a:srgbClr val="FF0000"/>
                </a:solidFill>
                <a:latin typeface="黑体" pitchFamily="2" charset="-122"/>
                <a:ea typeface="黑体" pitchFamily="2" charset="-122"/>
              </a:rPr>
              <a:t>对</a:t>
            </a:r>
            <a:endParaRPr lang="zh-CN" altLang="zh-CN" b="1" smtClean="0">
              <a:solidFill>
                <a:srgbClr val="9D138D"/>
              </a:solidFill>
              <a:latin typeface="黑体" pitchFamily="2" charset="-122"/>
              <a:ea typeface="黑体" pitchFamily="2" charset="-122"/>
            </a:endParaRPr>
          </a:p>
          <a:p>
            <a:pPr marL="0" indent="0">
              <a:buFont typeface="Wingdings" pitchFamily="2" charset="2"/>
              <a:buNone/>
            </a:pPr>
            <a:endParaRPr lang="zh-CN" altLang="zh-CN" smtClean="0"/>
          </a:p>
        </p:txBody>
      </p:sp>
      <p:pic>
        <p:nvPicPr>
          <p:cNvPr id="119811" name="图片 6" descr="Untitled2.png">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459788" y="6237288"/>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22511701"/>
      </p:ext>
    </p:extLst>
  </p:cSld>
  <p:clrMapOvr>
    <a:masterClrMapping/>
  </p:clrMapOvr>
  <p:transition>
    <p:checker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7411">
                                            <p:txEl>
                                              <p:pRg st="1" end="1"/>
                                            </p:txEl>
                                          </p:spTgt>
                                        </p:tgtEl>
                                        <p:attrNameLst>
                                          <p:attrName>style.visibility</p:attrName>
                                        </p:attrNameLst>
                                      </p:cBhvr>
                                      <p:to>
                                        <p:strVal val="visible"/>
                                      </p:to>
                                    </p:set>
                                    <p:anim calcmode="lin" valueType="num">
                                      <p:cBhvr additive="base">
                                        <p:cTn id="7" dur="500" fill="hold"/>
                                        <p:tgtEl>
                                          <p:spTgt spid="17411">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741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3" presetClass="entr" presetSubtype="10" fill="hold" nodeType="clickEffect">
                                  <p:stCondLst>
                                    <p:cond delay="0"/>
                                  </p:stCondLst>
                                  <p:childTnLst>
                                    <p:set>
                                      <p:cBhvr>
                                        <p:cTn id="12" dur="1" fill="hold">
                                          <p:stCondLst>
                                            <p:cond delay="0"/>
                                          </p:stCondLst>
                                        </p:cTn>
                                        <p:tgtEl>
                                          <p:spTgt spid="17411">
                                            <p:txEl>
                                              <p:pRg st="2" end="2"/>
                                            </p:txEl>
                                          </p:spTgt>
                                        </p:tgtEl>
                                        <p:attrNameLst>
                                          <p:attrName>style.visibility</p:attrName>
                                        </p:attrNameLst>
                                      </p:cBhvr>
                                      <p:to>
                                        <p:strVal val="visible"/>
                                      </p:to>
                                    </p:set>
                                    <p:animEffect transition="in" filter="blinds(horizontal)">
                                      <p:cBhvr>
                                        <p:cTn id="13" dur="500"/>
                                        <p:tgtEl>
                                          <p:spTgt spid="17411">
                                            <p:txEl>
                                              <p:pRg st="2" end="2"/>
                                            </p:txEl>
                                          </p:spTgt>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3" presetClass="entr" presetSubtype="10" fill="hold" nodeType="clickEffect">
                                  <p:stCondLst>
                                    <p:cond delay="0"/>
                                  </p:stCondLst>
                                  <p:childTnLst>
                                    <p:set>
                                      <p:cBhvr>
                                        <p:cTn id="17" dur="1" fill="hold">
                                          <p:stCondLst>
                                            <p:cond delay="0"/>
                                          </p:stCondLst>
                                        </p:cTn>
                                        <p:tgtEl>
                                          <p:spTgt spid="17411">
                                            <p:txEl>
                                              <p:pRg st="3" end="3"/>
                                            </p:txEl>
                                          </p:spTgt>
                                        </p:tgtEl>
                                        <p:attrNameLst>
                                          <p:attrName>style.visibility</p:attrName>
                                        </p:attrNameLst>
                                      </p:cBhvr>
                                      <p:to>
                                        <p:strVal val="visible"/>
                                      </p:to>
                                    </p:set>
                                    <p:animEffect transition="in" filter="blinds(horizontal)">
                                      <p:cBhvr>
                                        <p:cTn id="18" dur="500"/>
                                        <p:tgtEl>
                                          <p:spTgt spid="17411">
                                            <p:txEl>
                                              <p:pRg st="3" end="3"/>
                                            </p:txEl>
                                          </p:spTgt>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3" presetClass="entr" presetSubtype="10" fill="hold" nodeType="clickEffect">
                                  <p:stCondLst>
                                    <p:cond delay="0"/>
                                  </p:stCondLst>
                                  <p:childTnLst>
                                    <p:set>
                                      <p:cBhvr>
                                        <p:cTn id="22" dur="1" fill="hold">
                                          <p:stCondLst>
                                            <p:cond delay="0"/>
                                          </p:stCondLst>
                                        </p:cTn>
                                        <p:tgtEl>
                                          <p:spTgt spid="17411">
                                            <p:txEl>
                                              <p:pRg st="4" end="4"/>
                                            </p:txEl>
                                          </p:spTgt>
                                        </p:tgtEl>
                                        <p:attrNameLst>
                                          <p:attrName>style.visibility</p:attrName>
                                        </p:attrNameLst>
                                      </p:cBhvr>
                                      <p:to>
                                        <p:strVal val="visible"/>
                                      </p:to>
                                    </p:set>
                                    <p:animEffect transition="in" filter="blinds(horizontal)">
                                      <p:cBhvr>
                                        <p:cTn id="23" dur="500"/>
                                        <p:tgtEl>
                                          <p:spTgt spid="17411">
                                            <p:txEl>
                                              <p:pRg st="4" end="4"/>
                                            </p:txEl>
                                          </p:spTgt>
                                        </p:tgtEl>
                                      </p:cBhvr>
                                    </p:animEffect>
                                  </p:childTnLst>
                                </p:cTn>
                              </p:par>
                              <p:par>
                                <p:cTn id="24" presetID="3" presetClass="entr" presetSubtype="10" fill="hold" nodeType="withEffect">
                                  <p:stCondLst>
                                    <p:cond delay="0"/>
                                  </p:stCondLst>
                                  <p:childTnLst>
                                    <p:set>
                                      <p:cBhvr>
                                        <p:cTn id="25" dur="1" fill="hold">
                                          <p:stCondLst>
                                            <p:cond delay="0"/>
                                          </p:stCondLst>
                                        </p:cTn>
                                        <p:tgtEl>
                                          <p:spTgt spid="17411">
                                            <p:txEl>
                                              <p:pRg st="5" end="5"/>
                                            </p:txEl>
                                          </p:spTgt>
                                        </p:tgtEl>
                                        <p:attrNameLst>
                                          <p:attrName>style.visibility</p:attrName>
                                        </p:attrNameLst>
                                      </p:cBhvr>
                                      <p:to>
                                        <p:strVal val="visible"/>
                                      </p:to>
                                    </p:set>
                                    <p:animEffect transition="in" filter="blinds(horizontal)">
                                      <p:cBhvr>
                                        <p:cTn id="26" dur="500"/>
                                        <p:tgtEl>
                                          <p:spTgt spid="17411">
                                            <p:txEl>
                                              <p:pRg st="5" end="5"/>
                                            </p:txEl>
                                          </p:spTgt>
                                        </p:tgtEl>
                                      </p:cBhvr>
                                    </p:animEffect>
                                  </p:childTnLst>
                                </p:cTn>
                              </p:par>
                              <p:par>
                                <p:cTn id="27" presetID="3" presetClass="entr" presetSubtype="10" fill="hold" nodeType="withEffect">
                                  <p:stCondLst>
                                    <p:cond delay="0"/>
                                  </p:stCondLst>
                                  <p:childTnLst>
                                    <p:set>
                                      <p:cBhvr>
                                        <p:cTn id="28" dur="1" fill="hold">
                                          <p:stCondLst>
                                            <p:cond delay="0"/>
                                          </p:stCondLst>
                                        </p:cTn>
                                        <p:tgtEl>
                                          <p:spTgt spid="17411">
                                            <p:txEl>
                                              <p:pRg st="6" end="6"/>
                                            </p:txEl>
                                          </p:spTgt>
                                        </p:tgtEl>
                                        <p:attrNameLst>
                                          <p:attrName>style.visibility</p:attrName>
                                        </p:attrNameLst>
                                      </p:cBhvr>
                                      <p:to>
                                        <p:strVal val="visible"/>
                                      </p:to>
                                    </p:set>
                                    <p:animEffect transition="in" filter="blinds(horizontal)">
                                      <p:cBhvr>
                                        <p:cTn id="29" dur="500"/>
                                        <p:tgtEl>
                                          <p:spTgt spid="17411">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7411" name="Rectangle 7"/>
          <p:cNvSpPr>
            <a:spLocks noGrp="1" noChangeArrowheads="1"/>
          </p:cNvSpPr>
          <p:nvPr>
            <p:ph type="body" sz="half" idx="1"/>
          </p:nvPr>
        </p:nvSpPr>
        <p:spPr>
          <a:xfrm>
            <a:off x="315913" y="549275"/>
            <a:ext cx="8613775" cy="4286250"/>
          </a:xfrm>
        </p:spPr>
        <p:txBody>
          <a:bodyPr/>
          <a:lstStyle/>
          <a:p>
            <a:pPr marL="0" indent="0">
              <a:lnSpc>
                <a:spcPct val="150000"/>
              </a:lnSpc>
              <a:spcBef>
                <a:spcPct val="0"/>
              </a:spcBef>
              <a:buFont typeface="Wingdings" pitchFamily="2" charset="2"/>
              <a:buNone/>
            </a:pPr>
            <a:r>
              <a:rPr lang="en-US" altLang="zh-CN" sz="2800" smtClean="0">
                <a:latin typeface="黑体" pitchFamily="2" charset="-122"/>
                <a:ea typeface="黑体" pitchFamily="2" charset="-122"/>
              </a:rPr>
              <a:t>(5)</a:t>
            </a:r>
            <a:r>
              <a:rPr lang="zh-CN" altLang="zh-CN" sz="2800" smtClean="0">
                <a:solidFill>
                  <a:srgbClr val="0000FF"/>
                </a:solidFill>
                <a:latin typeface="黑体" pitchFamily="2" charset="-122"/>
                <a:ea typeface="黑体" pitchFamily="2" charset="-122"/>
              </a:rPr>
              <a:t>指针变量</a:t>
            </a:r>
            <a:r>
              <a:rPr lang="zh-CN" altLang="zh-CN" sz="2800" smtClean="0">
                <a:latin typeface="黑体" pitchFamily="2" charset="-122"/>
                <a:ea typeface="黑体" pitchFamily="2" charset="-122"/>
              </a:rPr>
              <a:t>的值是</a:t>
            </a:r>
            <a:r>
              <a:rPr lang="zh-CN" altLang="zh-CN" sz="2800" smtClean="0">
                <a:solidFill>
                  <a:srgbClr val="00B050"/>
                </a:solidFill>
                <a:latin typeface="黑体" pitchFamily="2" charset="-122"/>
                <a:ea typeface="黑体" pitchFamily="2" charset="-122"/>
              </a:rPr>
              <a:t>可以改变</a:t>
            </a:r>
            <a:r>
              <a:rPr lang="zh-CN" altLang="zh-CN" sz="2800" smtClean="0">
                <a:latin typeface="黑体" pitchFamily="2" charset="-122"/>
                <a:ea typeface="黑体" pitchFamily="2" charset="-122"/>
              </a:rPr>
              <a:t>的</a:t>
            </a:r>
            <a:r>
              <a:rPr lang="zh-CN" altLang="en-US" sz="2800" smtClean="0">
                <a:latin typeface="黑体" pitchFamily="2" charset="-122"/>
                <a:ea typeface="黑体" pitchFamily="2" charset="-122"/>
              </a:rPr>
              <a:t>。</a:t>
            </a:r>
            <a:endParaRPr lang="en-US" altLang="zh-CN" sz="2800" smtClean="0">
              <a:latin typeface="黑体" pitchFamily="2" charset="-122"/>
              <a:ea typeface="黑体" pitchFamily="2" charset="-122"/>
            </a:endParaRPr>
          </a:p>
          <a:p>
            <a:pPr marL="0" indent="0">
              <a:lnSpc>
                <a:spcPct val="150000"/>
              </a:lnSpc>
              <a:spcBef>
                <a:spcPct val="0"/>
              </a:spcBef>
              <a:buFont typeface="Wingdings" pitchFamily="2" charset="2"/>
              <a:buNone/>
            </a:pPr>
            <a:r>
              <a:rPr lang="zh-CN" altLang="zh-CN" smtClean="0">
                <a:latin typeface="黑体" pitchFamily="2" charset="-122"/>
                <a:ea typeface="黑体" pitchFamily="2" charset="-122"/>
              </a:rPr>
              <a:t>例</a:t>
            </a:r>
            <a:r>
              <a:rPr lang="en-US" altLang="zh-CN" smtClean="0">
                <a:latin typeface="黑体" pitchFamily="2" charset="-122"/>
                <a:ea typeface="黑体" pitchFamily="2" charset="-122"/>
              </a:rPr>
              <a:t>8.15 </a:t>
            </a:r>
            <a:r>
              <a:rPr lang="zh-CN" altLang="zh-CN" smtClean="0">
                <a:latin typeface="黑体" pitchFamily="2" charset="-122"/>
                <a:ea typeface="黑体" pitchFamily="2" charset="-122"/>
              </a:rPr>
              <a:t>改变指针变量的值。</a:t>
            </a:r>
          </a:p>
          <a:p>
            <a:pPr marL="0" indent="0">
              <a:lnSpc>
                <a:spcPct val="150000"/>
              </a:lnSpc>
              <a:spcBef>
                <a:spcPct val="0"/>
              </a:spcBef>
            </a:pPr>
            <a:r>
              <a:rPr lang="zh-CN" altLang="zh-CN" sz="2800" smtClean="0">
                <a:latin typeface="黑体" pitchFamily="2" charset="-122"/>
                <a:ea typeface="黑体" pitchFamily="2" charset="-122"/>
              </a:rPr>
              <a:t>解题思路：</a:t>
            </a:r>
            <a:r>
              <a:rPr lang="en-US" altLang="zh-CN" sz="2800" smtClean="0">
                <a:latin typeface="黑体" pitchFamily="2" charset="-122"/>
                <a:ea typeface="黑体" pitchFamily="2" charset="-122"/>
              </a:rPr>
              <a:t> </a:t>
            </a:r>
            <a:endParaRPr lang="zh-CN" altLang="zh-CN" sz="2800" smtClean="0">
              <a:latin typeface="黑体" pitchFamily="2" charset="-122"/>
              <a:ea typeface="黑体" pitchFamily="2" charset="-122"/>
            </a:endParaRPr>
          </a:p>
          <a:p>
            <a:pPr marL="0" indent="0">
              <a:lnSpc>
                <a:spcPct val="150000"/>
              </a:lnSpc>
              <a:spcBef>
                <a:spcPct val="0"/>
              </a:spcBef>
              <a:buFont typeface="Wingdings" pitchFamily="2" charset="2"/>
              <a:buNone/>
            </a:pPr>
            <a:r>
              <a:rPr lang="en-US" altLang="zh-CN" sz="2800" smtClean="0">
                <a:latin typeface="黑体" pitchFamily="2" charset="-122"/>
                <a:ea typeface="黑体" pitchFamily="2" charset="-122"/>
              </a:rPr>
              <a:t>   </a:t>
            </a:r>
            <a:r>
              <a:rPr lang="zh-CN" altLang="zh-CN" sz="2800" smtClean="0">
                <a:latin typeface="黑体" pitchFamily="2" charset="-122"/>
                <a:ea typeface="黑体" pitchFamily="2" charset="-122"/>
              </a:rPr>
              <a:t>先使指针变量</a:t>
            </a:r>
            <a:r>
              <a:rPr lang="en-US" altLang="zh-CN" sz="2800" smtClean="0">
                <a:latin typeface="黑体" pitchFamily="2" charset="-122"/>
                <a:ea typeface="黑体" pitchFamily="2" charset="-122"/>
              </a:rPr>
              <a:t>a</a:t>
            </a:r>
            <a:r>
              <a:rPr lang="zh-CN" altLang="zh-CN" sz="2800" smtClean="0">
                <a:latin typeface="黑体" pitchFamily="2" charset="-122"/>
                <a:ea typeface="黑体" pitchFamily="2" charset="-122"/>
              </a:rPr>
              <a:t>指向字符串第</a:t>
            </a:r>
            <a:r>
              <a:rPr lang="en-US" altLang="zh-CN" sz="2800" smtClean="0">
                <a:latin typeface="黑体" pitchFamily="2" charset="-122"/>
                <a:ea typeface="黑体" pitchFamily="2" charset="-122"/>
              </a:rPr>
              <a:t>1</a:t>
            </a:r>
            <a:r>
              <a:rPr lang="zh-CN" altLang="zh-CN" sz="2800" smtClean="0">
                <a:latin typeface="黑体" pitchFamily="2" charset="-122"/>
                <a:ea typeface="黑体" pitchFamily="2" charset="-122"/>
              </a:rPr>
              <a:t>个字符，然后改变指针变量</a:t>
            </a:r>
            <a:r>
              <a:rPr lang="en-US" altLang="zh-CN" sz="2800" smtClean="0">
                <a:latin typeface="黑体" pitchFamily="2" charset="-122"/>
                <a:ea typeface="黑体" pitchFamily="2" charset="-122"/>
              </a:rPr>
              <a:t>a</a:t>
            </a:r>
            <a:r>
              <a:rPr lang="zh-CN" altLang="zh-CN" sz="2800" smtClean="0">
                <a:latin typeface="黑体" pitchFamily="2" charset="-122"/>
                <a:ea typeface="黑体" pitchFamily="2" charset="-122"/>
              </a:rPr>
              <a:t>的值，使之指向字符串中第</a:t>
            </a:r>
            <a:r>
              <a:rPr lang="en-US" altLang="zh-CN" sz="2800" smtClean="0">
                <a:latin typeface="黑体" pitchFamily="2" charset="-122"/>
                <a:ea typeface="黑体" pitchFamily="2" charset="-122"/>
              </a:rPr>
              <a:t>i</a:t>
            </a:r>
            <a:r>
              <a:rPr lang="zh-CN" altLang="zh-CN" sz="2800" smtClean="0">
                <a:latin typeface="黑体" pitchFamily="2" charset="-122"/>
                <a:ea typeface="黑体" pitchFamily="2" charset="-122"/>
              </a:rPr>
              <a:t>个字符，输出其后面的字符。</a:t>
            </a:r>
          </a:p>
        </p:txBody>
      </p:sp>
      <p:pic>
        <p:nvPicPr>
          <p:cNvPr id="120835" name="图片 6" descr="Untitled2.png">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459788" y="6237288"/>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33497839"/>
      </p:ext>
    </p:extLst>
  </p:cSld>
  <p:clrMapOvr>
    <a:masterClrMapping/>
  </p:clrMapOvr>
  <p:transition>
    <p:checker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17411">
                                            <p:txEl>
                                              <p:pRg st="1" end="1"/>
                                            </p:txEl>
                                          </p:spTgt>
                                        </p:tgtEl>
                                        <p:attrNameLst>
                                          <p:attrName>style.visibility</p:attrName>
                                        </p:attrNameLst>
                                      </p:cBhvr>
                                      <p:to>
                                        <p:strVal val="visible"/>
                                      </p:to>
                                    </p:set>
                                    <p:animEffect transition="in" filter="blinds(horizontal)">
                                      <p:cBhvr>
                                        <p:cTn id="7" dur="500"/>
                                        <p:tgtEl>
                                          <p:spTgt spid="17411">
                                            <p:txEl>
                                              <p:pRg st="1" end="1"/>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17411">
                                            <p:txEl>
                                              <p:pRg st="2" end="2"/>
                                            </p:txEl>
                                          </p:spTgt>
                                        </p:tgtEl>
                                        <p:attrNameLst>
                                          <p:attrName>style.visibility</p:attrName>
                                        </p:attrNameLst>
                                      </p:cBhvr>
                                      <p:to>
                                        <p:strVal val="visible"/>
                                      </p:to>
                                    </p:set>
                                    <p:animEffect transition="in" filter="blinds(horizontal)">
                                      <p:cBhvr>
                                        <p:cTn id="10" dur="500"/>
                                        <p:tgtEl>
                                          <p:spTgt spid="17411">
                                            <p:txEl>
                                              <p:pRg st="2" end="2"/>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17411">
                                            <p:txEl>
                                              <p:pRg st="3" end="3"/>
                                            </p:txEl>
                                          </p:spTgt>
                                        </p:tgtEl>
                                        <p:attrNameLst>
                                          <p:attrName>style.visibility</p:attrName>
                                        </p:attrNameLst>
                                      </p:cBhvr>
                                      <p:to>
                                        <p:strVal val="visible"/>
                                      </p:to>
                                    </p:set>
                                    <p:animEffect transition="in" filter="blinds(horizontal)">
                                      <p:cBhvr>
                                        <p:cTn id="13" dur="500"/>
                                        <p:tgtEl>
                                          <p:spTgt spid="1741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1858" name="Rectangle 7"/>
          <p:cNvSpPr>
            <a:spLocks noGrp="1" noChangeArrowheads="1"/>
          </p:cNvSpPr>
          <p:nvPr>
            <p:ph type="body" sz="half" idx="1"/>
          </p:nvPr>
        </p:nvSpPr>
        <p:spPr>
          <a:xfrm>
            <a:off x="1000125" y="1214438"/>
            <a:ext cx="6215063" cy="3857625"/>
          </a:xfrm>
        </p:spPr>
        <p:txBody>
          <a:bodyPr/>
          <a:lstStyle/>
          <a:p>
            <a:pPr marL="0" indent="0">
              <a:lnSpc>
                <a:spcPct val="150000"/>
              </a:lnSpc>
              <a:spcBef>
                <a:spcPct val="0"/>
              </a:spcBef>
              <a:buFont typeface="Wingdings" pitchFamily="2" charset="2"/>
              <a:buNone/>
            </a:pPr>
            <a:r>
              <a:rPr lang="en-US" altLang="zh-CN" sz="2800" smtClean="0">
                <a:latin typeface="Times New Roman" pitchFamily="18" charset="0"/>
                <a:cs typeface="Times New Roman" pitchFamily="18" charset="0"/>
              </a:rPr>
              <a:t>#include &lt;stdio.h&gt;</a:t>
            </a:r>
            <a:endParaRPr lang="zh-CN" altLang="zh-CN" sz="2800" smtClean="0">
              <a:latin typeface="Times New Roman" pitchFamily="18" charset="0"/>
              <a:cs typeface="Times New Roman" pitchFamily="18" charset="0"/>
            </a:endParaRPr>
          </a:p>
          <a:p>
            <a:pPr marL="0" indent="0">
              <a:lnSpc>
                <a:spcPct val="150000"/>
              </a:lnSpc>
              <a:spcBef>
                <a:spcPct val="0"/>
              </a:spcBef>
              <a:buFont typeface="Wingdings" pitchFamily="2" charset="2"/>
              <a:buNone/>
            </a:pPr>
            <a:r>
              <a:rPr lang="en-US" altLang="zh-CN" sz="2800" smtClean="0">
                <a:latin typeface="Times New Roman" pitchFamily="18" charset="0"/>
                <a:cs typeface="Times New Roman" pitchFamily="18" charset="0"/>
              </a:rPr>
              <a:t>int main()</a:t>
            </a:r>
            <a:endParaRPr lang="zh-CN" altLang="zh-CN" sz="2800" smtClean="0">
              <a:latin typeface="Times New Roman" pitchFamily="18" charset="0"/>
              <a:cs typeface="Times New Roman" pitchFamily="18" charset="0"/>
            </a:endParaRPr>
          </a:p>
          <a:p>
            <a:pPr marL="0" indent="0">
              <a:lnSpc>
                <a:spcPct val="150000"/>
              </a:lnSpc>
              <a:spcBef>
                <a:spcPct val="0"/>
              </a:spcBef>
              <a:buFont typeface="Wingdings" pitchFamily="2" charset="2"/>
              <a:buNone/>
            </a:pPr>
            <a:r>
              <a:rPr lang="en-US" altLang="zh-CN" sz="2800" smtClean="0">
                <a:latin typeface="Times New Roman" pitchFamily="18" charset="0"/>
                <a:cs typeface="Times New Roman" pitchFamily="18" charset="0"/>
              </a:rPr>
              <a:t> { char *a="I love China!";</a:t>
            </a:r>
            <a:endParaRPr lang="zh-CN" altLang="zh-CN" sz="2800" smtClean="0">
              <a:latin typeface="Times New Roman" pitchFamily="18" charset="0"/>
              <a:cs typeface="Times New Roman" pitchFamily="18" charset="0"/>
            </a:endParaRPr>
          </a:p>
          <a:p>
            <a:pPr marL="0" indent="0">
              <a:lnSpc>
                <a:spcPct val="150000"/>
              </a:lnSpc>
              <a:spcBef>
                <a:spcPct val="0"/>
              </a:spcBef>
              <a:buFont typeface="Wingdings" pitchFamily="2" charset="2"/>
              <a:buNone/>
            </a:pPr>
            <a:r>
              <a:rPr lang="en-US" altLang="zh-CN" sz="2800" smtClean="0">
                <a:latin typeface="Times New Roman" pitchFamily="18" charset="0"/>
                <a:cs typeface="Times New Roman" pitchFamily="18" charset="0"/>
              </a:rPr>
              <a:t>    a=a+7; </a:t>
            </a:r>
            <a:endParaRPr lang="zh-CN" altLang="zh-CN" sz="2800" smtClean="0">
              <a:latin typeface="Times New Roman" pitchFamily="18" charset="0"/>
              <a:cs typeface="Times New Roman" pitchFamily="18" charset="0"/>
            </a:endParaRPr>
          </a:p>
          <a:p>
            <a:pPr marL="0" indent="0">
              <a:lnSpc>
                <a:spcPct val="150000"/>
              </a:lnSpc>
              <a:spcBef>
                <a:spcPct val="0"/>
              </a:spcBef>
              <a:buFont typeface="Wingdings" pitchFamily="2" charset="2"/>
              <a:buNone/>
            </a:pPr>
            <a:r>
              <a:rPr lang="en-US" altLang="zh-CN" sz="2800" smtClean="0">
                <a:latin typeface="Times New Roman" pitchFamily="18" charset="0"/>
                <a:cs typeface="Times New Roman" pitchFamily="18" charset="0"/>
              </a:rPr>
              <a:t>    printf("%s\n",a);</a:t>
            </a:r>
          </a:p>
          <a:p>
            <a:pPr marL="0" indent="0">
              <a:lnSpc>
                <a:spcPct val="150000"/>
              </a:lnSpc>
              <a:spcBef>
                <a:spcPct val="0"/>
              </a:spcBef>
              <a:buFont typeface="Wingdings" pitchFamily="2" charset="2"/>
              <a:buNone/>
            </a:pPr>
            <a:r>
              <a:rPr lang="en-US" altLang="zh-CN" sz="2800" smtClean="0">
                <a:latin typeface="Times New Roman" pitchFamily="18" charset="0"/>
                <a:cs typeface="Times New Roman" pitchFamily="18" charset="0"/>
              </a:rPr>
              <a:t>    return 0;</a:t>
            </a:r>
            <a:endParaRPr lang="zh-CN" altLang="zh-CN" sz="2800" smtClean="0">
              <a:latin typeface="Times New Roman" pitchFamily="18" charset="0"/>
              <a:cs typeface="Times New Roman" pitchFamily="18" charset="0"/>
            </a:endParaRPr>
          </a:p>
          <a:p>
            <a:pPr marL="0" indent="0">
              <a:lnSpc>
                <a:spcPct val="150000"/>
              </a:lnSpc>
              <a:spcBef>
                <a:spcPct val="0"/>
              </a:spcBef>
              <a:buFont typeface="Wingdings" pitchFamily="2" charset="2"/>
              <a:buNone/>
            </a:pPr>
            <a:r>
              <a:rPr lang="en-US" altLang="zh-CN" sz="2800" smtClean="0">
                <a:latin typeface="Times New Roman" pitchFamily="18" charset="0"/>
                <a:cs typeface="Times New Roman" pitchFamily="18" charset="0"/>
              </a:rPr>
              <a:t>}</a:t>
            </a:r>
            <a:endParaRPr lang="zh-CN" altLang="zh-CN" sz="2800" smtClean="0">
              <a:latin typeface="Times New Roman" pitchFamily="18" charset="0"/>
              <a:cs typeface="Times New Roman" pitchFamily="18" charset="0"/>
            </a:endParaRPr>
          </a:p>
        </p:txBody>
      </p:sp>
      <p:pic>
        <p:nvPicPr>
          <p:cNvPr id="121859" name="图片 6" descr="Untitled2.png">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459788" y="6237288"/>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圆角矩形标注 3"/>
          <p:cNvSpPr>
            <a:spLocks noChangeArrowheads="1"/>
          </p:cNvSpPr>
          <p:nvPr/>
        </p:nvSpPr>
        <p:spPr bwMode="auto">
          <a:xfrm>
            <a:off x="4140200" y="777875"/>
            <a:ext cx="4319588" cy="1571625"/>
          </a:xfrm>
          <a:prstGeom prst="wedgeRoundRectCallout">
            <a:avLst>
              <a:gd name="adj1" fmla="val -29352"/>
              <a:gd name="adj2" fmla="val 82565"/>
              <a:gd name="adj3" fmla="val 16667"/>
            </a:avLst>
          </a:prstGeom>
          <a:solidFill>
            <a:srgbClr val="FFFFCC"/>
          </a:solidFill>
          <a:ln w="9525" algn="ctr">
            <a:solidFill>
              <a:schemeClr val="tx1"/>
            </a:solidFill>
            <a:miter lim="800000"/>
            <a:headEnd/>
            <a:tailEnd/>
          </a:ln>
        </p:spPr>
        <p:txBody>
          <a:bodyPr/>
          <a:lstStyle/>
          <a:p>
            <a:r>
              <a:rPr lang="zh-CN" altLang="en-US" sz="2800" b="1">
                <a:solidFill>
                  <a:srgbClr val="0000CC"/>
                </a:solidFill>
                <a:latin typeface="黑体" pitchFamily="2" charset="-122"/>
                <a:ea typeface="黑体" pitchFamily="2" charset="-122"/>
              </a:rPr>
              <a:t>不能改为</a:t>
            </a:r>
            <a:endParaRPr lang="en-US" altLang="zh-CN" sz="2800" b="1">
              <a:solidFill>
                <a:srgbClr val="0000CC"/>
              </a:solidFill>
              <a:latin typeface="黑体" pitchFamily="2" charset="-122"/>
              <a:ea typeface="黑体" pitchFamily="2" charset="-122"/>
            </a:endParaRPr>
          </a:p>
          <a:p>
            <a:r>
              <a:rPr lang="en-US" altLang="zh-CN" sz="2800">
                <a:solidFill>
                  <a:srgbClr val="0000CC"/>
                </a:solidFill>
                <a:ea typeface="华文楷体" pitchFamily="2" charset="-122"/>
                <a:cs typeface="Times New Roman" pitchFamily="18" charset="0"/>
              </a:rPr>
              <a:t>char a[]=“I love China!”;</a:t>
            </a:r>
          </a:p>
          <a:p>
            <a:r>
              <a:rPr lang="en-US" altLang="zh-CN" sz="2800">
                <a:solidFill>
                  <a:srgbClr val="0000CC"/>
                </a:solidFill>
                <a:ea typeface="华文楷体" pitchFamily="2" charset="-122"/>
                <a:cs typeface="Times New Roman" pitchFamily="18" charset="0"/>
              </a:rPr>
              <a:t>a=a+7;</a:t>
            </a:r>
            <a:endParaRPr lang="zh-CN" altLang="zh-CN" sz="2800">
              <a:solidFill>
                <a:srgbClr val="0000CC"/>
              </a:solidFill>
              <a:ea typeface="华文楷体" pitchFamily="2" charset="-122"/>
              <a:cs typeface="Times New Roman" pitchFamily="18" charset="0"/>
            </a:endParaRPr>
          </a:p>
        </p:txBody>
      </p:sp>
      <p:sp>
        <p:nvSpPr>
          <p:cNvPr id="5" name="矩形 4"/>
          <p:cNvSpPr>
            <a:spLocks noChangeArrowheads="1"/>
          </p:cNvSpPr>
          <p:nvPr/>
        </p:nvSpPr>
        <p:spPr bwMode="auto">
          <a:xfrm>
            <a:off x="1335088" y="2663825"/>
            <a:ext cx="3902075" cy="1812925"/>
          </a:xfrm>
          <a:prstGeom prst="rect">
            <a:avLst/>
          </a:prstGeom>
          <a:noFill/>
          <a:ln w="38100" algn="ctr">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solidFill>
                <a:srgbClr val="FF0000"/>
              </a:solidFill>
            </a:endParaRPr>
          </a:p>
        </p:txBody>
      </p:sp>
      <p:sp>
        <p:nvSpPr>
          <p:cNvPr id="6" name="TextBox 5"/>
          <p:cNvSpPr txBox="1">
            <a:spLocks noChangeArrowheads="1"/>
          </p:cNvSpPr>
          <p:nvPr/>
        </p:nvSpPr>
        <p:spPr bwMode="auto">
          <a:xfrm>
            <a:off x="3286125" y="4857750"/>
            <a:ext cx="2214563" cy="523875"/>
          </a:xfrm>
          <a:prstGeom prst="rect">
            <a:avLst/>
          </a:prstGeom>
          <a:noFill/>
          <a:ln w="9525">
            <a:noFill/>
            <a:miter lim="800000"/>
            <a:headEnd/>
            <a:tailEnd/>
          </a:ln>
        </p:spPr>
        <p:txBody>
          <a:bodyPr>
            <a:spAutoFit/>
          </a:bodyPr>
          <a:lstStyle/>
          <a:p>
            <a:pPr>
              <a:defRPr/>
            </a:pPr>
            <a:r>
              <a:rPr lang="en-US" altLang="zh-CN" sz="2800" b="1" dirty="0">
                <a:solidFill>
                  <a:srgbClr val="0000CC"/>
                </a:solidFill>
                <a:latin typeface="+mn-lt"/>
                <a:ea typeface="+mn-ea"/>
              </a:rPr>
              <a:t>China!</a:t>
            </a:r>
            <a:endParaRPr lang="zh-CN" altLang="en-US" sz="2800" b="1" dirty="0">
              <a:solidFill>
                <a:srgbClr val="0000CC"/>
              </a:solidFill>
              <a:latin typeface="+mn-lt"/>
              <a:ea typeface="+mn-ea"/>
            </a:endParaRPr>
          </a:p>
        </p:txBody>
      </p:sp>
      <p:sp>
        <p:nvSpPr>
          <p:cNvPr id="2" name="TextBox 1"/>
          <p:cNvSpPr txBox="1">
            <a:spLocks noChangeArrowheads="1"/>
          </p:cNvSpPr>
          <p:nvPr/>
        </p:nvSpPr>
        <p:spPr bwMode="auto">
          <a:xfrm>
            <a:off x="5286375" y="3892550"/>
            <a:ext cx="3643313" cy="1930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itchFamily="18" charset="0"/>
                <a:ea typeface="宋体" pitchFamily="2" charset="-122"/>
              </a:defRPr>
            </a:lvl1pPr>
            <a:lvl2pPr marL="742950" indent="-285750">
              <a:defRPr kumimoji="1" sz="2400">
                <a:solidFill>
                  <a:schemeClr val="tx1"/>
                </a:solidFill>
                <a:latin typeface="Times New Roman" pitchFamily="18" charset="0"/>
                <a:ea typeface="宋体" pitchFamily="2" charset="-122"/>
              </a:defRPr>
            </a:lvl2pPr>
            <a:lvl3pPr marL="1143000" indent="-228600">
              <a:defRPr kumimoji="1" sz="2400">
                <a:solidFill>
                  <a:schemeClr val="tx1"/>
                </a:solidFill>
                <a:latin typeface="Times New Roman" pitchFamily="18" charset="0"/>
                <a:ea typeface="宋体" pitchFamily="2" charset="-122"/>
              </a:defRPr>
            </a:lvl3pPr>
            <a:lvl4pPr marL="1600200" indent="-228600">
              <a:defRPr kumimoji="1" sz="2400">
                <a:solidFill>
                  <a:schemeClr val="tx1"/>
                </a:solidFill>
                <a:latin typeface="Times New Roman" pitchFamily="18" charset="0"/>
                <a:ea typeface="宋体" pitchFamily="2" charset="-122"/>
              </a:defRPr>
            </a:lvl4pPr>
            <a:lvl5pPr marL="2057400" indent="-22860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nSpc>
                <a:spcPct val="150000"/>
              </a:lnSpc>
            </a:pPr>
            <a:r>
              <a:rPr lang="zh-CN" altLang="en-US" sz="2800">
                <a:latin typeface="黑体" pitchFamily="2" charset="-122"/>
                <a:ea typeface="黑体" pitchFamily="2" charset="-122"/>
              </a:rPr>
              <a:t>数组名虽然代表地址，但它是常量，它的</a:t>
            </a:r>
            <a:r>
              <a:rPr lang="zh-CN" altLang="en-US" sz="2800" b="1">
                <a:solidFill>
                  <a:srgbClr val="0000FF"/>
                </a:solidFill>
                <a:latin typeface="黑体" pitchFamily="2" charset="-122"/>
                <a:ea typeface="黑体" pitchFamily="2" charset="-122"/>
              </a:rPr>
              <a:t>值是不能改变</a:t>
            </a:r>
            <a:r>
              <a:rPr lang="zh-CN" altLang="en-US" sz="2800">
                <a:latin typeface="黑体" pitchFamily="2" charset="-122"/>
                <a:ea typeface="黑体" pitchFamily="2" charset="-122"/>
              </a:rPr>
              <a:t>的。</a:t>
            </a:r>
          </a:p>
        </p:txBody>
      </p:sp>
    </p:spTree>
    <p:extLst>
      <p:ext uri="{BB962C8B-B14F-4D97-AF65-F5344CB8AC3E}">
        <p14:creationId xmlns:p14="http://schemas.microsoft.com/office/powerpoint/2010/main" val="3428152693"/>
      </p:ext>
    </p:extLst>
  </p:cSld>
  <p:clrMapOvr>
    <a:masterClrMapping/>
  </p:clrMapOvr>
  <p:transition>
    <p:checker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par>
                          <p:cTn id="8" fill="hold" nodeType="afterGroup">
                            <p:stCondLst>
                              <p:cond delay="500"/>
                            </p:stCondLst>
                            <p:childTnLst>
                              <p:par>
                                <p:cTn id="9" presetID="3" presetClass="entr" presetSubtype="10" fill="hold" grpId="0"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blinds(horizontal)">
                                      <p:cBhvr>
                                        <p:cTn id="11" dur="500"/>
                                        <p:tgtEl>
                                          <p:spTgt spid="4"/>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3" presetClass="entr" presetSubtype="10" fill="hold" grpId="0" nodeType="click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blinds(horizontal)">
                                      <p:cBhvr>
                                        <p:cTn id="16" dur="500"/>
                                        <p:tgtEl>
                                          <p:spTgt spid="6"/>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2"/>
                                        </p:tgtEl>
                                        <p:attrNameLst>
                                          <p:attrName>style.visibility</p:attrName>
                                        </p:attrNameLst>
                                      </p:cBhvr>
                                      <p:to>
                                        <p:strVal val="visible"/>
                                      </p:to>
                                    </p:set>
                                    <p:anim calcmode="lin" valueType="num">
                                      <p:cBhvr additive="base">
                                        <p:cTn id="21" dur="500" fill="hold"/>
                                        <p:tgtEl>
                                          <p:spTgt spid="2"/>
                                        </p:tgtEl>
                                        <p:attrNameLst>
                                          <p:attrName>ppt_x</p:attrName>
                                        </p:attrNameLst>
                                      </p:cBhvr>
                                      <p:tavLst>
                                        <p:tav tm="0">
                                          <p:val>
                                            <p:strVal val="#ppt_x"/>
                                          </p:val>
                                        </p:tav>
                                        <p:tav tm="100000">
                                          <p:val>
                                            <p:strVal val="#ppt_x"/>
                                          </p:val>
                                        </p:tav>
                                      </p:tavLst>
                                    </p:anim>
                                    <p:anim calcmode="lin" valueType="num">
                                      <p:cBhvr additive="base">
                                        <p:cTn id="22"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p:bldP spid="2" grpId="0"/>
    </p:bldLst>
  </p:timing>
</p:sld>
</file>

<file path=ppt/slides/slide1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0594" name="Rectangle 7"/>
          <p:cNvSpPr>
            <a:spLocks noGrp="1" noChangeArrowheads="1"/>
          </p:cNvSpPr>
          <p:nvPr>
            <p:ph type="body" sz="half" idx="1"/>
          </p:nvPr>
        </p:nvSpPr>
        <p:spPr>
          <a:xfrm>
            <a:off x="157163" y="755650"/>
            <a:ext cx="8772525" cy="4286250"/>
          </a:xfrm>
        </p:spPr>
        <p:txBody>
          <a:bodyPr/>
          <a:lstStyle/>
          <a:p>
            <a:pPr marL="0" indent="0">
              <a:lnSpc>
                <a:spcPct val="150000"/>
              </a:lnSpc>
              <a:spcBef>
                <a:spcPct val="0"/>
              </a:spcBef>
              <a:buFont typeface="Wingdings" pitchFamily="2" charset="2"/>
              <a:buNone/>
            </a:pPr>
            <a:r>
              <a:rPr lang="en-US" altLang="zh-CN" sz="2800" smtClean="0">
                <a:latin typeface="黑体" pitchFamily="2" charset="-122"/>
                <a:ea typeface="黑体" pitchFamily="2" charset="-122"/>
              </a:rPr>
              <a:t>(6)</a:t>
            </a:r>
            <a:r>
              <a:rPr lang="zh-CN" altLang="zh-CN" sz="2800" smtClean="0">
                <a:latin typeface="黑体" pitchFamily="2" charset="-122"/>
                <a:ea typeface="黑体" pitchFamily="2" charset="-122"/>
              </a:rPr>
              <a:t>对</a:t>
            </a:r>
            <a:r>
              <a:rPr lang="zh-CN" altLang="zh-CN" sz="2800" b="1" smtClean="0">
                <a:solidFill>
                  <a:srgbClr val="FF0000"/>
                </a:solidFill>
                <a:latin typeface="黑体" pitchFamily="2" charset="-122"/>
                <a:ea typeface="黑体" pitchFamily="2" charset="-122"/>
              </a:rPr>
              <a:t>字符数组</a:t>
            </a:r>
            <a:r>
              <a:rPr lang="zh-CN" altLang="zh-CN" sz="2800" smtClean="0">
                <a:latin typeface="黑体" pitchFamily="2" charset="-122"/>
                <a:ea typeface="黑体" pitchFamily="2" charset="-122"/>
              </a:rPr>
              <a:t>可以用</a:t>
            </a:r>
            <a:r>
              <a:rPr lang="zh-CN" altLang="zh-CN" sz="2800" smtClean="0">
                <a:solidFill>
                  <a:srgbClr val="0000FF"/>
                </a:solidFill>
                <a:latin typeface="黑体" pitchFamily="2" charset="-122"/>
                <a:ea typeface="黑体" pitchFamily="2" charset="-122"/>
              </a:rPr>
              <a:t>下标法</a:t>
            </a:r>
            <a:r>
              <a:rPr lang="zh-CN" altLang="en-US" sz="2800" smtClean="0">
                <a:latin typeface="黑体" pitchFamily="2" charset="-122"/>
                <a:ea typeface="黑体" pitchFamily="2" charset="-122"/>
              </a:rPr>
              <a:t>和</a:t>
            </a:r>
            <a:r>
              <a:rPr lang="zh-CN" altLang="zh-CN" sz="2800" smtClean="0">
                <a:solidFill>
                  <a:srgbClr val="0000FF"/>
                </a:solidFill>
                <a:latin typeface="黑体" pitchFamily="2" charset="-122"/>
                <a:ea typeface="黑体" pitchFamily="2" charset="-122"/>
              </a:rPr>
              <a:t>地址法</a:t>
            </a:r>
            <a:r>
              <a:rPr lang="zh-CN" altLang="zh-CN" sz="2800" smtClean="0">
                <a:latin typeface="黑体" pitchFamily="2" charset="-122"/>
                <a:ea typeface="黑体" pitchFamily="2" charset="-122"/>
              </a:rPr>
              <a:t>引用数组元素</a:t>
            </a:r>
            <a:r>
              <a:rPr lang="en-US" altLang="zh-CN" sz="2800" smtClean="0">
                <a:latin typeface="黑体" pitchFamily="2" charset="-122"/>
                <a:ea typeface="黑体" pitchFamily="2" charset="-122"/>
              </a:rPr>
              <a:t>(</a:t>
            </a:r>
            <a:r>
              <a:rPr lang="en-US" altLang="zh-CN" sz="2800" b="1" smtClean="0">
                <a:latin typeface="黑体" pitchFamily="2" charset="-122"/>
                <a:ea typeface="黑体" pitchFamily="2" charset="-122"/>
              </a:rPr>
              <a:t>a[5],*(a+5)</a:t>
            </a:r>
            <a:r>
              <a:rPr lang="en-US" altLang="zh-CN" sz="2800" smtClean="0">
                <a:latin typeface="黑体" pitchFamily="2" charset="-122"/>
                <a:ea typeface="黑体" pitchFamily="2" charset="-122"/>
              </a:rPr>
              <a:t>)</a:t>
            </a:r>
            <a:r>
              <a:rPr lang="zh-CN" altLang="zh-CN" sz="2800" smtClean="0">
                <a:latin typeface="黑体" pitchFamily="2" charset="-122"/>
                <a:ea typeface="黑体" pitchFamily="2" charset="-122"/>
              </a:rPr>
              <a:t>。</a:t>
            </a:r>
            <a:endParaRPr lang="en-US" altLang="zh-CN" sz="2800" smtClean="0">
              <a:latin typeface="黑体" pitchFamily="2" charset="-122"/>
              <a:ea typeface="黑体" pitchFamily="2" charset="-122"/>
            </a:endParaRPr>
          </a:p>
          <a:p>
            <a:pPr marL="0" indent="0">
              <a:lnSpc>
                <a:spcPct val="150000"/>
              </a:lnSpc>
              <a:spcBef>
                <a:spcPct val="0"/>
              </a:spcBef>
              <a:buFont typeface="Wingdings" pitchFamily="2" charset="2"/>
              <a:buNone/>
            </a:pPr>
            <a:r>
              <a:rPr lang="zh-CN" altLang="zh-CN" sz="2800" smtClean="0">
                <a:latin typeface="黑体" pitchFamily="2" charset="-122"/>
                <a:ea typeface="黑体" pitchFamily="2" charset="-122"/>
              </a:rPr>
              <a:t>如果</a:t>
            </a:r>
            <a:r>
              <a:rPr lang="zh-CN" altLang="zh-CN" sz="2800" b="1" smtClean="0">
                <a:solidFill>
                  <a:srgbClr val="FF0000"/>
                </a:solidFill>
                <a:latin typeface="黑体" pitchFamily="2" charset="-122"/>
                <a:ea typeface="黑体" pitchFamily="2" charset="-122"/>
              </a:rPr>
              <a:t>字符指针变量</a:t>
            </a:r>
            <a:r>
              <a:rPr lang="en-US" altLang="zh-CN" sz="2800" smtClean="0">
                <a:latin typeface="黑体" pitchFamily="2" charset="-122"/>
                <a:ea typeface="黑体" pitchFamily="2" charset="-122"/>
              </a:rPr>
              <a:t>p=a</a:t>
            </a:r>
            <a:r>
              <a:rPr lang="zh-CN" altLang="zh-CN" sz="2800" smtClean="0">
                <a:latin typeface="黑体" pitchFamily="2" charset="-122"/>
                <a:ea typeface="黑体" pitchFamily="2" charset="-122"/>
              </a:rPr>
              <a:t>，则</a:t>
            </a:r>
            <a:r>
              <a:rPr lang="zh-CN" altLang="en-US" sz="2800" smtClean="0">
                <a:latin typeface="黑体" pitchFamily="2" charset="-122"/>
                <a:ea typeface="黑体" pitchFamily="2" charset="-122"/>
              </a:rPr>
              <a:t>也</a:t>
            </a:r>
            <a:r>
              <a:rPr lang="zh-CN" altLang="zh-CN" sz="2800" smtClean="0">
                <a:latin typeface="黑体" pitchFamily="2" charset="-122"/>
                <a:ea typeface="黑体" pitchFamily="2" charset="-122"/>
              </a:rPr>
              <a:t>可以用</a:t>
            </a:r>
            <a:r>
              <a:rPr lang="zh-CN" altLang="zh-CN" sz="2800" smtClean="0">
                <a:solidFill>
                  <a:srgbClr val="0000FF"/>
                </a:solidFill>
                <a:latin typeface="黑体" pitchFamily="2" charset="-122"/>
                <a:ea typeface="黑体" pitchFamily="2" charset="-122"/>
              </a:rPr>
              <a:t>指针变量带下标</a:t>
            </a:r>
            <a:r>
              <a:rPr lang="zh-CN" altLang="zh-CN" sz="2800" smtClean="0">
                <a:latin typeface="黑体" pitchFamily="2" charset="-122"/>
                <a:ea typeface="黑体" pitchFamily="2" charset="-122"/>
              </a:rPr>
              <a:t>的形式</a:t>
            </a:r>
            <a:r>
              <a:rPr lang="zh-CN" altLang="en-US" sz="2800" smtClean="0">
                <a:latin typeface="黑体" pitchFamily="2" charset="-122"/>
                <a:ea typeface="黑体" pitchFamily="2" charset="-122"/>
              </a:rPr>
              <a:t>和</a:t>
            </a:r>
            <a:r>
              <a:rPr lang="zh-CN" altLang="zh-CN" sz="2800" smtClean="0">
                <a:solidFill>
                  <a:srgbClr val="0000FF"/>
                </a:solidFill>
                <a:latin typeface="黑体" pitchFamily="2" charset="-122"/>
                <a:ea typeface="黑体" pitchFamily="2" charset="-122"/>
              </a:rPr>
              <a:t>地址法</a:t>
            </a:r>
            <a:r>
              <a:rPr lang="zh-CN" altLang="zh-CN" sz="2800" smtClean="0">
                <a:latin typeface="黑体" pitchFamily="2" charset="-122"/>
                <a:ea typeface="黑体" pitchFamily="2" charset="-122"/>
              </a:rPr>
              <a:t>引用</a:t>
            </a:r>
            <a:r>
              <a:rPr lang="en-US" altLang="zh-CN" sz="2800" smtClean="0">
                <a:latin typeface="黑体" pitchFamily="2" charset="-122"/>
                <a:ea typeface="黑体" pitchFamily="2" charset="-122"/>
              </a:rPr>
              <a:t>(</a:t>
            </a:r>
            <a:r>
              <a:rPr lang="en-US" altLang="zh-CN" sz="2800" b="1" smtClean="0">
                <a:latin typeface="黑体" pitchFamily="2" charset="-122"/>
                <a:ea typeface="黑体" pitchFamily="2" charset="-122"/>
              </a:rPr>
              <a:t>p[5],*(p+5)</a:t>
            </a:r>
            <a:r>
              <a:rPr lang="en-US" altLang="zh-CN" sz="2800" smtClean="0">
                <a:latin typeface="黑体" pitchFamily="2" charset="-122"/>
                <a:ea typeface="黑体" pitchFamily="2" charset="-122"/>
              </a:rPr>
              <a:t>)</a:t>
            </a:r>
            <a:r>
              <a:rPr lang="zh-CN" altLang="zh-CN" sz="2800" smtClean="0">
                <a:latin typeface="黑体" pitchFamily="2" charset="-122"/>
                <a:ea typeface="黑体" pitchFamily="2" charset="-122"/>
              </a:rPr>
              <a:t>。</a:t>
            </a:r>
            <a:endParaRPr lang="en-US" altLang="zh-CN" sz="2800" smtClean="0">
              <a:latin typeface="黑体" pitchFamily="2" charset="-122"/>
              <a:ea typeface="黑体" pitchFamily="2" charset="-122"/>
            </a:endParaRPr>
          </a:p>
          <a:p>
            <a:pPr marL="0" lvl="1" indent="0">
              <a:lnSpc>
                <a:spcPct val="150000"/>
              </a:lnSpc>
              <a:spcBef>
                <a:spcPct val="0"/>
              </a:spcBef>
              <a:buFont typeface="Wingdings" pitchFamily="2" charset="2"/>
              <a:buNone/>
            </a:pPr>
            <a:r>
              <a:rPr lang="en-US" altLang="zh-CN" smtClean="0">
                <a:latin typeface="黑体" pitchFamily="2" charset="-122"/>
                <a:ea typeface="黑体" pitchFamily="2" charset="-122"/>
              </a:rPr>
              <a:t>char *a=</a:t>
            </a:r>
            <a:r>
              <a:rPr lang="zh-CN" altLang="zh-CN" smtClean="0">
                <a:latin typeface="黑体" pitchFamily="2" charset="-122"/>
                <a:ea typeface="黑体" pitchFamily="2" charset="-122"/>
              </a:rPr>
              <a:t>″</a:t>
            </a:r>
            <a:r>
              <a:rPr lang="en-US" altLang="zh-CN" smtClean="0">
                <a:latin typeface="黑体" pitchFamily="2" charset="-122"/>
                <a:ea typeface="黑体" pitchFamily="2" charset="-122"/>
              </a:rPr>
              <a:t>I love China!</a:t>
            </a:r>
            <a:r>
              <a:rPr lang="zh-CN" altLang="zh-CN" smtClean="0">
                <a:latin typeface="黑体" pitchFamily="2" charset="-122"/>
                <a:ea typeface="黑体" pitchFamily="2" charset="-122"/>
              </a:rPr>
              <a:t>″</a:t>
            </a:r>
            <a:r>
              <a:rPr lang="en-US" altLang="zh-CN" smtClean="0">
                <a:latin typeface="黑体" pitchFamily="2" charset="-122"/>
                <a:ea typeface="黑体" pitchFamily="2" charset="-122"/>
              </a:rPr>
              <a:t>;</a:t>
            </a:r>
          </a:p>
          <a:p>
            <a:pPr marL="0" lvl="1" indent="0">
              <a:lnSpc>
                <a:spcPct val="150000"/>
              </a:lnSpc>
              <a:spcBef>
                <a:spcPct val="0"/>
              </a:spcBef>
              <a:buFont typeface="Wingdings" pitchFamily="2" charset="2"/>
              <a:buNone/>
            </a:pPr>
            <a:r>
              <a:rPr lang="zh-CN" altLang="zh-CN" smtClean="0">
                <a:latin typeface="黑体" pitchFamily="2" charset="-122"/>
                <a:ea typeface="黑体" pitchFamily="2" charset="-122"/>
              </a:rPr>
              <a:t>则</a:t>
            </a:r>
            <a:r>
              <a:rPr lang="en-US" altLang="zh-CN" smtClean="0">
                <a:latin typeface="黑体" pitchFamily="2" charset="-122"/>
                <a:ea typeface="黑体" pitchFamily="2" charset="-122"/>
              </a:rPr>
              <a:t>a[5]</a:t>
            </a:r>
            <a:r>
              <a:rPr lang="zh-CN" altLang="zh-CN" smtClean="0">
                <a:latin typeface="黑体" pitchFamily="2" charset="-122"/>
                <a:ea typeface="黑体" pitchFamily="2" charset="-122"/>
              </a:rPr>
              <a:t>的值是第</a:t>
            </a:r>
            <a:r>
              <a:rPr lang="en-US" altLang="zh-CN" smtClean="0">
                <a:latin typeface="黑体" pitchFamily="2" charset="-122"/>
                <a:ea typeface="黑体" pitchFamily="2" charset="-122"/>
              </a:rPr>
              <a:t>6</a:t>
            </a:r>
            <a:r>
              <a:rPr lang="zh-CN" altLang="zh-CN" smtClean="0">
                <a:latin typeface="黑体" pitchFamily="2" charset="-122"/>
                <a:ea typeface="黑体" pitchFamily="2" charset="-122"/>
              </a:rPr>
              <a:t>个字符，即</a:t>
            </a:r>
            <a:r>
              <a:rPr lang="zh-CN" altLang="en-US" smtClean="0">
                <a:latin typeface="黑体" pitchFamily="2" charset="-122"/>
                <a:ea typeface="黑体" pitchFamily="2" charset="-122"/>
              </a:rPr>
              <a:t>字母</a:t>
            </a:r>
            <a:r>
              <a:rPr lang="en-US" altLang="zh-CN" smtClean="0">
                <a:latin typeface="黑体" pitchFamily="2" charset="-122"/>
                <a:ea typeface="黑体" pitchFamily="2" charset="-122"/>
              </a:rPr>
              <a:t>’e’</a:t>
            </a:r>
            <a:r>
              <a:rPr lang="zh-CN" altLang="en-US" smtClean="0">
                <a:latin typeface="黑体" pitchFamily="2" charset="-122"/>
                <a:ea typeface="黑体" pitchFamily="2" charset="-122"/>
              </a:rPr>
              <a:t>。</a:t>
            </a:r>
            <a:endParaRPr lang="zh-CN" altLang="zh-CN" smtClean="0">
              <a:solidFill>
                <a:srgbClr val="FF0000"/>
              </a:solidFill>
              <a:latin typeface="黑体" pitchFamily="2" charset="-122"/>
              <a:ea typeface="黑体" pitchFamily="2" charset="-122"/>
            </a:endParaRPr>
          </a:p>
        </p:txBody>
      </p:sp>
      <p:pic>
        <p:nvPicPr>
          <p:cNvPr id="122883" name="图片 6" descr="Untitled2.png">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459788" y="6237288"/>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05897240"/>
      </p:ext>
    </p:extLst>
  </p:cSld>
  <p:clrMapOvr>
    <a:masterClrMapping/>
  </p:clrMapOvr>
  <p:transition>
    <p:checker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10594">
                                            <p:txEl>
                                              <p:pRg st="1" end="1"/>
                                            </p:txEl>
                                          </p:spTgt>
                                        </p:tgtEl>
                                        <p:attrNameLst>
                                          <p:attrName>style.visibility</p:attrName>
                                        </p:attrNameLst>
                                      </p:cBhvr>
                                      <p:to>
                                        <p:strVal val="visible"/>
                                      </p:to>
                                    </p:set>
                                    <p:anim calcmode="lin" valueType="num">
                                      <p:cBhvr additive="base">
                                        <p:cTn id="7" dur="500" fill="hold"/>
                                        <p:tgtEl>
                                          <p:spTgt spid="110594">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1059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110594">
                                            <p:txEl>
                                              <p:pRg st="2" end="2"/>
                                            </p:txEl>
                                          </p:spTgt>
                                        </p:tgtEl>
                                        <p:attrNameLst>
                                          <p:attrName>style.visibility</p:attrName>
                                        </p:attrNameLst>
                                      </p:cBhvr>
                                      <p:to>
                                        <p:strVal val="visible"/>
                                      </p:to>
                                    </p:set>
                                    <p:anim calcmode="lin" valueType="num">
                                      <p:cBhvr additive="base">
                                        <p:cTn id="13" dur="500" fill="hold"/>
                                        <p:tgtEl>
                                          <p:spTgt spid="110594">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1059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110594">
                                            <p:txEl>
                                              <p:pRg st="3" end="3"/>
                                            </p:txEl>
                                          </p:spTgt>
                                        </p:tgtEl>
                                        <p:attrNameLst>
                                          <p:attrName>style.visibility</p:attrName>
                                        </p:attrNameLst>
                                      </p:cBhvr>
                                      <p:to>
                                        <p:strVal val="visible"/>
                                      </p:to>
                                    </p:set>
                                    <p:anim calcmode="lin" valueType="num">
                                      <p:cBhvr additive="base">
                                        <p:cTn id="19" dur="500" fill="hold"/>
                                        <p:tgtEl>
                                          <p:spTgt spid="110594">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10594">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1618" name="Rectangle 7"/>
          <p:cNvSpPr>
            <a:spLocks noGrp="1" noChangeArrowheads="1"/>
          </p:cNvSpPr>
          <p:nvPr>
            <p:ph type="body" sz="half" idx="1"/>
          </p:nvPr>
        </p:nvSpPr>
        <p:spPr>
          <a:xfrm>
            <a:off x="550863" y="630238"/>
            <a:ext cx="8143875" cy="5072062"/>
          </a:xfrm>
        </p:spPr>
        <p:txBody>
          <a:bodyPr/>
          <a:lstStyle/>
          <a:p>
            <a:pPr marL="0" indent="0">
              <a:lnSpc>
                <a:spcPct val="150000"/>
              </a:lnSpc>
              <a:spcBef>
                <a:spcPct val="0"/>
              </a:spcBef>
              <a:buFont typeface="Wingdings" pitchFamily="2" charset="2"/>
              <a:buNone/>
            </a:pPr>
            <a:r>
              <a:rPr lang="en-US" altLang="zh-CN" sz="2800" dirty="0" smtClean="0">
                <a:latin typeface="黑体" pitchFamily="2" charset="-122"/>
                <a:ea typeface="黑体" pitchFamily="2" charset="-122"/>
              </a:rPr>
              <a:t>(7)</a:t>
            </a:r>
            <a:r>
              <a:rPr lang="zh-CN" altLang="zh-CN" sz="2800" dirty="0" smtClean="0">
                <a:solidFill>
                  <a:srgbClr val="00B050"/>
                </a:solidFill>
                <a:latin typeface="黑体" pitchFamily="2" charset="-122"/>
                <a:ea typeface="黑体" pitchFamily="2" charset="-122"/>
              </a:rPr>
              <a:t>字符数组</a:t>
            </a:r>
            <a:r>
              <a:rPr lang="zh-CN" altLang="zh-CN" sz="2800" dirty="0" smtClean="0">
                <a:latin typeface="黑体" pitchFamily="2" charset="-122"/>
                <a:ea typeface="黑体" pitchFamily="2" charset="-122"/>
              </a:rPr>
              <a:t>中各元素的值是</a:t>
            </a:r>
            <a:r>
              <a:rPr lang="zh-CN" altLang="zh-CN" sz="2800" dirty="0" smtClean="0">
                <a:solidFill>
                  <a:srgbClr val="0070C0"/>
                </a:solidFill>
                <a:latin typeface="黑体" pitchFamily="2" charset="-122"/>
                <a:ea typeface="黑体" pitchFamily="2" charset="-122"/>
              </a:rPr>
              <a:t>可以改变</a:t>
            </a:r>
            <a:r>
              <a:rPr lang="zh-CN" altLang="zh-CN" sz="2800" dirty="0" smtClean="0">
                <a:latin typeface="黑体" pitchFamily="2" charset="-122"/>
                <a:ea typeface="黑体" pitchFamily="2" charset="-122"/>
              </a:rPr>
              <a:t>的</a:t>
            </a:r>
            <a:r>
              <a:rPr lang="en-US" altLang="zh-CN" sz="2800" dirty="0" smtClean="0">
                <a:latin typeface="黑体" pitchFamily="2" charset="-122"/>
                <a:ea typeface="黑体" pitchFamily="2" charset="-122"/>
              </a:rPr>
              <a:t>(</a:t>
            </a:r>
            <a:r>
              <a:rPr lang="zh-CN" altLang="zh-CN" sz="2800" dirty="0" smtClean="0">
                <a:latin typeface="黑体" pitchFamily="2" charset="-122"/>
                <a:ea typeface="黑体" pitchFamily="2" charset="-122"/>
              </a:rPr>
              <a:t>可以对它们再赋值</a:t>
            </a:r>
            <a:r>
              <a:rPr lang="en-US" altLang="zh-CN" sz="2800" dirty="0" smtClean="0">
                <a:latin typeface="黑体" pitchFamily="2" charset="-122"/>
                <a:ea typeface="黑体" pitchFamily="2" charset="-122"/>
              </a:rPr>
              <a:t>)</a:t>
            </a:r>
            <a:r>
              <a:rPr lang="zh-CN" altLang="zh-CN" sz="2800" dirty="0" smtClean="0">
                <a:latin typeface="黑体" pitchFamily="2" charset="-122"/>
                <a:ea typeface="黑体" pitchFamily="2" charset="-122"/>
              </a:rPr>
              <a:t>，但</a:t>
            </a:r>
            <a:r>
              <a:rPr lang="zh-CN" altLang="zh-CN" sz="2800" dirty="0" smtClean="0">
                <a:solidFill>
                  <a:srgbClr val="00B050"/>
                </a:solidFill>
                <a:latin typeface="黑体" pitchFamily="2" charset="-122"/>
                <a:ea typeface="黑体" pitchFamily="2" charset="-122"/>
              </a:rPr>
              <a:t>字符指针变量</a:t>
            </a:r>
            <a:r>
              <a:rPr lang="zh-CN" altLang="zh-CN" sz="2800" dirty="0" smtClean="0">
                <a:latin typeface="黑体" pitchFamily="2" charset="-122"/>
                <a:ea typeface="黑体" pitchFamily="2" charset="-122"/>
              </a:rPr>
              <a:t>指向的</a:t>
            </a:r>
            <a:r>
              <a:rPr lang="zh-CN" altLang="zh-CN" sz="2800" dirty="0" smtClean="0">
                <a:solidFill>
                  <a:srgbClr val="0070C0"/>
                </a:solidFill>
                <a:latin typeface="黑体" pitchFamily="2" charset="-122"/>
                <a:ea typeface="黑体" pitchFamily="2" charset="-122"/>
              </a:rPr>
              <a:t>字符串常量</a:t>
            </a:r>
            <a:r>
              <a:rPr lang="zh-CN" altLang="zh-CN" sz="2800" dirty="0" smtClean="0">
                <a:latin typeface="黑体" pitchFamily="2" charset="-122"/>
                <a:ea typeface="黑体" pitchFamily="2" charset="-122"/>
              </a:rPr>
              <a:t>中的内容是</a:t>
            </a:r>
            <a:r>
              <a:rPr lang="zh-CN" altLang="zh-CN" sz="2800" dirty="0" smtClean="0">
                <a:solidFill>
                  <a:srgbClr val="0070C0"/>
                </a:solidFill>
                <a:latin typeface="黑体" pitchFamily="2" charset="-122"/>
                <a:ea typeface="黑体" pitchFamily="2" charset="-122"/>
              </a:rPr>
              <a:t>不可以被取代</a:t>
            </a:r>
            <a:r>
              <a:rPr lang="zh-CN" altLang="zh-CN" sz="2800" dirty="0" smtClean="0">
                <a:latin typeface="黑体" pitchFamily="2" charset="-122"/>
                <a:ea typeface="黑体" pitchFamily="2" charset="-122"/>
              </a:rPr>
              <a:t>的</a:t>
            </a:r>
            <a:r>
              <a:rPr lang="en-US" altLang="zh-CN" sz="2800" dirty="0" smtClean="0">
                <a:latin typeface="黑体" pitchFamily="2" charset="-122"/>
                <a:ea typeface="黑体" pitchFamily="2" charset="-122"/>
              </a:rPr>
              <a:t>(</a:t>
            </a:r>
            <a:r>
              <a:rPr lang="zh-CN" altLang="zh-CN" sz="2800" dirty="0" smtClean="0">
                <a:latin typeface="黑体" pitchFamily="2" charset="-122"/>
                <a:ea typeface="黑体" pitchFamily="2" charset="-122"/>
              </a:rPr>
              <a:t>不能对它们再赋值</a:t>
            </a:r>
            <a:r>
              <a:rPr lang="en-US" altLang="zh-CN" sz="2800" dirty="0" smtClean="0">
                <a:latin typeface="黑体" pitchFamily="2" charset="-122"/>
                <a:ea typeface="黑体" pitchFamily="2" charset="-122"/>
              </a:rPr>
              <a:t>)</a:t>
            </a:r>
            <a:r>
              <a:rPr lang="zh-CN" altLang="zh-CN" sz="2800" dirty="0" smtClean="0">
                <a:latin typeface="黑体" pitchFamily="2" charset="-122"/>
                <a:ea typeface="黑体" pitchFamily="2" charset="-122"/>
              </a:rPr>
              <a:t>。</a:t>
            </a:r>
            <a:endParaRPr lang="en-US" altLang="zh-CN" sz="2800" dirty="0" smtClean="0">
              <a:latin typeface="黑体" pitchFamily="2" charset="-122"/>
              <a:ea typeface="黑体" pitchFamily="2" charset="-122"/>
            </a:endParaRPr>
          </a:p>
          <a:p>
            <a:pPr marL="0" indent="0">
              <a:spcBef>
                <a:spcPct val="0"/>
              </a:spcBef>
              <a:buFont typeface="Wingdings" pitchFamily="2" charset="2"/>
              <a:buNone/>
            </a:pPr>
            <a:r>
              <a:rPr lang="zh-CN" altLang="zh-CN" sz="2800" dirty="0" smtClean="0">
                <a:latin typeface="黑体" pitchFamily="2" charset="-122"/>
                <a:ea typeface="黑体" pitchFamily="2" charset="-122"/>
              </a:rPr>
              <a:t>如：</a:t>
            </a:r>
          </a:p>
          <a:p>
            <a:pPr marL="0" indent="0">
              <a:buFont typeface="Wingdings" pitchFamily="2" charset="2"/>
              <a:buNone/>
            </a:pPr>
            <a:r>
              <a:rPr lang="en-US" altLang="zh-CN" sz="2800" dirty="0" smtClean="0">
                <a:latin typeface="Times New Roman" pitchFamily="18" charset="0"/>
                <a:cs typeface="Times New Roman" pitchFamily="18" charset="0"/>
              </a:rPr>
              <a:t>    char a[]=”House”;</a:t>
            </a:r>
            <a:endParaRPr lang="zh-CN" altLang="zh-CN" sz="2800" dirty="0" smtClean="0">
              <a:latin typeface="Times New Roman" pitchFamily="18" charset="0"/>
              <a:cs typeface="Times New Roman" pitchFamily="18" charset="0"/>
            </a:endParaRPr>
          </a:p>
          <a:p>
            <a:pPr marL="0" indent="0">
              <a:buFont typeface="Wingdings" pitchFamily="2" charset="2"/>
              <a:buNone/>
            </a:pPr>
            <a:r>
              <a:rPr lang="en-US" altLang="zh-CN" sz="2800" dirty="0" smtClean="0">
                <a:latin typeface="Times New Roman" pitchFamily="18" charset="0"/>
                <a:cs typeface="Times New Roman" pitchFamily="18" charset="0"/>
              </a:rPr>
              <a:t>    char *b=”House”;</a:t>
            </a:r>
            <a:endParaRPr lang="zh-CN" altLang="zh-CN" sz="2800" dirty="0" smtClean="0">
              <a:latin typeface="Times New Roman" pitchFamily="18" charset="0"/>
              <a:cs typeface="Times New Roman" pitchFamily="18" charset="0"/>
            </a:endParaRPr>
          </a:p>
          <a:p>
            <a:pPr marL="0" indent="0">
              <a:buFont typeface="Wingdings" pitchFamily="2" charset="2"/>
              <a:buNone/>
            </a:pPr>
            <a:r>
              <a:rPr lang="en-US" altLang="zh-CN" sz="2800" dirty="0" smtClean="0">
                <a:latin typeface="Times New Roman" pitchFamily="18" charset="0"/>
                <a:cs typeface="Times New Roman" pitchFamily="18" charset="0"/>
              </a:rPr>
              <a:t>    a[2]=’r’;    </a:t>
            </a:r>
            <a:r>
              <a:rPr lang="zh-CN" altLang="en-US" sz="2800" dirty="0" smtClean="0">
                <a:solidFill>
                  <a:srgbClr val="FF3300"/>
                </a:solidFill>
                <a:latin typeface="Times New Roman" pitchFamily="18" charset="0"/>
                <a:ea typeface="黑体" pitchFamily="2" charset="-122"/>
                <a:cs typeface="Times New Roman" pitchFamily="18" charset="0"/>
              </a:rPr>
              <a:t>对</a:t>
            </a:r>
            <a:endParaRPr lang="zh-CN" altLang="zh-CN" sz="2800" dirty="0" smtClean="0">
              <a:latin typeface="Times New Roman" pitchFamily="18" charset="0"/>
              <a:ea typeface="黑体" pitchFamily="2" charset="-122"/>
              <a:cs typeface="Times New Roman" pitchFamily="18" charset="0"/>
            </a:endParaRPr>
          </a:p>
          <a:p>
            <a:pPr marL="0" indent="0">
              <a:buFont typeface="Wingdings" pitchFamily="2" charset="2"/>
              <a:buNone/>
            </a:pPr>
            <a:r>
              <a:rPr lang="en-US" altLang="zh-CN" sz="2800" dirty="0" smtClean="0">
                <a:latin typeface="Times New Roman" pitchFamily="18" charset="0"/>
                <a:cs typeface="Times New Roman" pitchFamily="18" charset="0"/>
              </a:rPr>
              <a:t>    b[2]=’r’;    </a:t>
            </a:r>
            <a:r>
              <a:rPr lang="zh-CN" altLang="en-US" sz="2800" dirty="0" smtClean="0">
                <a:solidFill>
                  <a:srgbClr val="FF3300"/>
                </a:solidFill>
                <a:latin typeface="Times New Roman" pitchFamily="18" charset="0"/>
                <a:ea typeface="黑体" pitchFamily="2" charset="-122"/>
              </a:rPr>
              <a:t>错</a:t>
            </a:r>
            <a:endParaRPr lang="zh-CN" altLang="zh-CN" sz="2800" dirty="0" smtClean="0">
              <a:solidFill>
                <a:srgbClr val="FF3300"/>
              </a:solidFill>
              <a:latin typeface="Times New Roman" pitchFamily="18" charset="0"/>
              <a:ea typeface="黑体" pitchFamily="2" charset="-122"/>
            </a:endParaRPr>
          </a:p>
        </p:txBody>
      </p:sp>
      <p:pic>
        <p:nvPicPr>
          <p:cNvPr id="123907" name="图片 6" descr="Untitled2.png">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459788" y="6237288"/>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7521312"/>
      </p:ext>
    </p:extLst>
  </p:cSld>
  <p:clrMapOvr>
    <a:masterClrMapping/>
  </p:clrMapOvr>
  <p:transition>
    <p:checker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11618">
                                            <p:txEl>
                                              <p:pRg st="2" end="2"/>
                                            </p:txEl>
                                          </p:spTgt>
                                        </p:tgtEl>
                                        <p:attrNameLst>
                                          <p:attrName>style.visibility</p:attrName>
                                        </p:attrNameLst>
                                      </p:cBhvr>
                                      <p:to>
                                        <p:strVal val="visible"/>
                                      </p:to>
                                    </p:set>
                                    <p:anim calcmode="lin" valueType="num">
                                      <p:cBhvr additive="base">
                                        <p:cTn id="7" dur="500" fill="hold"/>
                                        <p:tgtEl>
                                          <p:spTgt spid="111618">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11618">
                                            <p:txEl>
                                              <p:pRg st="2" end="2"/>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11618">
                                            <p:txEl>
                                              <p:pRg st="3" end="3"/>
                                            </p:txEl>
                                          </p:spTgt>
                                        </p:tgtEl>
                                        <p:attrNameLst>
                                          <p:attrName>style.visibility</p:attrName>
                                        </p:attrNameLst>
                                      </p:cBhvr>
                                      <p:to>
                                        <p:strVal val="visible"/>
                                      </p:to>
                                    </p:set>
                                    <p:anim calcmode="lin" valueType="num">
                                      <p:cBhvr additive="base">
                                        <p:cTn id="11" dur="500" fill="hold"/>
                                        <p:tgtEl>
                                          <p:spTgt spid="111618">
                                            <p:txEl>
                                              <p:pRg st="3" end="3"/>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11618">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4" fill="hold" nodeType="clickEffect">
                                  <p:stCondLst>
                                    <p:cond delay="0"/>
                                  </p:stCondLst>
                                  <p:childTnLst>
                                    <p:set>
                                      <p:cBhvr>
                                        <p:cTn id="16" dur="1" fill="hold">
                                          <p:stCondLst>
                                            <p:cond delay="0"/>
                                          </p:stCondLst>
                                        </p:cTn>
                                        <p:tgtEl>
                                          <p:spTgt spid="111618">
                                            <p:txEl>
                                              <p:pRg st="4" end="4"/>
                                            </p:txEl>
                                          </p:spTgt>
                                        </p:tgtEl>
                                        <p:attrNameLst>
                                          <p:attrName>style.visibility</p:attrName>
                                        </p:attrNameLst>
                                      </p:cBhvr>
                                      <p:to>
                                        <p:strVal val="visible"/>
                                      </p:to>
                                    </p:set>
                                    <p:anim calcmode="lin" valueType="num">
                                      <p:cBhvr additive="base">
                                        <p:cTn id="17" dur="500" fill="hold"/>
                                        <p:tgtEl>
                                          <p:spTgt spid="111618">
                                            <p:txEl>
                                              <p:pRg st="4" end="4"/>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111618">
                                            <p:txEl>
                                              <p:pRg st="4" end="4"/>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111618">
                                            <p:txEl>
                                              <p:pRg st="5" end="5"/>
                                            </p:txEl>
                                          </p:spTgt>
                                        </p:tgtEl>
                                        <p:attrNameLst>
                                          <p:attrName>style.visibility</p:attrName>
                                        </p:attrNameLst>
                                      </p:cBhvr>
                                      <p:to>
                                        <p:strVal val="visible"/>
                                      </p:to>
                                    </p:set>
                                    <p:anim calcmode="lin" valueType="num">
                                      <p:cBhvr additive="base">
                                        <p:cTn id="21" dur="500" fill="hold"/>
                                        <p:tgtEl>
                                          <p:spTgt spid="111618">
                                            <p:txEl>
                                              <p:pRg st="5" end="5"/>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111618">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42" name="Rectangle 2"/>
          <p:cNvSpPr>
            <a:spLocks noGrp="1" noChangeArrowheads="1"/>
          </p:cNvSpPr>
          <p:nvPr>
            <p:ph type="title"/>
          </p:nvPr>
        </p:nvSpPr>
        <p:spPr>
          <a:xfrm>
            <a:off x="142875" y="673100"/>
            <a:ext cx="8858250" cy="708025"/>
          </a:xfrm>
          <a:effectLst/>
        </p:spPr>
        <p:txBody>
          <a:bodyPr anchor="ctr"/>
          <a:lstStyle/>
          <a:p>
            <a:pPr eaLnBrk="1" hangingPunct="1"/>
            <a:r>
              <a:rPr lang="en-US" altLang="zh-CN" sz="4000" b="1" dirty="0" smtClean="0">
                <a:solidFill>
                  <a:srgbClr val="0000FF"/>
                </a:solidFill>
                <a:latin typeface="黑体" pitchFamily="49" charset="-122"/>
                <a:ea typeface="黑体" pitchFamily="49" charset="-122"/>
              </a:rPr>
              <a:t>8.8 </a:t>
            </a:r>
            <a:r>
              <a:rPr lang="zh-CN" altLang="zh-CN" sz="4000" b="1" dirty="0" smtClean="0">
                <a:solidFill>
                  <a:srgbClr val="0000FF"/>
                </a:solidFill>
                <a:latin typeface="黑体" pitchFamily="49" charset="-122"/>
                <a:ea typeface="黑体" pitchFamily="49" charset="-122"/>
              </a:rPr>
              <a:t>动态内存分配与指向它的指针变量</a:t>
            </a:r>
            <a:endParaRPr lang="zh-CN" altLang="en-US" sz="4000" b="1" dirty="0" smtClean="0">
              <a:solidFill>
                <a:srgbClr val="0000FF"/>
              </a:solidFill>
              <a:latin typeface="黑体" pitchFamily="49" charset="-122"/>
              <a:ea typeface="黑体" pitchFamily="49" charset="-122"/>
            </a:endParaRPr>
          </a:p>
        </p:txBody>
      </p:sp>
      <p:sp>
        <p:nvSpPr>
          <p:cNvPr id="193539" name="Rectangle 3"/>
          <p:cNvSpPr>
            <a:spLocks noGrp="1" noChangeArrowheads="1"/>
          </p:cNvSpPr>
          <p:nvPr>
            <p:ph type="body" idx="1"/>
          </p:nvPr>
        </p:nvSpPr>
        <p:spPr>
          <a:xfrm>
            <a:off x="857250" y="1785938"/>
            <a:ext cx="7572375" cy="2928937"/>
          </a:xfrm>
        </p:spPr>
        <p:txBody>
          <a:bodyPr/>
          <a:lstStyle/>
          <a:p>
            <a:pPr marL="0" indent="0">
              <a:lnSpc>
                <a:spcPct val="150000"/>
              </a:lnSpc>
              <a:spcBef>
                <a:spcPts val="0"/>
              </a:spcBef>
              <a:buFont typeface="Wingdings" pitchFamily="2" charset="2"/>
              <a:buNone/>
            </a:pPr>
            <a:r>
              <a:rPr lang="en-US" altLang="zh-CN" sz="3200" dirty="0" smtClean="0">
                <a:latin typeface="黑体" pitchFamily="49" charset="-122"/>
                <a:ea typeface="黑体" pitchFamily="49" charset="-122"/>
                <a:hlinkClick r:id="" action="ppaction://noaction"/>
              </a:rPr>
              <a:t>8.8.1 </a:t>
            </a:r>
            <a:r>
              <a:rPr lang="zh-CN" altLang="zh-CN" sz="3200" dirty="0" smtClean="0">
                <a:latin typeface="黑体" pitchFamily="49" charset="-122"/>
                <a:ea typeface="黑体" pitchFamily="49" charset="-122"/>
                <a:hlinkClick r:id="" action="ppaction://noaction"/>
              </a:rPr>
              <a:t>什么是内存的动态分配</a:t>
            </a:r>
            <a:endParaRPr lang="en-US" altLang="zh-CN" sz="3200" dirty="0" smtClean="0">
              <a:latin typeface="黑体" pitchFamily="49" charset="-122"/>
              <a:ea typeface="黑体" pitchFamily="49" charset="-122"/>
            </a:endParaRPr>
          </a:p>
          <a:p>
            <a:pPr marL="0" indent="0">
              <a:lnSpc>
                <a:spcPct val="150000"/>
              </a:lnSpc>
              <a:spcBef>
                <a:spcPts val="0"/>
              </a:spcBef>
              <a:buFont typeface="Wingdings" pitchFamily="2" charset="2"/>
              <a:buNone/>
            </a:pPr>
            <a:r>
              <a:rPr lang="en-US" altLang="zh-CN" sz="3200" dirty="0" smtClean="0">
                <a:latin typeface="黑体" pitchFamily="49" charset="-122"/>
                <a:ea typeface="黑体" pitchFamily="49" charset="-122"/>
                <a:hlinkClick r:id="" action="ppaction://noaction"/>
              </a:rPr>
              <a:t>8.8.2 </a:t>
            </a:r>
            <a:r>
              <a:rPr lang="zh-CN" altLang="zh-CN" sz="3200" dirty="0" smtClean="0">
                <a:latin typeface="黑体" pitchFamily="49" charset="-122"/>
                <a:ea typeface="黑体" pitchFamily="49" charset="-122"/>
                <a:hlinkClick r:id="" action="ppaction://noaction"/>
              </a:rPr>
              <a:t>怎样建立内存的动态分配</a:t>
            </a:r>
            <a:endParaRPr lang="en-US" altLang="zh-CN" sz="3200" dirty="0" smtClean="0">
              <a:latin typeface="黑体" pitchFamily="49" charset="-122"/>
              <a:ea typeface="黑体" pitchFamily="49" charset="-122"/>
            </a:endParaRPr>
          </a:p>
          <a:p>
            <a:pPr marL="0" indent="0">
              <a:lnSpc>
                <a:spcPct val="150000"/>
              </a:lnSpc>
              <a:spcBef>
                <a:spcPts val="0"/>
              </a:spcBef>
              <a:buFont typeface="Wingdings" pitchFamily="2" charset="2"/>
              <a:buNone/>
            </a:pPr>
            <a:r>
              <a:rPr lang="en-US" altLang="zh-CN" sz="3200" dirty="0" smtClean="0">
                <a:latin typeface="黑体" pitchFamily="49" charset="-122"/>
                <a:ea typeface="黑体" pitchFamily="49" charset="-122"/>
                <a:hlinkClick r:id="" action="ppaction://noaction"/>
              </a:rPr>
              <a:t>8.8.3 void</a:t>
            </a:r>
            <a:r>
              <a:rPr lang="zh-CN" altLang="zh-CN" sz="3200" dirty="0" smtClean="0">
                <a:latin typeface="黑体" pitchFamily="49" charset="-122"/>
                <a:ea typeface="黑体" pitchFamily="49" charset="-122"/>
                <a:hlinkClick r:id="" action="ppaction://noaction"/>
              </a:rPr>
              <a:t>指针类型</a:t>
            </a:r>
            <a:endParaRPr lang="zh-CN" altLang="zh-CN" sz="3200" dirty="0" smtClean="0">
              <a:latin typeface="黑体" pitchFamily="49" charset="-122"/>
              <a:ea typeface="黑体" pitchFamily="49" charset="-122"/>
            </a:endParaRPr>
          </a:p>
        </p:txBody>
      </p:sp>
    </p:spTree>
    <p:extLst>
      <p:ext uri="{BB962C8B-B14F-4D97-AF65-F5344CB8AC3E}">
        <p14:creationId xmlns:p14="http://schemas.microsoft.com/office/powerpoint/2010/main" val="1786881215"/>
      </p:ext>
    </p:extLst>
  </p:cSld>
  <p:clrMapOvr>
    <a:masterClrMapping/>
  </p:clrMapOvr>
  <p:transition spd="med">
    <p:blinds/>
  </p:transition>
  <p:timing>
    <p:tnLst>
      <p:par>
        <p:cTn id="1" dur="indefinite" restart="never" nodeType="tmRoot"/>
      </p:par>
    </p:tnLst>
  </p:timing>
</p:sld>
</file>

<file path=ppt/slides/slide1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42" name="Rectangle 2"/>
          <p:cNvSpPr>
            <a:spLocks noGrp="1" noChangeArrowheads="1"/>
          </p:cNvSpPr>
          <p:nvPr>
            <p:ph type="title"/>
          </p:nvPr>
        </p:nvSpPr>
        <p:spPr>
          <a:xfrm>
            <a:off x="142875" y="642938"/>
            <a:ext cx="8858250" cy="769937"/>
          </a:xfrm>
          <a:effectLst/>
        </p:spPr>
        <p:txBody>
          <a:bodyPr anchor="ctr"/>
          <a:lstStyle/>
          <a:p>
            <a:pPr eaLnBrk="1" hangingPunct="1"/>
            <a:r>
              <a:rPr lang="en-US" altLang="zh-CN" sz="4000" b="1" dirty="0" smtClean="0">
                <a:solidFill>
                  <a:srgbClr val="0000FF"/>
                </a:solidFill>
                <a:latin typeface="黑体" pitchFamily="49" charset="-122"/>
                <a:ea typeface="黑体" pitchFamily="49" charset="-122"/>
              </a:rPr>
              <a:t>8.8.1 </a:t>
            </a:r>
            <a:r>
              <a:rPr lang="zh-CN" altLang="zh-CN" sz="4000" b="1" dirty="0" smtClean="0">
                <a:solidFill>
                  <a:srgbClr val="0000FF"/>
                </a:solidFill>
                <a:latin typeface="黑体" pitchFamily="49" charset="-122"/>
                <a:ea typeface="黑体" pitchFamily="49" charset="-122"/>
              </a:rPr>
              <a:t>什么是内存的动态分配</a:t>
            </a:r>
            <a:endParaRPr lang="zh-CN" altLang="en-US" sz="4000" b="1" dirty="0" smtClean="0">
              <a:solidFill>
                <a:srgbClr val="0000FF"/>
              </a:solidFill>
              <a:latin typeface="黑体" pitchFamily="49" charset="-122"/>
              <a:ea typeface="黑体" pitchFamily="49" charset="-122"/>
            </a:endParaRPr>
          </a:p>
        </p:txBody>
      </p:sp>
      <p:sp>
        <p:nvSpPr>
          <p:cNvPr id="194563" name="Rectangle 3"/>
          <p:cNvSpPr>
            <a:spLocks noGrp="1" noChangeArrowheads="1"/>
          </p:cNvSpPr>
          <p:nvPr>
            <p:ph type="body" idx="1"/>
          </p:nvPr>
        </p:nvSpPr>
        <p:spPr>
          <a:xfrm>
            <a:off x="428625" y="1571625"/>
            <a:ext cx="8358188" cy="3857625"/>
          </a:xfrm>
        </p:spPr>
        <p:txBody>
          <a:bodyPr/>
          <a:lstStyle/>
          <a:p>
            <a:pPr marL="457200" indent="-457200">
              <a:lnSpc>
                <a:spcPct val="150000"/>
              </a:lnSpc>
              <a:spcBef>
                <a:spcPts val="0"/>
              </a:spcBef>
              <a:buFont typeface="Wingdings" pitchFamily="2" charset="2"/>
              <a:buChar char="Ø"/>
            </a:pPr>
            <a:r>
              <a:rPr lang="zh-CN" altLang="zh-CN" sz="2800" dirty="0" smtClean="0">
                <a:latin typeface="黑体" pitchFamily="49" charset="-122"/>
                <a:ea typeface="黑体" pitchFamily="49" charset="-122"/>
              </a:rPr>
              <a:t>非静态的局部变量是分配在内存中的动态存储区的，这个存储区是一个称为</a:t>
            </a:r>
            <a:r>
              <a:rPr lang="zh-CN" altLang="zh-CN" sz="2800" dirty="0" smtClean="0">
                <a:solidFill>
                  <a:srgbClr val="9D138D"/>
                </a:solidFill>
                <a:latin typeface="黑体" pitchFamily="49" charset="-122"/>
                <a:ea typeface="黑体" pitchFamily="49" charset="-122"/>
              </a:rPr>
              <a:t>栈</a:t>
            </a:r>
            <a:r>
              <a:rPr lang="zh-CN" altLang="zh-CN" sz="2800" dirty="0" smtClean="0">
                <a:latin typeface="黑体" pitchFamily="49" charset="-122"/>
                <a:ea typeface="黑体" pitchFamily="49" charset="-122"/>
              </a:rPr>
              <a:t>的区域</a:t>
            </a:r>
            <a:r>
              <a:rPr lang="zh-CN" altLang="en-US" sz="2800" dirty="0" smtClean="0">
                <a:latin typeface="黑体" pitchFamily="49" charset="-122"/>
                <a:ea typeface="黑体" pitchFamily="49" charset="-122"/>
              </a:rPr>
              <a:t>。</a:t>
            </a:r>
            <a:endParaRPr lang="en-US" altLang="zh-CN" sz="2800" dirty="0" smtClean="0">
              <a:latin typeface="黑体" pitchFamily="49" charset="-122"/>
              <a:ea typeface="黑体" pitchFamily="49" charset="-122"/>
            </a:endParaRPr>
          </a:p>
          <a:p>
            <a:pPr marL="457200" indent="-457200">
              <a:lnSpc>
                <a:spcPct val="150000"/>
              </a:lnSpc>
              <a:spcBef>
                <a:spcPts val="0"/>
              </a:spcBef>
              <a:buFont typeface="Wingdings" pitchFamily="2" charset="2"/>
              <a:buChar char="Ø"/>
            </a:pPr>
            <a:r>
              <a:rPr lang="en-US" altLang="zh-CN" sz="2800" dirty="0" smtClean="0">
                <a:latin typeface="黑体" pitchFamily="49" charset="-122"/>
                <a:ea typeface="黑体" pitchFamily="49" charset="-122"/>
              </a:rPr>
              <a:t>C</a:t>
            </a:r>
            <a:r>
              <a:rPr lang="zh-CN" altLang="zh-CN" sz="2800" dirty="0" smtClean="0">
                <a:latin typeface="黑体" pitchFamily="49" charset="-122"/>
                <a:ea typeface="黑体" pitchFamily="49" charset="-122"/>
              </a:rPr>
              <a:t>语言还允许建立内存动态分配区域，以存放一些临时用的数据，这些数据需要时随时开辟，不需要时随时释放。这些数据是临时存放在一个特别的自由存储区，称为</a:t>
            </a:r>
            <a:r>
              <a:rPr lang="zh-CN" altLang="zh-CN" sz="2800" dirty="0" smtClean="0">
                <a:solidFill>
                  <a:srgbClr val="9D138D"/>
                </a:solidFill>
                <a:latin typeface="黑体" pitchFamily="49" charset="-122"/>
                <a:ea typeface="黑体" pitchFamily="49" charset="-122"/>
              </a:rPr>
              <a:t>堆</a:t>
            </a:r>
            <a:r>
              <a:rPr lang="zh-CN" altLang="zh-CN" sz="2800" dirty="0" smtClean="0">
                <a:latin typeface="黑体" pitchFamily="49" charset="-122"/>
                <a:ea typeface="黑体" pitchFamily="49" charset="-122"/>
              </a:rPr>
              <a:t>区</a:t>
            </a:r>
            <a:r>
              <a:rPr lang="zh-CN" altLang="en-US" sz="2800" dirty="0" smtClean="0">
                <a:latin typeface="黑体" pitchFamily="49" charset="-122"/>
                <a:ea typeface="黑体" pitchFamily="49" charset="-122"/>
              </a:rPr>
              <a:t>。</a:t>
            </a:r>
            <a:endParaRPr lang="zh-CN" altLang="zh-CN" sz="2800" dirty="0" smtClean="0">
              <a:latin typeface="黑体" pitchFamily="49" charset="-122"/>
              <a:ea typeface="黑体" pitchFamily="49" charset="-122"/>
            </a:endParaRPr>
          </a:p>
        </p:txBody>
      </p:sp>
      <p:pic>
        <p:nvPicPr>
          <p:cNvPr id="194564" name="图片 3" descr="Untitled2.png">
            <a:hlinkClick r:id="" action="ppaction://noaction"/>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286750" y="6143625"/>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35484456"/>
      </p:ext>
    </p:extLst>
  </p:cSld>
  <p:clrMapOvr>
    <a:masterClrMapping/>
  </p:clrMapOvr>
  <p:transition spd="med">
    <p:blinds/>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194563">
                                            <p:txEl>
                                              <p:pRg st="1" end="1"/>
                                            </p:txEl>
                                          </p:spTgt>
                                        </p:tgtEl>
                                        <p:attrNameLst>
                                          <p:attrName>style.visibility</p:attrName>
                                        </p:attrNameLst>
                                      </p:cBhvr>
                                      <p:to>
                                        <p:strVal val="visible"/>
                                      </p:to>
                                    </p:set>
                                    <p:animEffect transition="in" filter="blinds(horizontal)">
                                      <p:cBhvr>
                                        <p:cTn id="7" dur="500"/>
                                        <p:tgtEl>
                                          <p:spTgt spid="19456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42" name="Rectangle 2"/>
          <p:cNvSpPr>
            <a:spLocks noGrp="1" noChangeArrowheads="1"/>
          </p:cNvSpPr>
          <p:nvPr>
            <p:ph type="title"/>
          </p:nvPr>
        </p:nvSpPr>
        <p:spPr>
          <a:xfrm>
            <a:off x="142875" y="642938"/>
            <a:ext cx="8858250" cy="769937"/>
          </a:xfrm>
          <a:effectLst/>
        </p:spPr>
        <p:txBody>
          <a:bodyPr anchor="ctr"/>
          <a:lstStyle/>
          <a:p>
            <a:pPr eaLnBrk="1" hangingPunct="1"/>
            <a:r>
              <a:rPr lang="en-US" altLang="zh-CN" sz="4000" b="1" dirty="0" smtClean="0">
                <a:solidFill>
                  <a:srgbClr val="0000FF"/>
                </a:solidFill>
                <a:latin typeface="黑体" pitchFamily="49" charset="-122"/>
                <a:ea typeface="黑体" pitchFamily="49" charset="-122"/>
              </a:rPr>
              <a:t>8.8.2 </a:t>
            </a:r>
            <a:r>
              <a:rPr lang="zh-CN" altLang="zh-CN" sz="4000" b="1" dirty="0" smtClean="0">
                <a:solidFill>
                  <a:srgbClr val="0000FF"/>
                </a:solidFill>
                <a:latin typeface="黑体" pitchFamily="49" charset="-122"/>
                <a:ea typeface="黑体" pitchFamily="49" charset="-122"/>
              </a:rPr>
              <a:t>怎样建立内存的动态分配</a:t>
            </a:r>
            <a:endParaRPr lang="zh-CN" altLang="en-US" sz="4000" b="1" dirty="0" smtClean="0">
              <a:solidFill>
                <a:srgbClr val="0000FF"/>
              </a:solidFill>
              <a:latin typeface="黑体" pitchFamily="49" charset="-122"/>
              <a:ea typeface="黑体" pitchFamily="49" charset="-122"/>
            </a:endParaRPr>
          </a:p>
        </p:txBody>
      </p:sp>
      <p:sp>
        <p:nvSpPr>
          <p:cNvPr id="195587" name="Rectangle 3"/>
          <p:cNvSpPr>
            <a:spLocks noGrp="1" noChangeArrowheads="1"/>
          </p:cNvSpPr>
          <p:nvPr>
            <p:ph type="body" idx="1"/>
          </p:nvPr>
        </p:nvSpPr>
        <p:spPr>
          <a:xfrm>
            <a:off x="539552" y="1571625"/>
            <a:ext cx="8247261" cy="3857625"/>
          </a:xfrm>
        </p:spPr>
        <p:txBody>
          <a:bodyPr/>
          <a:lstStyle/>
          <a:p>
            <a:pPr marL="457200" indent="-457200">
              <a:lnSpc>
                <a:spcPct val="150000"/>
              </a:lnSpc>
              <a:spcBef>
                <a:spcPts val="0"/>
              </a:spcBef>
              <a:buFont typeface="Wingdings" pitchFamily="2" charset="2"/>
              <a:buChar char="Ø"/>
            </a:pPr>
            <a:r>
              <a:rPr lang="zh-CN" altLang="zh-CN" sz="2800" dirty="0" smtClean="0">
                <a:latin typeface="黑体" pitchFamily="49" charset="-122"/>
                <a:ea typeface="黑体" pitchFamily="49" charset="-122"/>
              </a:rPr>
              <a:t>对内存的动态分配是通过系统提供的库函数来实现的，主要有</a:t>
            </a:r>
            <a:r>
              <a:rPr lang="en-US" altLang="zh-CN" sz="2800" dirty="0" err="1" smtClean="0">
                <a:solidFill>
                  <a:srgbClr val="00B050"/>
                </a:solidFill>
                <a:latin typeface="黑体" pitchFamily="49" charset="-122"/>
                <a:ea typeface="黑体" pitchFamily="49" charset="-122"/>
              </a:rPr>
              <a:t>malloc</a:t>
            </a:r>
            <a:r>
              <a:rPr lang="zh-CN" altLang="zh-CN" sz="2800" dirty="0" smtClean="0">
                <a:solidFill>
                  <a:srgbClr val="00B050"/>
                </a:solidFill>
                <a:latin typeface="黑体" pitchFamily="49" charset="-122"/>
                <a:ea typeface="黑体" pitchFamily="49" charset="-122"/>
              </a:rPr>
              <a:t>，</a:t>
            </a:r>
            <a:r>
              <a:rPr lang="en-US" altLang="zh-CN" sz="2800" dirty="0" err="1" smtClean="0">
                <a:solidFill>
                  <a:srgbClr val="00B050"/>
                </a:solidFill>
                <a:latin typeface="黑体" pitchFamily="49" charset="-122"/>
                <a:ea typeface="黑体" pitchFamily="49" charset="-122"/>
              </a:rPr>
              <a:t>calloc</a:t>
            </a:r>
            <a:r>
              <a:rPr lang="zh-CN" altLang="zh-CN" sz="2800" dirty="0" smtClean="0">
                <a:solidFill>
                  <a:srgbClr val="00B050"/>
                </a:solidFill>
                <a:latin typeface="黑体" pitchFamily="49" charset="-122"/>
                <a:ea typeface="黑体" pitchFamily="49" charset="-122"/>
              </a:rPr>
              <a:t>，</a:t>
            </a:r>
            <a:r>
              <a:rPr lang="en-US" altLang="zh-CN" sz="2800" dirty="0" smtClean="0">
                <a:solidFill>
                  <a:srgbClr val="00B050"/>
                </a:solidFill>
                <a:latin typeface="黑体" pitchFamily="49" charset="-122"/>
                <a:ea typeface="黑体" pitchFamily="49" charset="-122"/>
              </a:rPr>
              <a:t>free</a:t>
            </a:r>
            <a:r>
              <a:rPr lang="zh-CN" altLang="zh-CN" sz="2800" dirty="0" smtClean="0">
                <a:solidFill>
                  <a:srgbClr val="00B050"/>
                </a:solidFill>
                <a:latin typeface="黑体" pitchFamily="49" charset="-122"/>
                <a:ea typeface="黑体" pitchFamily="49" charset="-122"/>
              </a:rPr>
              <a:t>，</a:t>
            </a:r>
            <a:r>
              <a:rPr lang="en-US" altLang="zh-CN" sz="2800" dirty="0" err="1" smtClean="0">
                <a:solidFill>
                  <a:srgbClr val="00B050"/>
                </a:solidFill>
                <a:latin typeface="黑体" pitchFamily="49" charset="-122"/>
                <a:ea typeface="黑体" pitchFamily="49" charset="-122"/>
              </a:rPr>
              <a:t>realloc</a:t>
            </a:r>
            <a:r>
              <a:rPr lang="zh-CN" altLang="zh-CN" sz="2800" dirty="0" smtClean="0">
                <a:latin typeface="黑体" pitchFamily="49" charset="-122"/>
                <a:ea typeface="黑体" pitchFamily="49" charset="-122"/>
              </a:rPr>
              <a:t>这</a:t>
            </a:r>
            <a:r>
              <a:rPr lang="en-US" altLang="zh-CN" sz="2800" dirty="0" smtClean="0">
                <a:latin typeface="黑体" pitchFamily="49" charset="-122"/>
                <a:ea typeface="黑体" pitchFamily="49" charset="-122"/>
              </a:rPr>
              <a:t>4</a:t>
            </a:r>
            <a:r>
              <a:rPr lang="zh-CN" altLang="zh-CN" sz="2800" dirty="0" smtClean="0">
                <a:latin typeface="黑体" pitchFamily="49" charset="-122"/>
                <a:ea typeface="黑体" pitchFamily="49" charset="-122"/>
              </a:rPr>
              <a:t>个函数。</a:t>
            </a:r>
          </a:p>
        </p:txBody>
      </p:sp>
      <p:pic>
        <p:nvPicPr>
          <p:cNvPr id="195588" name="图片 3" descr="Untitled2.png">
            <a:hlinkClick r:id="" action="ppaction://noaction"/>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286750" y="6143625"/>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02519758"/>
      </p:ext>
    </p:extLst>
  </p:cSld>
  <p:clrMapOvr>
    <a:masterClrMapping/>
  </p:clrMapOvr>
  <p:transition spd="med">
    <p:blinds/>
  </p:transition>
  <p:timing>
    <p:tnLst>
      <p:par>
        <p:cTn id="1" dur="indefinite" restart="never" nodeType="tmRoot"/>
      </p:par>
    </p:tnLst>
  </p:timing>
</p:sld>
</file>

<file path=ppt/slides/slide13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6611" name="Rectangle 3"/>
          <p:cNvSpPr>
            <a:spLocks noGrp="1" noChangeArrowheads="1"/>
          </p:cNvSpPr>
          <p:nvPr>
            <p:ph type="body" idx="1"/>
          </p:nvPr>
        </p:nvSpPr>
        <p:spPr>
          <a:xfrm>
            <a:off x="164816" y="476672"/>
            <a:ext cx="8358188" cy="4643438"/>
          </a:xfrm>
        </p:spPr>
        <p:txBody>
          <a:bodyPr/>
          <a:lstStyle/>
          <a:p>
            <a:pPr>
              <a:lnSpc>
                <a:spcPct val="150000"/>
              </a:lnSpc>
              <a:spcBef>
                <a:spcPts val="0"/>
              </a:spcBef>
              <a:buFont typeface="Wingdings" pitchFamily="2" charset="2"/>
              <a:buNone/>
            </a:pPr>
            <a:r>
              <a:rPr lang="zh-CN" altLang="zh-CN" sz="2800" dirty="0" smtClean="0">
                <a:latin typeface="黑体" pitchFamily="49" charset="-122"/>
                <a:ea typeface="黑体" pitchFamily="49" charset="-122"/>
              </a:rPr>
              <a:t>１．</a:t>
            </a:r>
            <a:r>
              <a:rPr lang="en-US" altLang="zh-CN" sz="2800" dirty="0" err="1" smtClean="0">
                <a:latin typeface="黑体" pitchFamily="49" charset="-122"/>
                <a:ea typeface="黑体" pitchFamily="49" charset="-122"/>
              </a:rPr>
              <a:t>malloc</a:t>
            </a:r>
            <a:r>
              <a:rPr lang="zh-CN" altLang="zh-CN" sz="2800" dirty="0" smtClean="0">
                <a:latin typeface="黑体" pitchFamily="49" charset="-122"/>
                <a:ea typeface="黑体" pitchFamily="49" charset="-122"/>
              </a:rPr>
              <a:t>函数</a:t>
            </a:r>
          </a:p>
          <a:p>
            <a:pPr marL="457200" indent="-457200">
              <a:lnSpc>
                <a:spcPct val="150000"/>
              </a:lnSpc>
              <a:spcBef>
                <a:spcPts val="0"/>
              </a:spcBef>
              <a:buFont typeface="Wingdings" pitchFamily="2" charset="2"/>
              <a:buChar char="Ø"/>
            </a:pPr>
            <a:r>
              <a:rPr lang="zh-CN" altLang="zh-CN" sz="2800" dirty="0" smtClean="0">
                <a:latin typeface="黑体" pitchFamily="49" charset="-122"/>
                <a:ea typeface="黑体" pitchFamily="49" charset="-122"/>
              </a:rPr>
              <a:t>其函数原型为</a:t>
            </a:r>
            <a:r>
              <a:rPr lang="en-US" altLang="zh-CN" sz="2800" dirty="0" smtClean="0">
                <a:latin typeface="黑体" pitchFamily="49" charset="-122"/>
                <a:ea typeface="黑体" pitchFamily="49" charset="-122"/>
              </a:rPr>
              <a:t> </a:t>
            </a:r>
            <a:endParaRPr lang="zh-CN" altLang="zh-CN" sz="2800" dirty="0" smtClean="0">
              <a:latin typeface="黑体" pitchFamily="49" charset="-122"/>
              <a:ea typeface="黑体" pitchFamily="49" charset="-122"/>
            </a:endParaRPr>
          </a:p>
          <a:p>
            <a:pPr lvl="1">
              <a:lnSpc>
                <a:spcPct val="150000"/>
              </a:lnSpc>
              <a:spcBef>
                <a:spcPts val="0"/>
              </a:spcBef>
              <a:buFont typeface="Wingdings" pitchFamily="2" charset="2"/>
              <a:buNone/>
            </a:pPr>
            <a:r>
              <a:rPr lang="en-US" altLang="zh-CN" sz="2800" dirty="0" smtClean="0">
                <a:latin typeface="黑体" pitchFamily="49" charset="-122"/>
                <a:ea typeface="黑体" pitchFamily="49" charset="-122"/>
              </a:rPr>
              <a:t>void *</a:t>
            </a:r>
            <a:r>
              <a:rPr lang="en-US" altLang="zh-CN" sz="2800" dirty="0" err="1" smtClean="0">
                <a:latin typeface="黑体" pitchFamily="49" charset="-122"/>
                <a:ea typeface="黑体" pitchFamily="49" charset="-122"/>
              </a:rPr>
              <a:t>malloc</a:t>
            </a:r>
            <a:r>
              <a:rPr lang="en-US" altLang="zh-CN" sz="2800" dirty="0" smtClean="0">
                <a:latin typeface="黑体" pitchFamily="49" charset="-122"/>
                <a:ea typeface="黑体" pitchFamily="49" charset="-122"/>
              </a:rPr>
              <a:t>(unsigned </a:t>
            </a:r>
            <a:r>
              <a:rPr lang="en-US" altLang="zh-CN" sz="2800" dirty="0" err="1" smtClean="0">
                <a:latin typeface="黑体" pitchFamily="49" charset="-122"/>
                <a:ea typeface="黑体" pitchFamily="49" charset="-122"/>
              </a:rPr>
              <a:t>int</a:t>
            </a:r>
            <a:r>
              <a:rPr lang="en-US" altLang="zh-CN" sz="2800" dirty="0" smtClean="0">
                <a:latin typeface="黑体" pitchFamily="49" charset="-122"/>
                <a:ea typeface="黑体" pitchFamily="49" charset="-122"/>
              </a:rPr>
              <a:t> size); </a:t>
            </a:r>
            <a:endParaRPr lang="zh-CN" altLang="zh-CN" sz="2800" dirty="0" smtClean="0">
              <a:latin typeface="黑体" pitchFamily="49" charset="-122"/>
              <a:ea typeface="黑体" pitchFamily="49" charset="-122"/>
            </a:endParaRPr>
          </a:p>
          <a:p>
            <a:pPr marL="914400" lvl="1" indent="-457200">
              <a:lnSpc>
                <a:spcPct val="150000"/>
              </a:lnSpc>
              <a:spcBef>
                <a:spcPts val="0"/>
              </a:spcBef>
              <a:buFont typeface="Wingdings" pitchFamily="2" charset="2"/>
              <a:buChar char="u"/>
            </a:pPr>
            <a:r>
              <a:rPr lang="zh-CN" altLang="zh-CN" sz="2800" dirty="0" smtClean="0">
                <a:latin typeface="黑体" pitchFamily="49" charset="-122"/>
                <a:ea typeface="黑体" pitchFamily="49" charset="-122"/>
              </a:rPr>
              <a:t>其作用是在内存的动态存储区中分配一个长度为</a:t>
            </a:r>
            <a:r>
              <a:rPr lang="en-US" altLang="zh-CN" sz="2800" dirty="0" smtClean="0">
                <a:latin typeface="黑体" pitchFamily="49" charset="-122"/>
                <a:ea typeface="黑体" pitchFamily="49" charset="-122"/>
              </a:rPr>
              <a:t>size</a:t>
            </a:r>
            <a:r>
              <a:rPr lang="zh-CN" altLang="zh-CN" sz="2800" dirty="0" smtClean="0">
                <a:latin typeface="黑体" pitchFamily="49" charset="-122"/>
                <a:ea typeface="黑体" pitchFamily="49" charset="-122"/>
              </a:rPr>
              <a:t>的连续空间</a:t>
            </a:r>
            <a:r>
              <a:rPr lang="zh-CN" altLang="en-US" sz="2800" dirty="0" smtClean="0">
                <a:latin typeface="黑体" pitchFamily="49" charset="-122"/>
                <a:ea typeface="黑体" pitchFamily="49" charset="-122"/>
              </a:rPr>
              <a:t>。</a:t>
            </a:r>
            <a:endParaRPr lang="en-US" altLang="zh-CN" sz="2800" dirty="0" smtClean="0">
              <a:latin typeface="黑体" pitchFamily="49" charset="-122"/>
              <a:ea typeface="黑体" pitchFamily="49" charset="-122"/>
            </a:endParaRPr>
          </a:p>
          <a:p>
            <a:pPr marL="914400" lvl="1" indent="-457200">
              <a:lnSpc>
                <a:spcPct val="150000"/>
              </a:lnSpc>
              <a:spcBef>
                <a:spcPts val="0"/>
              </a:spcBef>
              <a:buFont typeface="Wingdings" pitchFamily="2" charset="2"/>
              <a:buChar char="u"/>
            </a:pPr>
            <a:r>
              <a:rPr lang="zh-CN" altLang="zh-CN" sz="2800" dirty="0" smtClean="0">
                <a:latin typeface="黑体" pitchFamily="49" charset="-122"/>
                <a:ea typeface="黑体" pitchFamily="49" charset="-122"/>
              </a:rPr>
              <a:t>函数的值是所分配区域的</a:t>
            </a:r>
            <a:r>
              <a:rPr lang="zh-CN" altLang="zh-CN" sz="2800" dirty="0" smtClean="0">
                <a:solidFill>
                  <a:srgbClr val="00B050"/>
                </a:solidFill>
                <a:latin typeface="黑体" pitchFamily="49" charset="-122"/>
                <a:ea typeface="黑体" pitchFamily="49" charset="-122"/>
              </a:rPr>
              <a:t>第一个字节的地址</a:t>
            </a:r>
            <a:r>
              <a:rPr lang="zh-CN" altLang="zh-CN" sz="2800" dirty="0" smtClean="0">
                <a:latin typeface="黑体" pitchFamily="49" charset="-122"/>
                <a:ea typeface="黑体" pitchFamily="49" charset="-122"/>
              </a:rPr>
              <a:t>，或者说，此函数是一个</a:t>
            </a:r>
            <a:r>
              <a:rPr lang="zh-CN" altLang="zh-CN" sz="2800" dirty="0" smtClean="0">
                <a:solidFill>
                  <a:srgbClr val="00B050"/>
                </a:solidFill>
                <a:latin typeface="黑体" pitchFamily="49" charset="-122"/>
                <a:ea typeface="黑体" pitchFamily="49" charset="-122"/>
              </a:rPr>
              <a:t>指针型函数</a:t>
            </a:r>
            <a:r>
              <a:rPr lang="zh-CN" altLang="zh-CN" sz="2800" dirty="0" smtClean="0">
                <a:latin typeface="黑体" pitchFamily="49" charset="-122"/>
                <a:ea typeface="黑体" pitchFamily="49" charset="-122"/>
              </a:rPr>
              <a:t>，返回的指针指向该分配域的开头位置</a:t>
            </a:r>
            <a:r>
              <a:rPr lang="zh-CN" altLang="en-US" sz="2800" dirty="0" smtClean="0">
                <a:latin typeface="黑体" pitchFamily="49" charset="-122"/>
                <a:ea typeface="黑体" pitchFamily="49" charset="-122"/>
              </a:rPr>
              <a:t>。</a:t>
            </a:r>
            <a:endParaRPr lang="zh-CN" altLang="zh-CN" sz="2800" dirty="0" smtClean="0">
              <a:latin typeface="黑体" pitchFamily="49" charset="-122"/>
              <a:ea typeface="黑体" pitchFamily="49" charset="-122"/>
            </a:endParaRPr>
          </a:p>
        </p:txBody>
      </p:sp>
    </p:spTree>
    <p:extLst>
      <p:ext uri="{BB962C8B-B14F-4D97-AF65-F5344CB8AC3E}">
        <p14:creationId xmlns:p14="http://schemas.microsoft.com/office/powerpoint/2010/main" val="4011913152"/>
      </p:ext>
    </p:extLst>
  </p:cSld>
  <p:clrMapOvr>
    <a:masterClrMapping/>
  </p:clrMapOvr>
  <p:transition spd="med">
    <p:blinds/>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196611">
                                            <p:txEl>
                                              <p:pRg st="3" end="3"/>
                                            </p:txEl>
                                          </p:spTgt>
                                        </p:tgtEl>
                                        <p:attrNameLst>
                                          <p:attrName>style.visibility</p:attrName>
                                        </p:attrNameLst>
                                      </p:cBhvr>
                                      <p:to>
                                        <p:strVal val="visible"/>
                                      </p:to>
                                    </p:set>
                                    <p:animEffect transition="in" filter="blinds(horizontal)">
                                      <p:cBhvr>
                                        <p:cTn id="7" dur="500"/>
                                        <p:tgtEl>
                                          <p:spTgt spid="196611">
                                            <p:txEl>
                                              <p:pRg st="3" end="3"/>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196611">
                                            <p:txEl>
                                              <p:pRg st="4" end="4"/>
                                            </p:txEl>
                                          </p:spTgt>
                                        </p:tgtEl>
                                        <p:attrNameLst>
                                          <p:attrName>style.visibility</p:attrName>
                                        </p:attrNameLst>
                                      </p:cBhvr>
                                      <p:to>
                                        <p:strVal val="visible"/>
                                      </p:to>
                                    </p:set>
                                    <p:animEffect transition="in" filter="blinds(horizontal)">
                                      <p:cBhvr>
                                        <p:cTn id="12" dur="500"/>
                                        <p:tgtEl>
                                          <p:spTgt spid="196611">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7635" name="Rectangle 3"/>
          <p:cNvSpPr>
            <a:spLocks noGrp="1" noChangeArrowheads="1"/>
          </p:cNvSpPr>
          <p:nvPr>
            <p:ph type="body" idx="1"/>
          </p:nvPr>
        </p:nvSpPr>
        <p:spPr>
          <a:xfrm>
            <a:off x="368308" y="764704"/>
            <a:ext cx="8358188" cy="4643438"/>
          </a:xfrm>
        </p:spPr>
        <p:txBody>
          <a:bodyPr/>
          <a:lstStyle/>
          <a:p>
            <a:pPr>
              <a:lnSpc>
                <a:spcPct val="150000"/>
              </a:lnSpc>
              <a:spcBef>
                <a:spcPts val="0"/>
              </a:spcBef>
              <a:buFont typeface="Wingdings" pitchFamily="2" charset="2"/>
              <a:buNone/>
            </a:pPr>
            <a:r>
              <a:rPr lang="en-US" altLang="zh-CN" dirty="0" smtClean="0"/>
              <a:t>     </a:t>
            </a:r>
            <a:r>
              <a:rPr lang="en-US" altLang="zh-CN" sz="2800" dirty="0" err="1" smtClean="0">
                <a:latin typeface="黑体" pitchFamily="49" charset="-122"/>
                <a:ea typeface="黑体" pitchFamily="49" charset="-122"/>
              </a:rPr>
              <a:t>malloc</a:t>
            </a:r>
            <a:r>
              <a:rPr lang="en-US" altLang="zh-CN" sz="2800" dirty="0" smtClean="0">
                <a:latin typeface="黑体" pitchFamily="49" charset="-122"/>
                <a:ea typeface="黑体" pitchFamily="49" charset="-122"/>
              </a:rPr>
              <a:t>(100);</a:t>
            </a:r>
          </a:p>
          <a:p>
            <a:pPr marL="0" lvl="1" indent="0">
              <a:lnSpc>
                <a:spcPct val="150000"/>
              </a:lnSpc>
              <a:spcBef>
                <a:spcPts val="0"/>
              </a:spcBef>
              <a:buFont typeface="Wingdings" pitchFamily="2" charset="2"/>
              <a:buChar char="u"/>
            </a:pPr>
            <a:r>
              <a:rPr lang="zh-CN" altLang="zh-CN" sz="2800" dirty="0" smtClean="0">
                <a:latin typeface="黑体" pitchFamily="49" charset="-122"/>
                <a:ea typeface="黑体" pitchFamily="49" charset="-122"/>
              </a:rPr>
              <a:t>开辟</a:t>
            </a:r>
            <a:r>
              <a:rPr lang="en-US" altLang="zh-CN" sz="2800" dirty="0" smtClean="0">
                <a:latin typeface="黑体" pitchFamily="49" charset="-122"/>
                <a:ea typeface="黑体" pitchFamily="49" charset="-122"/>
              </a:rPr>
              <a:t>100</a:t>
            </a:r>
            <a:r>
              <a:rPr lang="zh-CN" altLang="zh-CN" sz="2800" dirty="0" smtClean="0">
                <a:latin typeface="黑体" pitchFamily="49" charset="-122"/>
                <a:ea typeface="黑体" pitchFamily="49" charset="-122"/>
              </a:rPr>
              <a:t>字节的临时分配域，函数值为其第</a:t>
            </a:r>
            <a:r>
              <a:rPr lang="en-US" altLang="zh-CN" sz="2800" dirty="0" smtClean="0">
                <a:latin typeface="黑体" pitchFamily="49" charset="-122"/>
                <a:ea typeface="黑体" pitchFamily="49" charset="-122"/>
              </a:rPr>
              <a:t>1</a:t>
            </a:r>
            <a:r>
              <a:rPr lang="zh-CN" altLang="zh-CN" sz="2800" dirty="0" smtClean="0">
                <a:latin typeface="黑体" pitchFamily="49" charset="-122"/>
                <a:ea typeface="黑体" pitchFamily="49" charset="-122"/>
              </a:rPr>
              <a:t>个字节的地址</a:t>
            </a:r>
            <a:r>
              <a:rPr lang="zh-CN" altLang="en-US" sz="2800" dirty="0" smtClean="0">
                <a:latin typeface="黑体" pitchFamily="49" charset="-122"/>
                <a:ea typeface="黑体" pitchFamily="49" charset="-122"/>
              </a:rPr>
              <a:t>。</a:t>
            </a:r>
            <a:r>
              <a:rPr lang="en-US" altLang="zh-CN" sz="2800" dirty="0" smtClean="0">
                <a:latin typeface="黑体" pitchFamily="49" charset="-122"/>
                <a:ea typeface="黑体" pitchFamily="49" charset="-122"/>
              </a:rPr>
              <a:t> </a:t>
            </a:r>
            <a:endParaRPr lang="zh-CN" altLang="zh-CN" sz="2800" dirty="0" smtClean="0">
              <a:latin typeface="黑体" pitchFamily="49" charset="-122"/>
              <a:ea typeface="黑体" pitchFamily="49" charset="-122"/>
            </a:endParaRPr>
          </a:p>
          <a:p>
            <a:pPr marL="457200" indent="-457200">
              <a:lnSpc>
                <a:spcPct val="150000"/>
              </a:lnSpc>
              <a:spcBef>
                <a:spcPts val="0"/>
              </a:spcBef>
              <a:buFont typeface="Wingdings" pitchFamily="2" charset="2"/>
              <a:buChar char="Ø"/>
            </a:pPr>
            <a:r>
              <a:rPr lang="zh-CN" altLang="zh-CN" sz="2800" dirty="0" smtClean="0">
                <a:latin typeface="黑体" pitchFamily="49" charset="-122"/>
                <a:ea typeface="黑体" pitchFamily="49" charset="-122"/>
              </a:rPr>
              <a:t>注意指针的</a:t>
            </a:r>
            <a:r>
              <a:rPr lang="zh-CN" altLang="zh-CN" sz="2800" dirty="0" smtClean="0">
                <a:solidFill>
                  <a:srgbClr val="00B050"/>
                </a:solidFill>
                <a:latin typeface="黑体" pitchFamily="49" charset="-122"/>
                <a:ea typeface="黑体" pitchFamily="49" charset="-122"/>
              </a:rPr>
              <a:t>基类型为</a:t>
            </a:r>
            <a:r>
              <a:rPr lang="en-US" altLang="zh-CN" sz="2800" dirty="0" smtClean="0">
                <a:solidFill>
                  <a:srgbClr val="00B050"/>
                </a:solidFill>
                <a:latin typeface="黑体" pitchFamily="49" charset="-122"/>
                <a:ea typeface="黑体" pitchFamily="49" charset="-122"/>
              </a:rPr>
              <a:t>void</a:t>
            </a:r>
            <a:r>
              <a:rPr lang="zh-CN" altLang="zh-CN" sz="2800" dirty="0" smtClean="0">
                <a:latin typeface="黑体" pitchFamily="49" charset="-122"/>
                <a:ea typeface="黑体" pitchFamily="49" charset="-122"/>
              </a:rPr>
              <a:t>，即不指向任何类型的数据，</a:t>
            </a:r>
            <a:r>
              <a:rPr lang="zh-CN" altLang="zh-CN" sz="2800" dirty="0" smtClean="0">
                <a:solidFill>
                  <a:srgbClr val="00B050"/>
                </a:solidFill>
                <a:latin typeface="黑体" pitchFamily="49" charset="-122"/>
                <a:ea typeface="黑体" pitchFamily="49" charset="-122"/>
              </a:rPr>
              <a:t>只提供一个地址</a:t>
            </a:r>
            <a:r>
              <a:rPr lang="zh-CN" altLang="en-US" sz="2800" dirty="0" smtClean="0">
                <a:latin typeface="黑体" pitchFamily="49" charset="-122"/>
                <a:ea typeface="黑体" pitchFamily="49" charset="-122"/>
              </a:rPr>
              <a:t>。</a:t>
            </a:r>
            <a:endParaRPr lang="en-US" altLang="zh-CN" sz="2800" dirty="0" smtClean="0">
              <a:latin typeface="黑体" pitchFamily="49" charset="-122"/>
              <a:ea typeface="黑体" pitchFamily="49" charset="-122"/>
            </a:endParaRPr>
          </a:p>
          <a:p>
            <a:pPr marL="457200" indent="-457200">
              <a:lnSpc>
                <a:spcPct val="150000"/>
              </a:lnSpc>
              <a:spcBef>
                <a:spcPts val="0"/>
              </a:spcBef>
              <a:buFont typeface="Wingdings" pitchFamily="2" charset="2"/>
              <a:buChar char="Ø"/>
            </a:pPr>
            <a:r>
              <a:rPr lang="zh-CN" altLang="zh-CN" sz="2800" dirty="0" smtClean="0">
                <a:latin typeface="黑体" pitchFamily="49" charset="-122"/>
                <a:ea typeface="黑体" pitchFamily="49" charset="-122"/>
              </a:rPr>
              <a:t>如果此函数未能成功地执行</a:t>
            </a:r>
            <a:r>
              <a:rPr lang="en-US" altLang="zh-CN" sz="2800" dirty="0" smtClean="0">
                <a:latin typeface="黑体" pitchFamily="49" charset="-122"/>
                <a:ea typeface="黑体" pitchFamily="49" charset="-122"/>
              </a:rPr>
              <a:t>(</a:t>
            </a:r>
            <a:r>
              <a:rPr lang="zh-CN" altLang="zh-CN" sz="2800" dirty="0" smtClean="0">
                <a:latin typeface="黑体" pitchFamily="49" charset="-122"/>
                <a:ea typeface="黑体" pitchFamily="49" charset="-122"/>
              </a:rPr>
              <a:t>例如内存空间不足</a:t>
            </a:r>
            <a:r>
              <a:rPr lang="en-US" altLang="zh-CN" sz="2800" dirty="0" smtClean="0">
                <a:latin typeface="黑体" pitchFamily="49" charset="-122"/>
                <a:ea typeface="黑体" pitchFamily="49" charset="-122"/>
              </a:rPr>
              <a:t>)</a:t>
            </a:r>
            <a:r>
              <a:rPr lang="zh-CN" altLang="zh-CN" sz="2800" dirty="0" smtClean="0">
                <a:latin typeface="黑体" pitchFamily="49" charset="-122"/>
                <a:ea typeface="黑体" pitchFamily="49" charset="-122"/>
              </a:rPr>
              <a:t>，则返回空指针</a:t>
            </a:r>
            <a:r>
              <a:rPr lang="en-US" altLang="zh-CN" sz="2800" dirty="0" smtClean="0">
                <a:latin typeface="黑体" pitchFamily="49" charset="-122"/>
                <a:ea typeface="黑体" pitchFamily="49" charset="-122"/>
              </a:rPr>
              <a:t>(NULL)</a:t>
            </a:r>
            <a:r>
              <a:rPr lang="zh-CN" altLang="en-US" sz="2800" dirty="0" smtClean="0">
                <a:latin typeface="黑体" pitchFamily="49" charset="-122"/>
                <a:ea typeface="黑体" pitchFamily="49" charset="-122"/>
              </a:rPr>
              <a:t>。</a:t>
            </a:r>
            <a:endParaRPr lang="zh-CN" altLang="zh-CN" sz="2800" dirty="0" smtClean="0">
              <a:latin typeface="黑体" pitchFamily="49" charset="-122"/>
              <a:ea typeface="黑体" pitchFamily="49" charset="-122"/>
            </a:endParaRPr>
          </a:p>
        </p:txBody>
      </p:sp>
    </p:spTree>
    <p:extLst>
      <p:ext uri="{BB962C8B-B14F-4D97-AF65-F5344CB8AC3E}">
        <p14:creationId xmlns:p14="http://schemas.microsoft.com/office/powerpoint/2010/main" val="3627485968"/>
      </p:ext>
    </p:extLst>
  </p:cSld>
  <p:clrMapOvr>
    <a:masterClrMapping/>
  </p:clrMapOvr>
  <p:transition spd="med">
    <p:blinds/>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197635">
                                            <p:txEl>
                                              <p:pRg st="2" end="2"/>
                                            </p:txEl>
                                          </p:spTgt>
                                        </p:tgtEl>
                                        <p:attrNameLst>
                                          <p:attrName>style.visibility</p:attrName>
                                        </p:attrNameLst>
                                      </p:cBhvr>
                                      <p:to>
                                        <p:strVal val="visible"/>
                                      </p:to>
                                    </p:set>
                                    <p:animEffect transition="in" filter="blinds(horizontal)">
                                      <p:cBhvr>
                                        <p:cTn id="7" dur="500"/>
                                        <p:tgtEl>
                                          <p:spTgt spid="197635">
                                            <p:txEl>
                                              <p:pRg st="2" end="2"/>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197635">
                                            <p:txEl>
                                              <p:pRg st="3" end="3"/>
                                            </p:txEl>
                                          </p:spTgt>
                                        </p:tgtEl>
                                        <p:attrNameLst>
                                          <p:attrName>style.visibility</p:attrName>
                                        </p:attrNameLst>
                                      </p:cBhvr>
                                      <p:to>
                                        <p:strVal val="visible"/>
                                      </p:to>
                                    </p:set>
                                    <p:animEffect transition="in" filter="blinds(horizontal)">
                                      <p:cBhvr>
                                        <p:cTn id="12" dur="500"/>
                                        <p:tgtEl>
                                          <p:spTgt spid="19763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8659" name="Rectangle 3"/>
          <p:cNvSpPr>
            <a:spLocks noGrp="1" noChangeArrowheads="1"/>
          </p:cNvSpPr>
          <p:nvPr>
            <p:ph type="body" idx="1"/>
          </p:nvPr>
        </p:nvSpPr>
        <p:spPr>
          <a:xfrm>
            <a:off x="112712" y="908720"/>
            <a:ext cx="8923784" cy="4143375"/>
          </a:xfrm>
        </p:spPr>
        <p:txBody>
          <a:bodyPr/>
          <a:lstStyle/>
          <a:p>
            <a:pPr marL="0" indent="0">
              <a:lnSpc>
                <a:spcPct val="150000"/>
              </a:lnSpc>
              <a:spcBef>
                <a:spcPts val="0"/>
              </a:spcBef>
              <a:buFont typeface="Wingdings" pitchFamily="2" charset="2"/>
              <a:buNone/>
            </a:pPr>
            <a:r>
              <a:rPr lang="en-US" altLang="zh-CN" sz="2800" dirty="0" smtClean="0">
                <a:latin typeface="黑体" pitchFamily="49" charset="-122"/>
                <a:ea typeface="黑体" pitchFamily="49" charset="-122"/>
              </a:rPr>
              <a:t>2</a:t>
            </a:r>
            <a:r>
              <a:rPr lang="zh-CN" altLang="zh-CN" sz="2800" dirty="0" smtClean="0">
                <a:latin typeface="黑体" pitchFamily="49" charset="-122"/>
                <a:ea typeface="黑体" pitchFamily="49" charset="-122"/>
              </a:rPr>
              <a:t>．</a:t>
            </a:r>
            <a:r>
              <a:rPr lang="en-US" altLang="zh-CN" sz="2800" dirty="0" err="1" smtClean="0">
                <a:latin typeface="黑体" pitchFamily="49" charset="-122"/>
                <a:ea typeface="黑体" pitchFamily="49" charset="-122"/>
              </a:rPr>
              <a:t>calloc</a:t>
            </a:r>
            <a:r>
              <a:rPr lang="zh-CN" altLang="zh-CN" sz="2800" dirty="0" smtClean="0">
                <a:latin typeface="黑体" pitchFamily="49" charset="-122"/>
                <a:ea typeface="黑体" pitchFamily="49" charset="-122"/>
              </a:rPr>
              <a:t>函数</a:t>
            </a:r>
          </a:p>
          <a:p>
            <a:pPr marL="457200" indent="-457200">
              <a:lnSpc>
                <a:spcPct val="150000"/>
              </a:lnSpc>
              <a:spcBef>
                <a:spcPts val="0"/>
              </a:spcBef>
              <a:buFont typeface="Wingdings" pitchFamily="2" charset="2"/>
              <a:buChar char="Ø"/>
            </a:pPr>
            <a:r>
              <a:rPr lang="zh-CN" altLang="zh-CN" sz="2800" dirty="0" smtClean="0">
                <a:latin typeface="黑体" pitchFamily="49" charset="-122"/>
                <a:ea typeface="黑体" pitchFamily="49" charset="-122"/>
              </a:rPr>
              <a:t>其函数原型为</a:t>
            </a:r>
            <a:r>
              <a:rPr lang="en-US" altLang="zh-CN" sz="2800" dirty="0" smtClean="0">
                <a:latin typeface="黑体" pitchFamily="49" charset="-122"/>
                <a:ea typeface="黑体" pitchFamily="49" charset="-122"/>
              </a:rPr>
              <a:t> </a:t>
            </a:r>
          </a:p>
          <a:p>
            <a:pPr marL="0" indent="0">
              <a:lnSpc>
                <a:spcPct val="150000"/>
              </a:lnSpc>
              <a:spcBef>
                <a:spcPts val="0"/>
              </a:spcBef>
            </a:pPr>
            <a:r>
              <a:rPr lang="en-US" altLang="zh-CN" sz="2800" dirty="0" smtClean="0">
                <a:solidFill>
                  <a:srgbClr val="C00000"/>
                </a:solidFill>
                <a:latin typeface="黑体" pitchFamily="49" charset="-122"/>
                <a:ea typeface="黑体" pitchFamily="49" charset="-122"/>
              </a:rPr>
              <a:t>   void *</a:t>
            </a:r>
            <a:r>
              <a:rPr lang="en-US" altLang="zh-CN" sz="2800" dirty="0" err="1" smtClean="0">
                <a:solidFill>
                  <a:srgbClr val="C00000"/>
                </a:solidFill>
                <a:latin typeface="黑体" pitchFamily="49" charset="-122"/>
                <a:ea typeface="黑体" pitchFamily="49" charset="-122"/>
              </a:rPr>
              <a:t>calloc</a:t>
            </a:r>
            <a:r>
              <a:rPr lang="en-US" altLang="zh-CN" sz="2800" dirty="0" smtClean="0">
                <a:solidFill>
                  <a:srgbClr val="C00000"/>
                </a:solidFill>
                <a:latin typeface="黑体" pitchFamily="49" charset="-122"/>
                <a:ea typeface="黑体" pitchFamily="49" charset="-122"/>
              </a:rPr>
              <a:t>(unsigned </a:t>
            </a:r>
            <a:r>
              <a:rPr lang="en-US" altLang="zh-CN" sz="2800" dirty="0" err="1" smtClean="0">
                <a:solidFill>
                  <a:srgbClr val="C00000"/>
                </a:solidFill>
                <a:latin typeface="黑体" pitchFamily="49" charset="-122"/>
                <a:ea typeface="黑体" pitchFamily="49" charset="-122"/>
              </a:rPr>
              <a:t>n,unsigned</a:t>
            </a:r>
            <a:r>
              <a:rPr lang="en-US" altLang="zh-CN" sz="2800" dirty="0" smtClean="0">
                <a:solidFill>
                  <a:srgbClr val="C00000"/>
                </a:solidFill>
                <a:latin typeface="黑体" pitchFamily="49" charset="-122"/>
                <a:ea typeface="黑体" pitchFamily="49" charset="-122"/>
              </a:rPr>
              <a:t> size); </a:t>
            </a:r>
            <a:endParaRPr lang="zh-CN" altLang="zh-CN" sz="2800" dirty="0" smtClean="0">
              <a:solidFill>
                <a:srgbClr val="C00000"/>
              </a:solidFill>
              <a:latin typeface="黑体" pitchFamily="49" charset="-122"/>
              <a:ea typeface="黑体" pitchFamily="49" charset="-122"/>
            </a:endParaRPr>
          </a:p>
          <a:p>
            <a:pPr marL="457200" indent="-457200">
              <a:lnSpc>
                <a:spcPct val="150000"/>
              </a:lnSpc>
              <a:spcBef>
                <a:spcPts val="0"/>
              </a:spcBef>
              <a:buFont typeface="Wingdings" pitchFamily="2" charset="2"/>
              <a:buChar char="Ø"/>
            </a:pPr>
            <a:r>
              <a:rPr lang="zh-CN" altLang="zh-CN" sz="2800" dirty="0" smtClean="0">
                <a:latin typeface="黑体" pitchFamily="49" charset="-122"/>
                <a:ea typeface="黑体" pitchFamily="49" charset="-122"/>
              </a:rPr>
              <a:t>其作用是在内存的动态存储区中分配</a:t>
            </a:r>
            <a:r>
              <a:rPr lang="en-US" altLang="zh-CN" sz="2800" dirty="0" smtClean="0">
                <a:latin typeface="黑体" pitchFamily="49" charset="-122"/>
                <a:ea typeface="黑体" pitchFamily="49" charset="-122"/>
              </a:rPr>
              <a:t>n</a:t>
            </a:r>
            <a:r>
              <a:rPr lang="zh-CN" altLang="zh-CN" sz="2800" dirty="0" smtClean="0">
                <a:latin typeface="黑体" pitchFamily="49" charset="-122"/>
                <a:ea typeface="黑体" pitchFamily="49" charset="-122"/>
              </a:rPr>
              <a:t>个长度为</a:t>
            </a:r>
            <a:r>
              <a:rPr lang="en-US" altLang="zh-CN" sz="2800" dirty="0" smtClean="0">
                <a:latin typeface="黑体" pitchFamily="49" charset="-122"/>
                <a:ea typeface="黑体" pitchFamily="49" charset="-122"/>
              </a:rPr>
              <a:t>size</a:t>
            </a:r>
            <a:r>
              <a:rPr lang="zh-CN" altLang="zh-CN" sz="2800" dirty="0" smtClean="0">
                <a:latin typeface="黑体" pitchFamily="49" charset="-122"/>
                <a:ea typeface="黑体" pitchFamily="49" charset="-122"/>
              </a:rPr>
              <a:t>的连续空间，这个空间一般比较大，足以保存一个数组。</a:t>
            </a:r>
          </a:p>
        </p:txBody>
      </p:sp>
    </p:spTree>
    <p:extLst>
      <p:ext uri="{BB962C8B-B14F-4D97-AF65-F5344CB8AC3E}">
        <p14:creationId xmlns:p14="http://schemas.microsoft.com/office/powerpoint/2010/main" val="2489343011"/>
      </p:ext>
    </p:extLst>
  </p:cSld>
  <p:clrMapOvr>
    <a:masterClrMapping/>
  </p:clrMapOvr>
  <p:transition spd="med">
    <p:blinds/>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198659">
                                            <p:txEl>
                                              <p:pRg st="3" end="3"/>
                                            </p:txEl>
                                          </p:spTgt>
                                        </p:tgtEl>
                                        <p:attrNameLst>
                                          <p:attrName>style.visibility</p:attrName>
                                        </p:attrNameLst>
                                      </p:cBhvr>
                                      <p:to>
                                        <p:strVal val="visible"/>
                                      </p:to>
                                    </p:set>
                                    <p:animEffect transition="in" filter="blinds(horizontal)">
                                      <p:cBhvr>
                                        <p:cTn id="7" dur="500"/>
                                        <p:tgtEl>
                                          <p:spTgt spid="19865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9683" name="Rectangle 3"/>
          <p:cNvSpPr>
            <a:spLocks noGrp="1" noChangeArrowheads="1"/>
          </p:cNvSpPr>
          <p:nvPr>
            <p:ph type="body" idx="1"/>
          </p:nvPr>
        </p:nvSpPr>
        <p:spPr>
          <a:xfrm>
            <a:off x="251520" y="692696"/>
            <a:ext cx="8643938" cy="4857750"/>
          </a:xfrm>
        </p:spPr>
        <p:txBody>
          <a:bodyPr/>
          <a:lstStyle/>
          <a:p>
            <a:pPr marL="457200" indent="-457200">
              <a:lnSpc>
                <a:spcPct val="150000"/>
              </a:lnSpc>
              <a:spcBef>
                <a:spcPts val="0"/>
              </a:spcBef>
              <a:buFont typeface="Wingdings" pitchFamily="2" charset="2"/>
              <a:buChar char="Ø"/>
            </a:pPr>
            <a:r>
              <a:rPr lang="zh-CN" altLang="zh-CN" sz="2800" dirty="0" smtClean="0">
                <a:latin typeface="黑体" pitchFamily="49" charset="-122"/>
                <a:ea typeface="黑体" pitchFamily="49" charset="-122"/>
              </a:rPr>
              <a:t>用</a:t>
            </a:r>
            <a:r>
              <a:rPr lang="en-US" altLang="zh-CN" sz="2800" dirty="0" err="1" smtClean="0">
                <a:latin typeface="黑体" pitchFamily="49" charset="-122"/>
                <a:ea typeface="黑体" pitchFamily="49" charset="-122"/>
              </a:rPr>
              <a:t>calloc</a:t>
            </a:r>
            <a:r>
              <a:rPr lang="zh-CN" altLang="zh-CN" sz="2800" dirty="0" smtClean="0">
                <a:latin typeface="黑体" pitchFamily="49" charset="-122"/>
                <a:ea typeface="黑体" pitchFamily="49" charset="-122"/>
              </a:rPr>
              <a:t>函数可以为</a:t>
            </a:r>
            <a:r>
              <a:rPr lang="zh-CN" altLang="zh-CN" sz="2800" dirty="0" smtClean="0">
                <a:solidFill>
                  <a:srgbClr val="00B050"/>
                </a:solidFill>
                <a:latin typeface="黑体" pitchFamily="49" charset="-122"/>
                <a:ea typeface="黑体" pitchFamily="49" charset="-122"/>
              </a:rPr>
              <a:t>一维数组</a:t>
            </a:r>
            <a:r>
              <a:rPr lang="zh-CN" altLang="zh-CN" sz="2800" dirty="0" smtClean="0">
                <a:latin typeface="黑体" pitchFamily="49" charset="-122"/>
                <a:ea typeface="黑体" pitchFamily="49" charset="-122"/>
              </a:rPr>
              <a:t>开辟动态存储空间，</a:t>
            </a:r>
            <a:r>
              <a:rPr lang="en-US" altLang="zh-CN" sz="2800" dirty="0" smtClean="0">
                <a:latin typeface="黑体" pitchFamily="49" charset="-122"/>
                <a:ea typeface="黑体" pitchFamily="49" charset="-122"/>
              </a:rPr>
              <a:t>n</a:t>
            </a:r>
            <a:r>
              <a:rPr lang="zh-CN" altLang="zh-CN" sz="2800" dirty="0" smtClean="0">
                <a:latin typeface="黑体" pitchFamily="49" charset="-122"/>
                <a:ea typeface="黑体" pitchFamily="49" charset="-122"/>
              </a:rPr>
              <a:t>为数组元素个数，每个元素长度为</a:t>
            </a:r>
            <a:r>
              <a:rPr lang="en-US" altLang="zh-CN" sz="2800" dirty="0" smtClean="0">
                <a:latin typeface="黑体" pitchFamily="49" charset="-122"/>
                <a:ea typeface="黑体" pitchFamily="49" charset="-122"/>
              </a:rPr>
              <a:t>size</a:t>
            </a:r>
            <a:r>
              <a:rPr lang="zh-CN" altLang="zh-CN" sz="2800" dirty="0" smtClean="0">
                <a:latin typeface="黑体" pitchFamily="49" charset="-122"/>
                <a:ea typeface="黑体" pitchFamily="49" charset="-122"/>
              </a:rPr>
              <a:t>。这就是动态数组。函数返回指向所分配域的起始位置的指针；如果分配不成功，返回</a:t>
            </a:r>
            <a:r>
              <a:rPr lang="en-US" altLang="zh-CN" sz="2800" dirty="0" smtClean="0">
                <a:latin typeface="黑体" pitchFamily="49" charset="-122"/>
                <a:ea typeface="黑体" pitchFamily="49" charset="-122"/>
              </a:rPr>
              <a:t>NULL</a:t>
            </a:r>
            <a:r>
              <a:rPr lang="zh-CN" altLang="zh-CN" sz="2800" dirty="0" smtClean="0">
                <a:latin typeface="黑体" pitchFamily="49" charset="-122"/>
                <a:ea typeface="黑体" pitchFamily="49" charset="-122"/>
              </a:rPr>
              <a:t>。如：</a:t>
            </a:r>
          </a:p>
          <a:p>
            <a:pPr marL="0" indent="0">
              <a:lnSpc>
                <a:spcPct val="150000"/>
              </a:lnSpc>
              <a:spcBef>
                <a:spcPts val="0"/>
              </a:spcBef>
              <a:buFont typeface="Wingdings" pitchFamily="2" charset="2"/>
              <a:buNone/>
            </a:pPr>
            <a:r>
              <a:rPr lang="en-US" altLang="zh-CN" sz="2800" dirty="0" smtClean="0">
                <a:latin typeface="黑体" pitchFamily="49" charset="-122"/>
                <a:ea typeface="黑体" pitchFamily="49" charset="-122"/>
              </a:rPr>
              <a:t>     p=</a:t>
            </a:r>
            <a:r>
              <a:rPr lang="en-US" altLang="zh-CN" sz="2800" dirty="0" err="1" smtClean="0">
                <a:latin typeface="黑体" pitchFamily="49" charset="-122"/>
                <a:ea typeface="黑体" pitchFamily="49" charset="-122"/>
              </a:rPr>
              <a:t>calloc</a:t>
            </a:r>
            <a:r>
              <a:rPr lang="en-US" altLang="zh-CN" sz="2800" dirty="0" smtClean="0">
                <a:latin typeface="黑体" pitchFamily="49" charset="-122"/>
                <a:ea typeface="黑体" pitchFamily="49" charset="-122"/>
              </a:rPr>
              <a:t>(50,4);</a:t>
            </a:r>
          </a:p>
          <a:p>
            <a:pPr marL="0" lvl="1" indent="0">
              <a:lnSpc>
                <a:spcPct val="150000"/>
              </a:lnSpc>
              <a:spcBef>
                <a:spcPts val="0"/>
              </a:spcBef>
              <a:buFont typeface="Wingdings" pitchFamily="2" charset="2"/>
              <a:buNone/>
            </a:pPr>
            <a:r>
              <a:rPr lang="en-US" altLang="zh-CN" sz="2800" dirty="0" smtClean="0">
                <a:latin typeface="黑体" pitchFamily="49" charset="-122"/>
                <a:ea typeface="黑体" pitchFamily="49" charset="-122"/>
              </a:rPr>
              <a:t>  </a:t>
            </a:r>
            <a:r>
              <a:rPr lang="zh-CN" altLang="zh-CN" sz="2800" dirty="0" smtClean="0">
                <a:latin typeface="黑体" pitchFamily="49" charset="-122"/>
                <a:ea typeface="黑体" pitchFamily="49" charset="-122"/>
              </a:rPr>
              <a:t>开辟</a:t>
            </a:r>
            <a:r>
              <a:rPr lang="en-US" altLang="zh-CN" sz="2800" dirty="0" smtClean="0">
                <a:latin typeface="黑体" pitchFamily="49" charset="-122"/>
                <a:ea typeface="黑体" pitchFamily="49" charset="-122"/>
              </a:rPr>
              <a:t>50</a:t>
            </a:r>
            <a:r>
              <a:rPr lang="zh-CN" altLang="zh-CN" sz="2800" dirty="0" smtClean="0">
                <a:latin typeface="黑体" pitchFamily="49" charset="-122"/>
                <a:ea typeface="黑体" pitchFamily="49" charset="-122"/>
              </a:rPr>
              <a:t>×</a:t>
            </a:r>
            <a:r>
              <a:rPr lang="en-US" altLang="zh-CN" sz="2800" dirty="0" smtClean="0">
                <a:latin typeface="黑体" pitchFamily="49" charset="-122"/>
                <a:ea typeface="黑体" pitchFamily="49" charset="-122"/>
              </a:rPr>
              <a:t>4</a:t>
            </a:r>
            <a:r>
              <a:rPr lang="zh-CN" altLang="zh-CN" sz="2800" dirty="0" smtClean="0">
                <a:latin typeface="黑体" pitchFamily="49" charset="-122"/>
                <a:ea typeface="黑体" pitchFamily="49" charset="-122"/>
              </a:rPr>
              <a:t>个字节的临时分配域，把起始地址赋给指针变量</a:t>
            </a:r>
            <a:r>
              <a:rPr lang="en-US" altLang="zh-CN" sz="2800" dirty="0" smtClean="0">
                <a:latin typeface="黑体" pitchFamily="49" charset="-122"/>
                <a:ea typeface="黑体" pitchFamily="49" charset="-122"/>
              </a:rPr>
              <a:t>p </a:t>
            </a:r>
            <a:endParaRPr lang="zh-CN" altLang="zh-CN" sz="2800" dirty="0" smtClean="0">
              <a:latin typeface="黑体" pitchFamily="49" charset="-122"/>
              <a:ea typeface="黑体" pitchFamily="49" charset="-122"/>
            </a:endParaRPr>
          </a:p>
        </p:txBody>
      </p:sp>
      <p:pic>
        <p:nvPicPr>
          <p:cNvPr id="199684" name="图片 3" descr="Untitled2.png">
            <a:hlinkClick r:id="" action="ppaction://noaction"/>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286750" y="6143625"/>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590255015"/>
      </p:ext>
    </p:extLst>
  </p:cSld>
  <p:clrMapOvr>
    <a:masterClrMapping/>
  </p:clrMapOvr>
  <p:transition spd="med">
    <p:blinds/>
  </p:transition>
  <p:timing>
    <p:tnLst>
      <p:par>
        <p:cTn id="1" dur="indefinite" restart="never" nodeType="tmRoot"/>
      </p:par>
    </p:tnLst>
  </p:timing>
</p:sld>
</file>

<file path=ppt/slides/slide14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0707" name="Rectangle 3"/>
          <p:cNvSpPr>
            <a:spLocks noGrp="1" noChangeArrowheads="1"/>
          </p:cNvSpPr>
          <p:nvPr>
            <p:ph type="body" idx="1"/>
          </p:nvPr>
        </p:nvSpPr>
        <p:spPr>
          <a:xfrm>
            <a:off x="539552" y="404664"/>
            <a:ext cx="7643812" cy="4857750"/>
          </a:xfrm>
        </p:spPr>
        <p:txBody>
          <a:bodyPr/>
          <a:lstStyle/>
          <a:p>
            <a:pPr marL="0" indent="0">
              <a:lnSpc>
                <a:spcPct val="150000"/>
              </a:lnSpc>
              <a:spcBef>
                <a:spcPts val="0"/>
              </a:spcBef>
              <a:buFont typeface="Wingdings" pitchFamily="2" charset="2"/>
              <a:buNone/>
            </a:pPr>
            <a:r>
              <a:rPr lang="en-US" altLang="zh-CN" sz="2800" dirty="0" smtClean="0">
                <a:latin typeface="黑体" pitchFamily="49" charset="-122"/>
                <a:ea typeface="黑体" pitchFamily="49" charset="-122"/>
              </a:rPr>
              <a:t>3</a:t>
            </a:r>
            <a:r>
              <a:rPr lang="zh-CN" altLang="zh-CN" sz="2800" dirty="0" smtClean="0">
                <a:latin typeface="黑体" pitchFamily="49" charset="-122"/>
                <a:ea typeface="黑体" pitchFamily="49" charset="-122"/>
              </a:rPr>
              <a:t>．</a:t>
            </a:r>
            <a:r>
              <a:rPr lang="en-US" altLang="zh-CN" sz="2800" dirty="0" smtClean="0">
                <a:latin typeface="黑体" pitchFamily="49" charset="-122"/>
                <a:ea typeface="黑体" pitchFamily="49" charset="-122"/>
              </a:rPr>
              <a:t>free</a:t>
            </a:r>
            <a:r>
              <a:rPr lang="zh-CN" altLang="zh-CN" sz="2800" dirty="0" smtClean="0">
                <a:latin typeface="黑体" pitchFamily="49" charset="-122"/>
                <a:ea typeface="黑体" pitchFamily="49" charset="-122"/>
              </a:rPr>
              <a:t>函数</a:t>
            </a:r>
          </a:p>
          <a:p>
            <a:pPr marL="457200" indent="-457200">
              <a:lnSpc>
                <a:spcPct val="150000"/>
              </a:lnSpc>
              <a:spcBef>
                <a:spcPts val="0"/>
              </a:spcBef>
              <a:buFont typeface="Wingdings" pitchFamily="2" charset="2"/>
              <a:buChar char="Ø"/>
            </a:pPr>
            <a:r>
              <a:rPr lang="zh-CN" altLang="zh-CN" sz="2800" dirty="0" smtClean="0">
                <a:latin typeface="黑体" pitchFamily="49" charset="-122"/>
                <a:ea typeface="黑体" pitchFamily="49" charset="-122"/>
              </a:rPr>
              <a:t>其函数原型为</a:t>
            </a:r>
            <a:r>
              <a:rPr lang="en-US" altLang="zh-CN" sz="2800" dirty="0" smtClean="0">
                <a:latin typeface="黑体" pitchFamily="49" charset="-122"/>
                <a:ea typeface="黑体" pitchFamily="49" charset="-122"/>
              </a:rPr>
              <a:t> </a:t>
            </a:r>
            <a:endParaRPr lang="zh-CN" altLang="zh-CN" sz="2800" dirty="0" smtClean="0">
              <a:latin typeface="黑体" pitchFamily="49" charset="-122"/>
              <a:ea typeface="黑体" pitchFamily="49" charset="-122"/>
            </a:endParaRPr>
          </a:p>
          <a:p>
            <a:pPr marL="0" indent="0">
              <a:lnSpc>
                <a:spcPct val="150000"/>
              </a:lnSpc>
              <a:spcBef>
                <a:spcPts val="0"/>
              </a:spcBef>
              <a:buFont typeface="Wingdings" pitchFamily="2" charset="2"/>
              <a:buNone/>
            </a:pPr>
            <a:r>
              <a:rPr lang="en-US" altLang="zh-CN" sz="2800" dirty="0" smtClean="0">
                <a:latin typeface="黑体" pitchFamily="49" charset="-122"/>
                <a:ea typeface="黑体" pitchFamily="49" charset="-122"/>
              </a:rPr>
              <a:t>    </a:t>
            </a:r>
            <a:r>
              <a:rPr lang="en-US" altLang="zh-CN" sz="2800" dirty="0" smtClean="0">
                <a:solidFill>
                  <a:srgbClr val="C00000"/>
                </a:solidFill>
                <a:latin typeface="黑体" pitchFamily="49" charset="-122"/>
                <a:ea typeface="黑体" pitchFamily="49" charset="-122"/>
              </a:rPr>
              <a:t>void free(void *p); </a:t>
            </a:r>
            <a:endParaRPr lang="zh-CN" altLang="zh-CN" sz="2800" dirty="0" smtClean="0">
              <a:solidFill>
                <a:srgbClr val="C00000"/>
              </a:solidFill>
              <a:latin typeface="黑体" pitchFamily="49" charset="-122"/>
              <a:ea typeface="黑体" pitchFamily="49" charset="-122"/>
            </a:endParaRPr>
          </a:p>
          <a:p>
            <a:pPr marL="457200" indent="-457200">
              <a:lnSpc>
                <a:spcPct val="150000"/>
              </a:lnSpc>
              <a:spcBef>
                <a:spcPts val="0"/>
              </a:spcBef>
              <a:buFont typeface="Wingdings" pitchFamily="2" charset="2"/>
              <a:buChar char="Ø"/>
            </a:pPr>
            <a:r>
              <a:rPr lang="zh-CN" altLang="zh-CN" sz="2800" dirty="0" smtClean="0">
                <a:latin typeface="黑体" pitchFamily="49" charset="-122"/>
                <a:ea typeface="黑体" pitchFamily="49" charset="-122"/>
              </a:rPr>
              <a:t>其作用是释放指针变量ｐ所指向的动态空间，使这部分空间能重新被其他变量使用。</a:t>
            </a:r>
            <a:r>
              <a:rPr lang="en-US" altLang="zh-CN" sz="2800" dirty="0" smtClean="0">
                <a:latin typeface="黑体" pitchFamily="49" charset="-122"/>
                <a:ea typeface="黑体" pitchFamily="49" charset="-122"/>
              </a:rPr>
              <a:t>p</a:t>
            </a:r>
            <a:r>
              <a:rPr lang="zh-CN" altLang="zh-CN" sz="2800" dirty="0" smtClean="0">
                <a:latin typeface="黑体" pitchFamily="49" charset="-122"/>
                <a:ea typeface="黑体" pitchFamily="49" charset="-122"/>
              </a:rPr>
              <a:t>应是最近一次调用</a:t>
            </a:r>
            <a:r>
              <a:rPr lang="en-US" altLang="zh-CN" sz="2800" dirty="0" err="1" smtClean="0">
                <a:latin typeface="黑体" pitchFamily="49" charset="-122"/>
                <a:ea typeface="黑体" pitchFamily="49" charset="-122"/>
              </a:rPr>
              <a:t>calloc</a:t>
            </a:r>
            <a:r>
              <a:rPr lang="zh-CN" altLang="zh-CN" sz="2800" dirty="0" smtClean="0">
                <a:latin typeface="黑体" pitchFamily="49" charset="-122"/>
                <a:ea typeface="黑体" pitchFamily="49" charset="-122"/>
              </a:rPr>
              <a:t>或</a:t>
            </a:r>
            <a:r>
              <a:rPr lang="en-US" altLang="zh-CN" sz="2800" dirty="0" err="1" smtClean="0">
                <a:latin typeface="黑体" pitchFamily="49" charset="-122"/>
                <a:ea typeface="黑体" pitchFamily="49" charset="-122"/>
              </a:rPr>
              <a:t>malloc</a:t>
            </a:r>
            <a:r>
              <a:rPr lang="zh-CN" altLang="zh-CN" sz="2800" dirty="0" smtClean="0">
                <a:latin typeface="黑体" pitchFamily="49" charset="-122"/>
                <a:ea typeface="黑体" pitchFamily="49" charset="-122"/>
              </a:rPr>
              <a:t>函数时得到的函数返回值。</a:t>
            </a:r>
          </a:p>
        </p:txBody>
      </p:sp>
    </p:spTree>
    <p:extLst>
      <p:ext uri="{BB962C8B-B14F-4D97-AF65-F5344CB8AC3E}">
        <p14:creationId xmlns:p14="http://schemas.microsoft.com/office/powerpoint/2010/main" val="2392656471"/>
      </p:ext>
    </p:extLst>
  </p:cSld>
  <p:clrMapOvr>
    <a:masterClrMapping/>
  </p:clrMapOvr>
  <p:transition spd="med">
    <p:blinds/>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00707">
                                            <p:txEl>
                                              <p:pRg st="3" end="3"/>
                                            </p:txEl>
                                          </p:spTgt>
                                        </p:tgtEl>
                                        <p:attrNameLst>
                                          <p:attrName>style.visibility</p:attrName>
                                        </p:attrNameLst>
                                      </p:cBhvr>
                                      <p:to>
                                        <p:strVal val="visible"/>
                                      </p:to>
                                    </p:set>
                                    <p:animEffect transition="in" filter="blinds(horizontal)">
                                      <p:cBhvr>
                                        <p:cTn id="7" dur="500"/>
                                        <p:tgtEl>
                                          <p:spTgt spid="20070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1731" name="Rectangle 3"/>
          <p:cNvSpPr>
            <a:spLocks noGrp="1" noChangeArrowheads="1"/>
          </p:cNvSpPr>
          <p:nvPr>
            <p:ph type="body" idx="1"/>
          </p:nvPr>
        </p:nvSpPr>
        <p:spPr>
          <a:xfrm>
            <a:off x="611560" y="980728"/>
            <a:ext cx="7868490" cy="3143250"/>
          </a:xfrm>
        </p:spPr>
        <p:txBody>
          <a:bodyPr/>
          <a:lstStyle/>
          <a:p>
            <a:pPr marL="0" indent="0">
              <a:lnSpc>
                <a:spcPct val="150000"/>
              </a:lnSpc>
              <a:spcBef>
                <a:spcPts val="0"/>
              </a:spcBef>
              <a:buFont typeface="Wingdings" pitchFamily="2" charset="2"/>
              <a:buNone/>
            </a:pPr>
            <a:r>
              <a:rPr lang="en-US" altLang="zh-CN" sz="2800" dirty="0" smtClean="0">
                <a:latin typeface="黑体" pitchFamily="49" charset="-122"/>
                <a:ea typeface="黑体" pitchFamily="49" charset="-122"/>
              </a:rPr>
              <a:t>     free(p);</a:t>
            </a:r>
          </a:p>
          <a:p>
            <a:pPr marL="457200" indent="-457200">
              <a:lnSpc>
                <a:spcPct val="150000"/>
              </a:lnSpc>
              <a:spcBef>
                <a:spcPts val="0"/>
              </a:spcBef>
              <a:buFont typeface="Wingdings" pitchFamily="2" charset="2"/>
              <a:buChar char="Ø"/>
            </a:pPr>
            <a:r>
              <a:rPr lang="zh-CN" altLang="zh-CN" sz="2800" dirty="0" smtClean="0">
                <a:latin typeface="黑体" pitchFamily="49" charset="-122"/>
                <a:ea typeface="黑体" pitchFamily="49" charset="-122"/>
              </a:rPr>
              <a:t>释放指针变量ｐ所指向的已分配的动态空间</a:t>
            </a:r>
            <a:r>
              <a:rPr lang="zh-CN" altLang="en-US" sz="2800" dirty="0">
                <a:latin typeface="黑体" pitchFamily="49" charset="-122"/>
                <a:ea typeface="黑体" pitchFamily="49" charset="-122"/>
              </a:rPr>
              <a:t>。</a:t>
            </a:r>
            <a:r>
              <a:rPr lang="en-US" altLang="zh-CN" sz="2800" dirty="0" smtClean="0">
                <a:latin typeface="黑体" pitchFamily="49" charset="-122"/>
                <a:ea typeface="黑体" pitchFamily="49" charset="-122"/>
              </a:rPr>
              <a:t> </a:t>
            </a:r>
            <a:endParaRPr lang="zh-CN" altLang="zh-CN" sz="2800" dirty="0" smtClean="0">
              <a:latin typeface="黑体" pitchFamily="49" charset="-122"/>
              <a:ea typeface="黑体" pitchFamily="49" charset="-122"/>
            </a:endParaRPr>
          </a:p>
          <a:p>
            <a:pPr marL="457200" indent="-457200">
              <a:lnSpc>
                <a:spcPct val="150000"/>
              </a:lnSpc>
              <a:spcBef>
                <a:spcPts val="0"/>
              </a:spcBef>
              <a:buFont typeface="Wingdings" pitchFamily="2" charset="2"/>
              <a:buChar char="Ø"/>
            </a:pPr>
            <a:r>
              <a:rPr lang="en-US" altLang="zh-CN" sz="2800" dirty="0" smtClean="0">
                <a:latin typeface="黑体" pitchFamily="49" charset="-122"/>
                <a:ea typeface="黑体" pitchFamily="49" charset="-122"/>
              </a:rPr>
              <a:t>free</a:t>
            </a:r>
            <a:r>
              <a:rPr lang="zh-CN" altLang="zh-CN" sz="2800" dirty="0" smtClean="0">
                <a:latin typeface="黑体" pitchFamily="49" charset="-122"/>
                <a:ea typeface="黑体" pitchFamily="49" charset="-122"/>
              </a:rPr>
              <a:t>函数无返回值</a:t>
            </a:r>
            <a:r>
              <a:rPr lang="zh-CN" altLang="en-US" sz="2800" dirty="0" smtClean="0">
                <a:latin typeface="黑体" pitchFamily="49" charset="-122"/>
                <a:ea typeface="黑体" pitchFamily="49" charset="-122"/>
              </a:rPr>
              <a:t>。</a:t>
            </a:r>
            <a:endParaRPr lang="zh-CN" altLang="zh-CN" sz="2800" dirty="0" smtClean="0">
              <a:latin typeface="黑体" pitchFamily="49" charset="-122"/>
              <a:ea typeface="黑体" pitchFamily="49" charset="-122"/>
            </a:endParaRPr>
          </a:p>
        </p:txBody>
      </p:sp>
    </p:spTree>
    <p:extLst>
      <p:ext uri="{BB962C8B-B14F-4D97-AF65-F5344CB8AC3E}">
        <p14:creationId xmlns:p14="http://schemas.microsoft.com/office/powerpoint/2010/main" val="1697008933"/>
      </p:ext>
    </p:extLst>
  </p:cSld>
  <p:clrMapOvr>
    <a:masterClrMapping/>
  </p:clrMapOvr>
  <p:transition spd="med">
    <p:blinds/>
  </p:transition>
  <p:timing>
    <p:tnLst>
      <p:par>
        <p:cTn id="1" dur="indefinite" restart="never" nodeType="tmRoot"/>
      </p:par>
    </p:tnLst>
  </p:timing>
</p:sld>
</file>

<file path=ppt/slides/slide14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2755" name="Rectangle 3"/>
          <p:cNvSpPr>
            <a:spLocks noGrp="1" noChangeArrowheads="1"/>
          </p:cNvSpPr>
          <p:nvPr>
            <p:ph type="body" idx="1"/>
          </p:nvPr>
        </p:nvSpPr>
        <p:spPr>
          <a:xfrm>
            <a:off x="376240" y="836712"/>
            <a:ext cx="8358188" cy="4000500"/>
          </a:xfrm>
        </p:spPr>
        <p:txBody>
          <a:bodyPr/>
          <a:lstStyle/>
          <a:p>
            <a:pPr marL="0" indent="0">
              <a:lnSpc>
                <a:spcPct val="150000"/>
              </a:lnSpc>
              <a:spcBef>
                <a:spcPts val="0"/>
              </a:spcBef>
              <a:buFont typeface="Wingdings" pitchFamily="2" charset="2"/>
              <a:buNone/>
            </a:pPr>
            <a:r>
              <a:rPr lang="en-US" altLang="zh-CN" sz="2800" dirty="0" smtClean="0">
                <a:latin typeface="黑体" pitchFamily="49" charset="-122"/>
                <a:ea typeface="黑体" pitchFamily="49" charset="-122"/>
              </a:rPr>
              <a:t>4. </a:t>
            </a:r>
            <a:r>
              <a:rPr lang="en-US" altLang="zh-CN" sz="2800" dirty="0" err="1" smtClean="0">
                <a:latin typeface="黑体" pitchFamily="49" charset="-122"/>
                <a:ea typeface="黑体" pitchFamily="49" charset="-122"/>
              </a:rPr>
              <a:t>realloc</a:t>
            </a:r>
            <a:r>
              <a:rPr lang="zh-CN" altLang="zh-CN" sz="2800" dirty="0" smtClean="0">
                <a:latin typeface="黑体" pitchFamily="49" charset="-122"/>
                <a:ea typeface="黑体" pitchFamily="49" charset="-122"/>
              </a:rPr>
              <a:t>函数</a:t>
            </a:r>
          </a:p>
          <a:p>
            <a:pPr marL="457200" indent="-457200">
              <a:lnSpc>
                <a:spcPct val="150000"/>
              </a:lnSpc>
              <a:spcBef>
                <a:spcPts val="0"/>
              </a:spcBef>
              <a:buFont typeface="Wingdings" pitchFamily="2" charset="2"/>
              <a:buChar char="Ø"/>
            </a:pPr>
            <a:r>
              <a:rPr lang="zh-CN" altLang="zh-CN" sz="2800" dirty="0" smtClean="0">
                <a:latin typeface="黑体" pitchFamily="49" charset="-122"/>
                <a:ea typeface="黑体" pitchFamily="49" charset="-122"/>
              </a:rPr>
              <a:t>其函数原型为</a:t>
            </a:r>
          </a:p>
          <a:p>
            <a:pPr marL="0" indent="0">
              <a:lnSpc>
                <a:spcPct val="150000"/>
              </a:lnSpc>
              <a:spcBef>
                <a:spcPts val="0"/>
              </a:spcBef>
              <a:buFont typeface="Wingdings" pitchFamily="2" charset="2"/>
              <a:buNone/>
            </a:pPr>
            <a:r>
              <a:rPr lang="en-US" altLang="zh-CN" sz="2800" dirty="0" smtClean="0">
                <a:latin typeface="黑体" pitchFamily="49" charset="-122"/>
                <a:ea typeface="黑体" pitchFamily="49" charset="-122"/>
              </a:rPr>
              <a:t>void *</a:t>
            </a:r>
            <a:r>
              <a:rPr lang="en-US" altLang="zh-CN" sz="2800" dirty="0" err="1" smtClean="0">
                <a:latin typeface="黑体" pitchFamily="49" charset="-122"/>
                <a:ea typeface="黑体" pitchFamily="49" charset="-122"/>
              </a:rPr>
              <a:t>realloc</a:t>
            </a:r>
            <a:r>
              <a:rPr lang="en-US" altLang="zh-CN" sz="2800" dirty="0" smtClean="0">
                <a:latin typeface="黑体" pitchFamily="49" charset="-122"/>
                <a:ea typeface="黑体" pitchFamily="49" charset="-122"/>
              </a:rPr>
              <a:t>(void *</a:t>
            </a:r>
            <a:r>
              <a:rPr lang="en-US" altLang="zh-CN" sz="2800" dirty="0" err="1" smtClean="0">
                <a:latin typeface="黑体" pitchFamily="49" charset="-122"/>
                <a:ea typeface="黑体" pitchFamily="49" charset="-122"/>
              </a:rPr>
              <a:t>p,unsigned</a:t>
            </a:r>
            <a:r>
              <a:rPr lang="en-US" altLang="zh-CN" sz="2800" dirty="0" smtClean="0">
                <a:latin typeface="黑体" pitchFamily="49" charset="-122"/>
                <a:ea typeface="黑体" pitchFamily="49" charset="-122"/>
              </a:rPr>
              <a:t> </a:t>
            </a:r>
            <a:r>
              <a:rPr lang="en-US" altLang="zh-CN" sz="2800" dirty="0" err="1" smtClean="0">
                <a:latin typeface="黑体" pitchFamily="49" charset="-122"/>
                <a:ea typeface="黑体" pitchFamily="49" charset="-122"/>
              </a:rPr>
              <a:t>int</a:t>
            </a:r>
            <a:r>
              <a:rPr lang="en-US" altLang="zh-CN" sz="2800" dirty="0" smtClean="0">
                <a:latin typeface="黑体" pitchFamily="49" charset="-122"/>
                <a:ea typeface="黑体" pitchFamily="49" charset="-122"/>
              </a:rPr>
              <a:t> size);</a:t>
            </a:r>
            <a:endParaRPr lang="zh-CN" altLang="zh-CN" sz="2800" dirty="0" smtClean="0">
              <a:latin typeface="黑体" pitchFamily="49" charset="-122"/>
              <a:ea typeface="黑体" pitchFamily="49" charset="-122"/>
            </a:endParaRPr>
          </a:p>
          <a:p>
            <a:pPr marL="457200" indent="-457200">
              <a:lnSpc>
                <a:spcPct val="150000"/>
              </a:lnSpc>
              <a:spcBef>
                <a:spcPts val="0"/>
              </a:spcBef>
              <a:buFont typeface="Wingdings" pitchFamily="2" charset="2"/>
              <a:buChar char="Ø"/>
            </a:pPr>
            <a:r>
              <a:rPr lang="zh-CN" altLang="zh-CN" sz="2800" dirty="0" smtClean="0">
                <a:latin typeface="黑体" pitchFamily="49" charset="-122"/>
                <a:ea typeface="黑体" pitchFamily="49" charset="-122"/>
              </a:rPr>
              <a:t>如果已经通过</a:t>
            </a:r>
            <a:r>
              <a:rPr lang="en-US" altLang="zh-CN" sz="2800" dirty="0" err="1" smtClean="0">
                <a:latin typeface="黑体" pitchFamily="49" charset="-122"/>
                <a:ea typeface="黑体" pitchFamily="49" charset="-122"/>
              </a:rPr>
              <a:t>malloc</a:t>
            </a:r>
            <a:r>
              <a:rPr lang="zh-CN" altLang="zh-CN" sz="2800" dirty="0" smtClean="0">
                <a:latin typeface="黑体" pitchFamily="49" charset="-122"/>
                <a:ea typeface="黑体" pitchFamily="49" charset="-122"/>
              </a:rPr>
              <a:t>函数或</a:t>
            </a:r>
            <a:r>
              <a:rPr lang="en-US" altLang="zh-CN" sz="2800" dirty="0" err="1" smtClean="0">
                <a:latin typeface="黑体" pitchFamily="49" charset="-122"/>
                <a:ea typeface="黑体" pitchFamily="49" charset="-122"/>
              </a:rPr>
              <a:t>calloc</a:t>
            </a:r>
            <a:r>
              <a:rPr lang="zh-CN" altLang="zh-CN" sz="2800" dirty="0" smtClean="0">
                <a:latin typeface="黑体" pitchFamily="49" charset="-122"/>
                <a:ea typeface="黑体" pitchFamily="49" charset="-122"/>
              </a:rPr>
              <a:t>函数获得了动态空间，想改变其大小，可以用</a:t>
            </a:r>
            <a:r>
              <a:rPr lang="en-US" altLang="zh-CN" sz="2800" dirty="0" err="1" smtClean="0">
                <a:latin typeface="黑体" pitchFamily="49" charset="-122"/>
                <a:ea typeface="黑体" pitchFamily="49" charset="-122"/>
              </a:rPr>
              <a:t>recalloc</a:t>
            </a:r>
            <a:r>
              <a:rPr lang="zh-CN" altLang="zh-CN" sz="2800" dirty="0" smtClean="0">
                <a:latin typeface="黑体" pitchFamily="49" charset="-122"/>
                <a:ea typeface="黑体" pitchFamily="49" charset="-122"/>
              </a:rPr>
              <a:t>函数重新分配。</a:t>
            </a:r>
          </a:p>
        </p:txBody>
      </p:sp>
      <p:pic>
        <p:nvPicPr>
          <p:cNvPr id="202756" name="图片 3" descr="Untitled2.png">
            <a:hlinkClick r:id="" action="ppaction://noaction"/>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286750" y="6143625"/>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93787529"/>
      </p:ext>
    </p:extLst>
  </p:cSld>
  <p:clrMapOvr>
    <a:masterClrMapping/>
  </p:clrMapOvr>
  <p:transition spd="med">
    <p:blinds/>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02755">
                                            <p:txEl>
                                              <p:pRg st="3" end="3"/>
                                            </p:txEl>
                                          </p:spTgt>
                                        </p:tgtEl>
                                        <p:attrNameLst>
                                          <p:attrName>style.visibility</p:attrName>
                                        </p:attrNameLst>
                                      </p:cBhvr>
                                      <p:to>
                                        <p:strVal val="visible"/>
                                      </p:to>
                                    </p:set>
                                    <p:animEffect transition="in" filter="blinds(horizontal)">
                                      <p:cBhvr>
                                        <p:cTn id="7" dur="500"/>
                                        <p:tgtEl>
                                          <p:spTgt spid="20275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3779" name="Rectangle 3"/>
          <p:cNvSpPr>
            <a:spLocks noGrp="1" noChangeArrowheads="1"/>
          </p:cNvSpPr>
          <p:nvPr>
            <p:ph type="body" idx="1"/>
          </p:nvPr>
        </p:nvSpPr>
        <p:spPr>
          <a:xfrm>
            <a:off x="323528" y="1124744"/>
            <a:ext cx="8358188" cy="4000500"/>
          </a:xfrm>
        </p:spPr>
        <p:txBody>
          <a:bodyPr/>
          <a:lstStyle/>
          <a:p>
            <a:pPr marL="0" indent="0">
              <a:lnSpc>
                <a:spcPct val="150000"/>
              </a:lnSpc>
              <a:spcBef>
                <a:spcPts val="0"/>
              </a:spcBef>
              <a:buFont typeface="Wingdings" pitchFamily="2" charset="2"/>
              <a:buChar char="Ø"/>
            </a:pPr>
            <a:r>
              <a:rPr lang="zh-CN" altLang="zh-CN" sz="2800" dirty="0" smtClean="0">
                <a:latin typeface="黑体" pitchFamily="49" charset="-122"/>
                <a:ea typeface="黑体" pitchFamily="49" charset="-122"/>
              </a:rPr>
              <a:t>用</a:t>
            </a:r>
            <a:r>
              <a:rPr lang="en-US" altLang="zh-CN" sz="2800" dirty="0" err="1" smtClean="0">
                <a:latin typeface="黑体" pitchFamily="49" charset="-122"/>
                <a:ea typeface="黑体" pitchFamily="49" charset="-122"/>
              </a:rPr>
              <a:t>realloc</a:t>
            </a:r>
            <a:r>
              <a:rPr lang="zh-CN" altLang="zh-CN" sz="2800" dirty="0" smtClean="0">
                <a:latin typeface="黑体" pitchFamily="49" charset="-122"/>
                <a:ea typeface="黑体" pitchFamily="49" charset="-122"/>
              </a:rPr>
              <a:t>函数将</a:t>
            </a:r>
            <a:r>
              <a:rPr lang="en-US" altLang="zh-CN" sz="2800" dirty="0" smtClean="0">
                <a:latin typeface="黑体" pitchFamily="49" charset="-122"/>
                <a:ea typeface="黑体" pitchFamily="49" charset="-122"/>
              </a:rPr>
              <a:t>p</a:t>
            </a:r>
            <a:r>
              <a:rPr lang="zh-CN" altLang="zh-CN" sz="2800" dirty="0" smtClean="0">
                <a:latin typeface="黑体" pitchFamily="49" charset="-122"/>
                <a:ea typeface="黑体" pitchFamily="49" charset="-122"/>
              </a:rPr>
              <a:t>所指向的动态空间的大小改变为</a:t>
            </a:r>
            <a:r>
              <a:rPr lang="en-US" altLang="zh-CN" sz="2800" dirty="0" smtClean="0">
                <a:latin typeface="黑体" pitchFamily="49" charset="-122"/>
                <a:ea typeface="黑体" pitchFamily="49" charset="-122"/>
              </a:rPr>
              <a:t>size</a:t>
            </a:r>
            <a:r>
              <a:rPr lang="zh-CN" altLang="zh-CN" sz="2800" dirty="0" smtClean="0">
                <a:latin typeface="黑体" pitchFamily="49" charset="-122"/>
                <a:ea typeface="黑体" pitchFamily="49" charset="-122"/>
              </a:rPr>
              <a:t>。</a:t>
            </a:r>
            <a:r>
              <a:rPr lang="en-US" altLang="zh-CN" sz="2800" dirty="0" smtClean="0">
                <a:latin typeface="黑体" pitchFamily="49" charset="-122"/>
                <a:ea typeface="黑体" pitchFamily="49" charset="-122"/>
              </a:rPr>
              <a:t>p</a:t>
            </a:r>
            <a:r>
              <a:rPr lang="zh-CN" altLang="zh-CN" sz="2800" dirty="0" smtClean="0">
                <a:latin typeface="黑体" pitchFamily="49" charset="-122"/>
                <a:ea typeface="黑体" pitchFamily="49" charset="-122"/>
              </a:rPr>
              <a:t>的值不变。如果重分配不成功，返回</a:t>
            </a:r>
            <a:r>
              <a:rPr lang="en-US" altLang="zh-CN" sz="2800" dirty="0" smtClean="0">
                <a:latin typeface="黑体" pitchFamily="49" charset="-122"/>
                <a:ea typeface="黑体" pitchFamily="49" charset="-122"/>
              </a:rPr>
              <a:t>NULL</a:t>
            </a:r>
            <a:r>
              <a:rPr lang="zh-CN" altLang="zh-CN" sz="2800" dirty="0" smtClean="0">
                <a:latin typeface="黑体" pitchFamily="49" charset="-122"/>
                <a:ea typeface="黑体" pitchFamily="49" charset="-122"/>
              </a:rPr>
              <a:t>。如</a:t>
            </a:r>
          </a:p>
          <a:p>
            <a:pPr marL="0" indent="0">
              <a:lnSpc>
                <a:spcPct val="150000"/>
              </a:lnSpc>
              <a:spcBef>
                <a:spcPts val="0"/>
              </a:spcBef>
              <a:buFont typeface="Wingdings" pitchFamily="2" charset="2"/>
              <a:buNone/>
            </a:pPr>
            <a:r>
              <a:rPr lang="en-US" altLang="zh-CN" sz="2800" dirty="0" smtClean="0">
                <a:latin typeface="黑体" pitchFamily="49" charset="-122"/>
                <a:ea typeface="黑体" pitchFamily="49" charset="-122"/>
              </a:rPr>
              <a:t>     </a:t>
            </a:r>
            <a:r>
              <a:rPr lang="en-US" altLang="zh-CN" sz="2800" dirty="0" err="1" smtClean="0">
                <a:latin typeface="黑体" pitchFamily="49" charset="-122"/>
                <a:ea typeface="黑体" pitchFamily="49" charset="-122"/>
              </a:rPr>
              <a:t>realloc</a:t>
            </a:r>
            <a:r>
              <a:rPr lang="en-US" altLang="zh-CN" sz="2800" dirty="0" smtClean="0">
                <a:latin typeface="黑体" pitchFamily="49" charset="-122"/>
                <a:ea typeface="黑体" pitchFamily="49" charset="-122"/>
              </a:rPr>
              <a:t>(p,50);          </a:t>
            </a:r>
          </a:p>
          <a:p>
            <a:pPr marL="0" indent="0">
              <a:lnSpc>
                <a:spcPct val="150000"/>
              </a:lnSpc>
              <a:spcBef>
                <a:spcPts val="0"/>
              </a:spcBef>
              <a:buFont typeface="Wingdings" pitchFamily="2" charset="2"/>
              <a:buNone/>
            </a:pPr>
            <a:r>
              <a:rPr lang="en-US" altLang="zh-CN" sz="2800" dirty="0" smtClean="0">
                <a:latin typeface="黑体" pitchFamily="49" charset="-122"/>
                <a:ea typeface="黑体" pitchFamily="49" charset="-122"/>
              </a:rPr>
              <a:t> </a:t>
            </a:r>
            <a:r>
              <a:rPr lang="zh-CN" altLang="zh-CN" sz="2800" dirty="0" smtClean="0">
                <a:latin typeface="黑体" pitchFamily="49" charset="-122"/>
                <a:ea typeface="黑体" pitchFamily="49" charset="-122"/>
              </a:rPr>
              <a:t>将</a:t>
            </a:r>
            <a:r>
              <a:rPr lang="en-US" altLang="zh-CN" sz="2800" dirty="0" smtClean="0">
                <a:latin typeface="黑体" pitchFamily="49" charset="-122"/>
                <a:ea typeface="黑体" pitchFamily="49" charset="-122"/>
              </a:rPr>
              <a:t>p</a:t>
            </a:r>
            <a:r>
              <a:rPr lang="zh-CN" altLang="zh-CN" sz="2800" dirty="0" smtClean="0">
                <a:latin typeface="黑体" pitchFamily="49" charset="-122"/>
                <a:ea typeface="黑体" pitchFamily="49" charset="-122"/>
              </a:rPr>
              <a:t>所指向的已分配的动态空间改为</a:t>
            </a:r>
            <a:r>
              <a:rPr lang="en-US" altLang="zh-CN" sz="2800" dirty="0" smtClean="0">
                <a:latin typeface="黑体" pitchFamily="49" charset="-122"/>
                <a:ea typeface="黑体" pitchFamily="49" charset="-122"/>
              </a:rPr>
              <a:t>50</a:t>
            </a:r>
            <a:r>
              <a:rPr lang="zh-CN" altLang="zh-CN" sz="2800" dirty="0" smtClean="0">
                <a:latin typeface="黑体" pitchFamily="49" charset="-122"/>
                <a:ea typeface="黑体" pitchFamily="49" charset="-122"/>
              </a:rPr>
              <a:t>字节</a:t>
            </a:r>
            <a:r>
              <a:rPr lang="en-US" altLang="zh-CN" sz="2800" dirty="0" smtClean="0">
                <a:latin typeface="黑体" pitchFamily="49" charset="-122"/>
                <a:ea typeface="黑体" pitchFamily="49" charset="-122"/>
              </a:rPr>
              <a:t> </a:t>
            </a:r>
            <a:endParaRPr lang="zh-CN" altLang="zh-CN" sz="2800" dirty="0" smtClean="0">
              <a:latin typeface="黑体" pitchFamily="49" charset="-122"/>
              <a:ea typeface="黑体" pitchFamily="49" charset="-122"/>
            </a:endParaRPr>
          </a:p>
        </p:txBody>
      </p:sp>
      <p:pic>
        <p:nvPicPr>
          <p:cNvPr id="203780" name="图片 3" descr="Untitled2.png">
            <a:hlinkClick r:id="" action="ppaction://noaction"/>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286750" y="6143625"/>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46456795"/>
      </p:ext>
    </p:extLst>
  </p:cSld>
  <p:clrMapOvr>
    <a:masterClrMapping/>
  </p:clrMapOvr>
  <p:transition spd="med">
    <p:blinds/>
  </p:transition>
  <p:timing>
    <p:tnLst>
      <p:par>
        <p:cTn id="1" dur="indefinite" restart="never" nodeType="tmRoot"/>
      </p:par>
    </p:tnLst>
  </p:timing>
</p:sld>
</file>

<file path=ppt/slides/slide14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4803" name="Rectangle 3"/>
          <p:cNvSpPr>
            <a:spLocks noGrp="1" noChangeArrowheads="1"/>
          </p:cNvSpPr>
          <p:nvPr>
            <p:ph type="body" idx="1"/>
          </p:nvPr>
        </p:nvSpPr>
        <p:spPr>
          <a:xfrm>
            <a:off x="398462" y="1196752"/>
            <a:ext cx="8358188" cy="4000500"/>
          </a:xfrm>
        </p:spPr>
        <p:txBody>
          <a:bodyPr/>
          <a:lstStyle/>
          <a:p>
            <a:pPr marL="457200" indent="-457200">
              <a:lnSpc>
                <a:spcPct val="150000"/>
              </a:lnSpc>
              <a:spcBef>
                <a:spcPts val="0"/>
              </a:spcBef>
              <a:buFont typeface="Wingdings" pitchFamily="2" charset="2"/>
              <a:buChar char="Ø"/>
            </a:pPr>
            <a:r>
              <a:rPr lang="zh-CN" altLang="zh-CN" sz="2800" dirty="0" smtClean="0">
                <a:latin typeface="黑体" pitchFamily="49" charset="-122"/>
                <a:ea typeface="黑体" pitchFamily="49" charset="-122"/>
              </a:rPr>
              <a:t>以上</a:t>
            </a:r>
            <a:r>
              <a:rPr lang="en-US" altLang="zh-CN" sz="2800" dirty="0" smtClean="0">
                <a:latin typeface="黑体" pitchFamily="49" charset="-122"/>
                <a:ea typeface="黑体" pitchFamily="49" charset="-122"/>
              </a:rPr>
              <a:t>4</a:t>
            </a:r>
            <a:r>
              <a:rPr lang="zh-CN" altLang="zh-CN" sz="2800" dirty="0" smtClean="0">
                <a:latin typeface="黑体" pitchFamily="49" charset="-122"/>
                <a:ea typeface="黑体" pitchFamily="49" charset="-122"/>
              </a:rPr>
              <a:t>个函数的声明在</a:t>
            </a:r>
            <a:r>
              <a:rPr lang="en-US" altLang="zh-CN" sz="2800" dirty="0" err="1" smtClean="0">
                <a:latin typeface="黑体" pitchFamily="49" charset="-122"/>
                <a:ea typeface="黑体" pitchFamily="49" charset="-122"/>
              </a:rPr>
              <a:t>stdlib.h</a:t>
            </a:r>
            <a:r>
              <a:rPr lang="zh-CN" altLang="zh-CN" sz="2800" dirty="0" smtClean="0">
                <a:latin typeface="黑体" pitchFamily="49" charset="-122"/>
                <a:ea typeface="黑体" pitchFamily="49" charset="-122"/>
              </a:rPr>
              <a:t>头文件中，在用到这些函数时应当用</a:t>
            </a:r>
            <a:r>
              <a:rPr lang="zh-CN" altLang="zh-CN" sz="2800" dirty="0" smtClean="0">
                <a:solidFill>
                  <a:srgbClr val="C00000"/>
                </a:solidFill>
                <a:latin typeface="黑体" pitchFamily="49" charset="-122"/>
                <a:ea typeface="黑体" pitchFamily="49" charset="-122"/>
              </a:rPr>
              <a:t>“</a:t>
            </a:r>
            <a:r>
              <a:rPr lang="en-US" altLang="zh-CN" sz="2800" dirty="0" smtClean="0">
                <a:solidFill>
                  <a:srgbClr val="C00000"/>
                </a:solidFill>
                <a:latin typeface="黑体" pitchFamily="49" charset="-122"/>
                <a:ea typeface="黑体" pitchFamily="49" charset="-122"/>
              </a:rPr>
              <a:t>#include &lt;</a:t>
            </a:r>
            <a:r>
              <a:rPr lang="en-US" altLang="zh-CN" sz="2800" dirty="0" err="1" smtClean="0">
                <a:solidFill>
                  <a:srgbClr val="C00000"/>
                </a:solidFill>
                <a:latin typeface="黑体" pitchFamily="49" charset="-122"/>
                <a:ea typeface="黑体" pitchFamily="49" charset="-122"/>
              </a:rPr>
              <a:t>stdlib.h</a:t>
            </a:r>
            <a:r>
              <a:rPr lang="en-US" altLang="zh-CN" sz="2800" dirty="0" smtClean="0">
                <a:solidFill>
                  <a:srgbClr val="C00000"/>
                </a:solidFill>
                <a:latin typeface="黑体" pitchFamily="49" charset="-122"/>
                <a:ea typeface="黑体" pitchFamily="49" charset="-122"/>
              </a:rPr>
              <a:t>&gt;</a:t>
            </a:r>
            <a:r>
              <a:rPr lang="zh-CN" altLang="zh-CN" sz="2800" dirty="0" smtClean="0">
                <a:solidFill>
                  <a:srgbClr val="C00000"/>
                </a:solidFill>
                <a:latin typeface="黑体" pitchFamily="49" charset="-122"/>
                <a:ea typeface="黑体" pitchFamily="49" charset="-122"/>
              </a:rPr>
              <a:t>”</a:t>
            </a:r>
            <a:r>
              <a:rPr lang="zh-CN" altLang="zh-CN" sz="2800" dirty="0" smtClean="0">
                <a:latin typeface="黑体" pitchFamily="49" charset="-122"/>
                <a:ea typeface="黑体" pitchFamily="49" charset="-122"/>
              </a:rPr>
              <a:t>指令把</a:t>
            </a:r>
            <a:r>
              <a:rPr lang="en-US" altLang="zh-CN" sz="2800" dirty="0" err="1" smtClean="0">
                <a:latin typeface="黑体" pitchFamily="49" charset="-122"/>
                <a:ea typeface="黑体" pitchFamily="49" charset="-122"/>
              </a:rPr>
              <a:t>stdlib.h</a:t>
            </a:r>
            <a:r>
              <a:rPr lang="zh-CN" altLang="zh-CN" sz="2800" dirty="0" smtClean="0">
                <a:latin typeface="黑体" pitchFamily="49" charset="-122"/>
                <a:ea typeface="黑体" pitchFamily="49" charset="-122"/>
              </a:rPr>
              <a:t>头文件包含到程序文件中。</a:t>
            </a:r>
          </a:p>
        </p:txBody>
      </p:sp>
      <p:pic>
        <p:nvPicPr>
          <p:cNvPr id="204804" name="图片 3" descr="Untitled2.png">
            <a:hlinkClick r:id="" action="ppaction://noaction"/>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286750" y="6143625"/>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7909974"/>
      </p:ext>
    </p:extLst>
  </p:cSld>
  <p:clrMapOvr>
    <a:masterClrMapping/>
  </p:clrMapOvr>
  <p:transition spd="med">
    <p:blinds/>
  </p:transition>
  <p:timing>
    <p:tnLst>
      <p:par>
        <p:cTn id="1" dur="indefinite" restart="never" nodeType="tmRoot"/>
      </p:par>
    </p:tnLst>
  </p:timing>
</p:sld>
</file>

<file path=ppt/slides/slide14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42" name="Rectangle 2"/>
          <p:cNvSpPr>
            <a:spLocks noGrp="1" noChangeArrowheads="1"/>
          </p:cNvSpPr>
          <p:nvPr>
            <p:ph type="title"/>
          </p:nvPr>
        </p:nvSpPr>
        <p:spPr>
          <a:xfrm>
            <a:off x="179512" y="260648"/>
            <a:ext cx="8858250" cy="769937"/>
          </a:xfrm>
          <a:effectLst/>
        </p:spPr>
        <p:txBody>
          <a:bodyPr anchor="ctr"/>
          <a:lstStyle/>
          <a:p>
            <a:pPr eaLnBrk="1" hangingPunct="1"/>
            <a:r>
              <a:rPr lang="en-US" altLang="zh-CN" sz="4000" b="1" dirty="0" smtClean="0">
                <a:solidFill>
                  <a:srgbClr val="800000"/>
                </a:solidFill>
                <a:latin typeface="黑体" pitchFamily="49" charset="-122"/>
                <a:ea typeface="黑体" pitchFamily="49" charset="-122"/>
              </a:rPr>
              <a:t>8.8.3 void</a:t>
            </a:r>
            <a:r>
              <a:rPr lang="zh-CN" altLang="zh-CN" sz="4000" b="1" dirty="0" smtClean="0">
                <a:solidFill>
                  <a:srgbClr val="800000"/>
                </a:solidFill>
                <a:latin typeface="黑体" pitchFamily="49" charset="-122"/>
                <a:ea typeface="黑体" pitchFamily="49" charset="-122"/>
              </a:rPr>
              <a:t>指针类型</a:t>
            </a:r>
            <a:endParaRPr lang="zh-CN" altLang="en-US" sz="4000" b="1" dirty="0" smtClean="0">
              <a:solidFill>
                <a:srgbClr val="800000"/>
              </a:solidFill>
              <a:latin typeface="黑体" pitchFamily="49" charset="-122"/>
              <a:ea typeface="黑体" pitchFamily="49" charset="-122"/>
            </a:endParaRPr>
          </a:p>
        </p:txBody>
      </p:sp>
      <p:sp>
        <p:nvSpPr>
          <p:cNvPr id="205827" name="Rectangle 3"/>
          <p:cNvSpPr>
            <a:spLocks noGrp="1" noChangeArrowheads="1"/>
          </p:cNvSpPr>
          <p:nvPr>
            <p:ph type="body" idx="1"/>
          </p:nvPr>
        </p:nvSpPr>
        <p:spPr>
          <a:xfrm>
            <a:off x="398462" y="908720"/>
            <a:ext cx="8358188" cy="2786062"/>
          </a:xfrm>
        </p:spPr>
        <p:txBody>
          <a:bodyPr/>
          <a:lstStyle/>
          <a:p>
            <a:pPr marL="0" indent="0">
              <a:lnSpc>
                <a:spcPct val="150000"/>
              </a:lnSpc>
              <a:spcBef>
                <a:spcPts val="0"/>
              </a:spcBef>
              <a:buFont typeface="Wingdings" pitchFamily="2" charset="2"/>
              <a:buNone/>
            </a:pPr>
            <a:r>
              <a:rPr lang="zh-CN" altLang="zh-CN" sz="2800" dirty="0" smtClean="0">
                <a:latin typeface="黑体" pitchFamily="49" charset="-122"/>
                <a:ea typeface="黑体" pitchFamily="49" charset="-122"/>
              </a:rPr>
              <a:t>例</a:t>
            </a:r>
            <a:r>
              <a:rPr lang="en-US" altLang="zh-CN" sz="2800" dirty="0" smtClean="0">
                <a:latin typeface="黑体" pitchFamily="49" charset="-122"/>
                <a:ea typeface="黑体" pitchFamily="49" charset="-122"/>
              </a:rPr>
              <a:t>8.30 </a:t>
            </a:r>
            <a:r>
              <a:rPr lang="zh-CN" altLang="zh-CN" sz="2800" dirty="0" smtClean="0">
                <a:latin typeface="黑体" pitchFamily="49" charset="-122"/>
                <a:ea typeface="黑体" pitchFamily="49" charset="-122"/>
              </a:rPr>
              <a:t>建立动态数组，输入</a:t>
            </a:r>
            <a:r>
              <a:rPr lang="en-US" altLang="zh-CN" sz="2800" dirty="0" smtClean="0">
                <a:latin typeface="黑体" pitchFamily="49" charset="-122"/>
                <a:ea typeface="黑体" pitchFamily="49" charset="-122"/>
              </a:rPr>
              <a:t>5</a:t>
            </a:r>
            <a:r>
              <a:rPr lang="zh-CN" altLang="zh-CN" sz="2800" dirty="0" smtClean="0">
                <a:latin typeface="黑体" pitchFamily="49" charset="-122"/>
                <a:ea typeface="黑体" pitchFamily="49" charset="-122"/>
              </a:rPr>
              <a:t>个学生的成绩，另外用一个函放数检查其中有无低于</a:t>
            </a:r>
            <a:r>
              <a:rPr lang="en-US" altLang="zh-CN" sz="2800" dirty="0" smtClean="0">
                <a:latin typeface="黑体" pitchFamily="49" charset="-122"/>
                <a:ea typeface="黑体" pitchFamily="49" charset="-122"/>
              </a:rPr>
              <a:t>60</a:t>
            </a:r>
            <a:r>
              <a:rPr lang="zh-CN" altLang="zh-CN" sz="2800" dirty="0" smtClean="0">
                <a:latin typeface="黑体" pitchFamily="49" charset="-122"/>
                <a:ea typeface="黑体" pitchFamily="49" charset="-122"/>
              </a:rPr>
              <a:t>分的，输出不合格的成绩。</a:t>
            </a:r>
          </a:p>
        </p:txBody>
      </p:sp>
      <p:pic>
        <p:nvPicPr>
          <p:cNvPr id="205828" name="图片 3" descr="Untitled2.png">
            <a:hlinkClick r:id="" action="ppaction://noaction"/>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286750" y="6143625"/>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3"/>
          <p:cNvSpPr txBox="1">
            <a:spLocks noChangeArrowheads="1"/>
          </p:cNvSpPr>
          <p:nvPr/>
        </p:nvSpPr>
        <p:spPr bwMode="auto">
          <a:xfrm>
            <a:off x="581025" y="2996952"/>
            <a:ext cx="8175625" cy="2362001"/>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Wingdings" pitchFamily="2" charset="2"/>
              <a:defRPr sz="2400" b="1">
                <a:solidFill>
                  <a:schemeClr val="tx1"/>
                </a:solidFill>
                <a:latin typeface="+mn-lt"/>
                <a:ea typeface="+mn-ea"/>
                <a:cs typeface="华文楷体"/>
              </a:defRPr>
            </a:lvl1pPr>
            <a:lvl2pPr marL="742950" indent="-285750" algn="l" rtl="0" eaLnBrk="0" fontAlgn="base" hangingPunct="0">
              <a:spcBef>
                <a:spcPct val="20000"/>
              </a:spcBef>
              <a:spcAft>
                <a:spcPct val="0"/>
              </a:spcAft>
              <a:defRPr sz="2000" b="1">
                <a:solidFill>
                  <a:schemeClr val="tx1"/>
                </a:solidFill>
                <a:latin typeface="+mn-lt"/>
                <a:ea typeface="+mn-ea"/>
                <a:cs typeface="华文楷体"/>
              </a:defRPr>
            </a:lvl2pPr>
            <a:lvl3pPr marL="1143000" indent="-228600" algn="l" rtl="0" eaLnBrk="0" fontAlgn="base" hangingPunct="0">
              <a:spcBef>
                <a:spcPct val="20000"/>
              </a:spcBef>
              <a:spcAft>
                <a:spcPct val="0"/>
              </a:spcAft>
              <a:defRPr sz="2000" b="1">
                <a:solidFill>
                  <a:schemeClr val="tx1"/>
                </a:solidFill>
                <a:latin typeface="+mn-lt"/>
                <a:ea typeface="+mn-ea"/>
                <a:cs typeface="华文楷体"/>
              </a:defRPr>
            </a:lvl3pPr>
            <a:lvl4pPr marL="1600200" indent="-228600" algn="l" rtl="0" eaLnBrk="0" fontAlgn="base" hangingPunct="0">
              <a:spcBef>
                <a:spcPct val="20000"/>
              </a:spcBef>
              <a:spcAft>
                <a:spcPct val="0"/>
              </a:spcAft>
              <a:defRPr sz="2000" b="1">
                <a:solidFill>
                  <a:schemeClr val="tx1"/>
                </a:solidFill>
                <a:latin typeface="+mn-lt"/>
                <a:ea typeface="+mn-ea"/>
                <a:cs typeface="华文楷体"/>
              </a:defRPr>
            </a:lvl4pPr>
            <a:lvl5pPr marL="2057400" indent="-228600" algn="l" rtl="0" eaLnBrk="0" fontAlgn="base" hangingPunct="0">
              <a:spcBef>
                <a:spcPct val="20000"/>
              </a:spcBef>
              <a:spcAft>
                <a:spcPct val="0"/>
              </a:spcAft>
              <a:defRPr sz="2000" b="1">
                <a:solidFill>
                  <a:schemeClr val="tx1"/>
                </a:solidFill>
                <a:latin typeface="+mn-lt"/>
                <a:ea typeface="+mn-ea"/>
                <a:cs typeface="华文楷体"/>
              </a:defRPr>
            </a:lvl5pPr>
            <a:lvl6pPr marL="2514600" indent="-228600" algn="l" rtl="0" fontAlgn="base">
              <a:spcBef>
                <a:spcPct val="20000"/>
              </a:spcBef>
              <a:spcAft>
                <a:spcPct val="0"/>
              </a:spcAft>
              <a:defRPr sz="2000" b="1">
                <a:solidFill>
                  <a:schemeClr val="tx1"/>
                </a:solidFill>
                <a:latin typeface="+mn-lt"/>
                <a:ea typeface="+mn-ea"/>
              </a:defRPr>
            </a:lvl6pPr>
            <a:lvl7pPr marL="2971800" indent="-228600" algn="l" rtl="0" fontAlgn="base">
              <a:spcBef>
                <a:spcPct val="20000"/>
              </a:spcBef>
              <a:spcAft>
                <a:spcPct val="0"/>
              </a:spcAft>
              <a:defRPr sz="2000" b="1">
                <a:solidFill>
                  <a:schemeClr val="tx1"/>
                </a:solidFill>
                <a:latin typeface="+mn-lt"/>
                <a:ea typeface="+mn-ea"/>
              </a:defRPr>
            </a:lvl7pPr>
            <a:lvl8pPr marL="3429000" indent="-228600" algn="l" rtl="0" fontAlgn="base">
              <a:spcBef>
                <a:spcPct val="20000"/>
              </a:spcBef>
              <a:spcAft>
                <a:spcPct val="0"/>
              </a:spcAft>
              <a:defRPr sz="2000" b="1">
                <a:solidFill>
                  <a:schemeClr val="tx1"/>
                </a:solidFill>
                <a:latin typeface="+mn-lt"/>
                <a:ea typeface="+mn-ea"/>
              </a:defRPr>
            </a:lvl8pPr>
            <a:lvl9pPr marL="3886200" indent="-228600" algn="l" rtl="0" fontAlgn="base">
              <a:spcBef>
                <a:spcPct val="20000"/>
              </a:spcBef>
              <a:spcAft>
                <a:spcPct val="0"/>
              </a:spcAft>
              <a:defRPr sz="2000" b="1">
                <a:solidFill>
                  <a:schemeClr val="tx1"/>
                </a:solidFill>
                <a:latin typeface="+mn-lt"/>
                <a:ea typeface="+mn-ea"/>
              </a:defRPr>
            </a:lvl9pPr>
          </a:lstStyle>
          <a:p>
            <a:pPr marL="0" indent="0">
              <a:lnSpc>
                <a:spcPct val="120000"/>
              </a:lnSpc>
              <a:spcBef>
                <a:spcPts val="0"/>
              </a:spcBef>
            </a:pPr>
            <a:r>
              <a:rPr lang="zh-CN" altLang="zh-CN" sz="2800" dirty="0" smtClean="0">
                <a:latin typeface="黑体" pitchFamily="49" charset="-122"/>
                <a:ea typeface="黑体" pitchFamily="49" charset="-122"/>
              </a:rPr>
              <a:t>解题思路：用</a:t>
            </a:r>
            <a:r>
              <a:rPr lang="en-US" altLang="zh-CN" sz="2800" dirty="0" err="1" smtClean="0">
                <a:solidFill>
                  <a:srgbClr val="C00000"/>
                </a:solidFill>
                <a:latin typeface="黑体" pitchFamily="49" charset="-122"/>
                <a:ea typeface="黑体" pitchFamily="49" charset="-122"/>
              </a:rPr>
              <a:t>malloc</a:t>
            </a:r>
            <a:r>
              <a:rPr lang="zh-CN" altLang="zh-CN" sz="2800" dirty="0" smtClean="0">
                <a:solidFill>
                  <a:srgbClr val="C00000"/>
                </a:solidFill>
                <a:latin typeface="黑体" pitchFamily="49" charset="-122"/>
                <a:ea typeface="黑体" pitchFamily="49" charset="-122"/>
              </a:rPr>
              <a:t>函数</a:t>
            </a:r>
            <a:r>
              <a:rPr lang="zh-CN" altLang="zh-CN" sz="2800" dirty="0" smtClean="0">
                <a:latin typeface="黑体" pitchFamily="49" charset="-122"/>
                <a:ea typeface="黑体" pitchFamily="49" charset="-122"/>
              </a:rPr>
              <a:t>开辟一个动态自由区域，用来存</a:t>
            </a:r>
            <a:r>
              <a:rPr lang="en-US" altLang="zh-CN" sz="2800" dirty="0" smtClean="0">
                <a:latin typeface="黑体" pitchFamily="49" charset="-122"/>
                <a:ea typeface="黑体" pitchFamily="49" charset="-122"/>
              </a:rPr>
              <a:t>5</a:t>
            </a:r>
            <a:r>
              <a:rPr lang="zh-CN" altLang="zh-CN" sz="2800" dirty="0" smtClean="0">
                <a:latin typeface="黑体" pitchFamily="49" charset="-122"/>
                <a:ea typeface="黑体" pitchFamily="49" charset="-122"/>
              </a:rPr>
              <a:t>个学生的成绩，会得到这个动态域第一个字节的地址，它的</a:t>
            </a:r>
            <a:r>
              <a:rPr lang="zh-CN" altLang="zh-CN" sz="2800" dirty="0" smtClean="0">
                <a:solidFill>
                  <a:srgbClr val="C00000"/>
                </a:solidFill>
                <a:latin typeface="黑体" pitchFamily="49" charset="-122"/>
                <a:ea typeface="黑体" pitchFamily="49" charset="-122"/>
              </a:rPr>
              <a:t>基类型是</a:t>
            </a:r>
            <a:r>
              <a:rPr lang="en-US" altLang="zh-CN" sz="2800" dirty="0" smtClean="0">
                <a:solidFill>
                  <a:srgbClr val="C00000"/>
                </a:solidFill>
                <a:latin typeface="黑体" pitchFamily="49" charset="-122"/>
                <a:ea typeface="黑体" pitchFamily="49" charset="-122"/>
              </a:rPr>
              <a:t>void</a:t>
            </a:r>
            <a:r>
              <a:rPr lang="zh-CN" altLang="zh-CN" sz="2800" dirty="0" smtClean="0">
                <a:solidFill>
                  <a:srgbClr val="C00000"/>
                </a:solidFill>
                <a:latin typeface="黑体" pitchFamily="49" charset="-122"/>
                <a:ea typeface="黑体" pitchFamily="49" charset="-122"/>
              </a:rPr>
              <a:t>型</a:t>
            </a:r>
            <a:r>
              <a:rPr lang="zh-CN" altLang="zh-CN" sz="2800" dirty="0" smtClean="0">
                <a:latin typeface="黑体" pitchFamily="49" charset="-122"/>
                <a:ea typeface="黑体" pitchFamily="49" charset="-122"/>
              </a:rPr>
              <a:t>。用一个基类型为</a:t>
            </a:r>
            <a:r>
              <a:rPr lang="en-US" altLang="zh-CN" sz="2800" dirty="0" err="1" smtClean="0">
                <a:latin typeface="黑体" pitchFamily="49" charset="-122"/>
                <a:ea typeface="黑体" pitchFamily="49" charset="-122"/>
              </a:rPr>
              <a:t>int</a:t>
            </a:r>
            <a:r>
              <a:rPr lang="zh-CN" altLang="zh-CN" sz="2800" dirty="0" smtClean="0">
                <a:latin typeface="黑体" pitchFamily="49" charset="-122"/>
                <a:ea typeface="黑体" pitchFamily="49" charset="-122"/>
              </a:rPr>
              <a:t>的指针变量</a:t>
            </a:r>
            <a:r>
              <a:rPr lang="en-US" altLang="zh-CN" sz="2800" dirty="0" smtClean="0">
                <a:latin typeface="黑体" pitchFamily="49" charset="-122"/>
                <a:ea typeface="黑体" pitchFamily="49" charset="-122"/>
              </a:rPr>
              <a:t>p</a:t>
            </a:r>
            <a:r>
              <a:rPr lang="zh-CN" altLang="zh-CN" sz="2800" dirty="0" smtClean="0">
                <a:latin typeface="黑体" pitchFamily="49" charset="-122"/>
                <a:ea typeface="黑体" pitchFamily="49" charset="-122"/>
              </a:rPr>
              <a:t>来指向动态数组的各元素，并输出它们的值。但必须先把</a:t>
            </a:r>
            <a:r>
              <a:rPr lang="en-US" altLang="zh-CN" sz="2800" dirty="0" err="1" smtClean="0">
                <a:latin typeface="黑体" pitchFamily="49" charset="-122"/>
                <a:ea typeface="黑体" pitchFamily="49" charset="-122"/>
              </a:rPr>
              <a:t>malloc</a:t>
            </a:r>
            <a:r>
              <a:rPr lang="zh-CN" altLang="zh-CN" sz="2800" dirty="0" smtClean="0">
                <a:latin typeface="黑体" pitchFamily="49" charset="-122"/>
                <a:ea typeface="黑体" pitchFamily="49" charset="-122"/>
              </a:rPr>
              <a:t>函数返回的</a:t>
            </a:r>
            <a:r>
              <a:rPr lang="en-US" altLang="zh-CN" sz="2800" dirty="0" smtClean="0">
                <a:latin typeface="黑体" pitchFamily="49" charset="-122"/>
                <a:ea typeface="黑体" pitchFamily="49" charset="-122"/>
              </a:rPr>
              <a:t>void</a:t>
            </a:r>
            <a:r>
              <a:rPr lang="zh-CN" altLang="zh-CN" sz="2800" dirty="0" smtClean="0">
                <a:latin typeface="黑体" pitchFamily="49" charset="-122"/>
                <a:ea typeface="黑体" pitchFamily="49" charset="-122"/>
              </a:rPr>
              <a:t>指针转换为整型指针，然后赋给</a:t>
            </a:r>
            <a:r>
              <a:rPr lang="en-US" altLang="zh-CN" sz="2800" dirty="0" smtClean="0">
                <a:latin typeface="黑体" pitchFamily="49" charset="-122"/>
                <a:ea typeface="黑体" pitchFamily="49" charset="-122"/>
              </a:rPr>
              <a:t>p1</a:t>
            </a:r>
            <a:r>
              <a:rPr lang="zh-CN" altLang="en-US" sz="2800" dirty="0" smtClean="0">
                <a:latin typeface="黑体" pitchFamily="49" charset="-122"/>
                <a:ea typeface="黑体" pitchFamily="49" charset="-122"/>
              </a:rPr>
              <a:t>。</a:t>
            </a:r>
            <a:endParaRPr lang="zh-CN" altLang="zh-CN" sz="2800" dirty="0" smtClean="0">
              <a:latin typeface="黑体" pitchFamily="49" charset="-122"/>
              <a:ea typeface="黑体" pitchFamily="49" charset="-122"/>
            </a:endParaRPr>
          </a:p>
        </p:txBody>
      </p:sp>
    </p:spTree>
    <p:extLst>
      <p:ext uri="{BB962C8B-B14F-4D97-AF65-F5344CB8AC3E}">
        <p14:creationId xmlns:p14="http://schemas.microsoft.com/office/powerpoint/2010/main" val="1611983964"/>
      </p:ext>
    </p:extLst>
  </p:cSld>
  <p:clrMapOvr>
    <a:masterClrMapping/>
  </p:clrMapOvr>
  <p:transition spd="med">
    <p:blinds/>
  </p:transition>
  <p:timing>
    <p:tnLst>
      <p:par>
        <p:cTn id="1" dur="indefinite" restart="never" nodeType="tmRoot"/>
      </p:par>
    </p:tn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874" name="内容占位符 2"/>
          <p:cNvSpPr>
            <a:spLocks noGrp="1"/>
          </p:cNvSpPr>
          <p:nvPr>
            <p:ph idx="1"/>
          </p:nvPr>
        </p:nvSpPr>
        <p:spPr>
          <a:xfrm>
            <a:off x="539750" y="928688"/>
            <a:ext cx="8153400" cy="5429250"/>
          </a:xfrm>
        </p:spPr>
        <p:txBody>
          <a:bodyPr/>
          <a:lstStyle/>
          <a:p>
            <a:pPr>
              <a:lnSpc>
                <a:spcPts val="3000"/>
              </a:lnSpc>
              <a:buFont typeface="Wingdings" pitchFamily="2" charset="2"/>
              <a:buNone/>
            </a:pPr>
            <a:r>
              <a:rPr lang="en-US" altLang="zh-CN" sz="2800" smtClean="0"/>
              <a:t>#include &lt;stdio.h&gt;</a:t>
            </a:r>
            <a:endParaRPr lang="zh-CN" altLang="zh-CN" sz="2800" smtClean="0"/>
          </a:p>
          <a:p>
            <a:pPr>
              <a:lnSpc>
                <a:spcPts val="3000"/>
              </a:lnSpc>
              <a:buFont typeface="Wingdings" pitchFamily="2" charset="2"/>
              <a:buNone/>
            </a:pPr>
            <a:r>
              <a:rPr lang="en-US" altLang="zh-CN" sz="2800" smtClean="0"/>
              <a:t>#include &lt;stdlib.h&gt;</a:t>
            </a:r>
            <a:endParaRPr lang="zh-CN" altLang="zh-CN" sz="2800" smtClean="0"/>
          </a:p>
          <a:p>
            <a:pPr>
              <a:lnSpc>
                <a:spcPts val="3000"/>
              </a:lnSpc>
              <a:buFont typeface="Wingdings" pitchFamily="2" charset="2"/>
              <a:buNone/>
            </a:pPr>
            <a:r>
              <a:rPr lang="en-US" altLang="zh-CN" sz="2800" smtClean="0"/>
              <a:t>int main()</a:t>
            </a:r>
            <a:endParaRPr lang="zh-CN" altLang="zh-CN" sz="2800" smtClean="0"/>
          </a:p>
          <a:p>
            <a:pPr>
              <a:lnSpc>
                <a:spcPts val="3000"/>
              </a:lnSpc>
              <a:buFont typeface="Wingdings" pitchFamily="2" charset="2"/>
              <a:buNone/>
            </a:pPr>
            <a:r>
              <a:rPr lang="en-US" altLang="zh-CN" sz="2800" smtClean="0"/>
              <a:t>{ void check(int *); </a:t>
            </a:r>
            <a:endParaRPr lang="zh-CN" altLang="zh-CN" sz="2800" smtClean="0"/>
          </a:p>
          <a:p>
            <a:pPr>
              <a:lnSpc>
                <a:spcPts val="3000"/>
              </a:lnSpc>
              <a:buFont typeface="Wingdings" pitchFamily="2" charset="2"/>
              <a:buNone/>
            </a:pPr>
            <a:r>
              <a:rPr lang="en-US" altLang="zh-CN" sz="2800" smtClean="0"/>
              <a:t>   int *p1,i; </a:t>
            </a:r>
            <a:endParaRPr lang="zh-CN" altLang="zh-CN" sz="2800" smtClean="0"/>
          </a:p>
          <a:p>
            <a:pPr>
              <a:lnSpc>
                <a:spcPts val="3000"/>
              </a:lnSpc>
              <a:buFont typeface="Wingdings" pitchFamily="2" charset="2"/>
              <a:buNone/>
            </a:pPr>
            <a:r>
              <a:rPr lang="en-US" altLang="zh-CN" sz="2800" smtClean="0"/>
              <a:t>   p1=</a:t>
            </a:r>
            <a:r>
              <a:rPr lang="en-US" altLang="zh-CN" sz="2800" smtClean="0">
                <a:solidFill>
                  <a:srgbClr val="FF0000"/>
                </a:solidFill>
              </a:rPr>
              <a:t>(int *)</a:t>
            </a:r>
            <a:r>
              <a:rPr lang="en-US" altLang="zh-CN" sz="2800" smtClean="0">
                <a:solidFill>
                  <a:srgbClr val="9D138D"/>
                </a:solidFill>
              </a:rPr>
              <a:t>malloc</a:t>
            </a:r>
            <a:r>
              <a:rPr lang="en-US" altLang="zh-CN" sz="2800" smtClean="0"/>
              <a:t>(5*sizeof(int)); </a:t>
            </a:r>
            <a:endParaRPr lang="zh-CN" altLang="zh-CN" sz="2800" smtClean="0"/>
          </a:p>
          <a:p>
            <a:pPr>
              <a:lnSpc>
                <a:spcPts val="3000"/>
              </a:lnSpc>
              <a:buFont typeface="Wingdings" pitchFamily="2" charset="2"/>
              <a:buNone/>
            </a:pPr>
            <a:r>
              <a:rPr lang="en-US" altLang="zh-CN" sz="2800" smtClean="0"/>
              <a:t>   for(i=0;i&lt;5;i++) </a:t>
            </a:r>
            <a:endParaRPr lang="zh-CN" altLang="zh-CN" sz="2800" smtClean="0"/>
          </a:p>
          <a:p>
            <a:pPr>
              <a:lnSpc>
                <a:spcPts val="3000"/>
              </a:lnSpc>
              <a:buFont typeface="Wingdings" pitchFamily="2" charset="2"/>
              <a:buNone/>
            </a:pPr>
            <a:r>
              <a:rPr lang="en-US" altLang="zh-CN" sz="2800" smtClean="0"/>
              <a:t>      scanf("%d",p1+i);  </a:t>
            </a:r>
            <a:endParaRPr lang="zh-CN" altLang="zh-CN" sz="2800" smtClean="0"/>
          </a:p>
          <a:p>
            <a:pPr>
              <a:lnSpc>
                <a:spcPts val="3000"/>
              </a:lnSpc>
              <a:buFont typeface="Wingdings" pitchFamily="2" charset="2"/>
              <a:buNone/>
            </a:pPr>
            <a:r>
              <a:rPr lang="en-US" altLang="zh-CN" sz="2800" smtClean="0"/>
              <a:t>   check(p1); </a:t>
            </a:r>
            <a:endParaRPr lang="zh-CN" altLang="zh-CN" sz="2800" smtClean="0"/>
          </a:p>
          <a:p>
            <a:pPr>
              <a:lnSpc>
                <a:spcPts val="3000"/>
              </a:lnSpc>
              <a:buFont typeface="Wingdings" pitchFamily="2" charset="2"/>
              <a:buNone/>
            </a:pPr>
            <a:r>
              <a:rPr lang="en-US" altLang="zh-CN" sz="2800" smtClean="0"/>
              <a:t>   return 0;</a:t>
            </a:r>
            <a:endParaRPr lang="zh-CN" altLang="zh-CN" sz="2800" smtClean="0"/>
          </a:p>
          <a:p>
            <a:pPr>
              <a:lnSpc>
                <a:spcPts val="3000"/>
              </a:lnSpc>
              <a:buFont typeface="Wingdings" pitchFamily="2" charset="2"/>
              <a:buNone/>
            </a:pPr>
            <a:r>
              <a:rPr lang="en-US" altLang="zh-CN" sz="2800" smtClean="0"/>
              <a:t>}</a:t>
            </a:r>
            <a:endParaRPr lang="zh-CN" altLang="zh-CN" sz="2800" smtClean="0"/>
          </a:p>
          <a:p>
            <a:pPr>
              <a:lnSpc>
                <a:spcPts val="3000"/>
              </a:lnSpc>
              <a:buFont typeface="Wingdings" pitchFamily="2" charset="2"/>
              <a:buNone/>
            </a:pPr>
            <a:endParaRPr lang="zh-CN" altLang="en-US" sz="2800" smtClean="0"/>
          </a:p>
        </p:txBody>
      </p:sp>
      <p:pic>
        <p:nvPicPr>
          <p:cNvPr id="207875" name="图片 2" descr="Untitled2.png">
            <a:hlinkClick r:id="" action="ppaction://noaction"/>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286750" y="6143625"/>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9063973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898" name="内容占位符 2"/>
          <p:cNvSpPr>
            <a:spLocks noGrp="1"/>
          </p:cNvSpPr>
          <p:nvPr>
            <p:ph idx="1"/>
          </p:nvPr>
        </p:nvSpPr>
        <p:spPr>
          <a:xfrm>
            <a:off x="896938" y="1071563"/>
            <a:ext cx="6675437" cy="4429125"/>
          </a:xfrm>
        </p:spPr>
        <p:txBody>
          <a:bodyPr/>
          <a:lstStyle/>
          <a:p>
            <a:pPr>
              <a:lnSpc>
                <a:spcPct val="100000"/>
              </a:lnSpc>
              <a:buFont typeface="Wingdings" pitchFamily="2" charset="2"/>
              <a:buNone/>
            </a:pPr>
            <a:r>
              <a:rPr lang="en-US" altLang="zh-CN" sz="2800" smtClean="0"/>
              <a:t>void check(int *p) </a:t>
            </a:r>
            <a:endParaRPr lang="zh-CN" altLang="zh-CN" sz="2800" smtClean="0"/>
          </a:p>
          <a:p>
            <a:pPr>
              <a:lnSpc>
                <a:spcPct val="100000"/>
              </a:lnSpc>
              <a:buFont typeface="Wingdings" pitchFamily="2" charset="2"/>
              <a:buNone/>
            </a:pPr>
            <a:r>
              <a:rPr lang="en-US" altLang="zh-CN" sz="2800" smtClean="0"/>
              <a:t>{ int i;</a:t>
            </a:r>
            <a:endParaRPr lang="zh-CN" altLang="zh-CN" sz="2800" smtClean="0"/>
          </a:p>
          <a:p>
            <a:pPr>
              <a:lnSpc>
                <a:spcPct val="100000"/>
              </a:lnSpc>
              <a:buFont typeface="Wingdings" pitchFamily="2" charset="2"/>
              <a:buNone/>
            </a:pPr>
            <a:r>
              <a:rPr lang="en-US" altLang="zh-CN" sz="2800" smtClean="0"/>
              <a:t>   printf("They are fail:");</a:t>
            </a:r>
            <a:endParaRPr lang="zh-CN" altLang="zh-CN" sz="2800" smtClean="0"/>
          </a:p>
          <a:p>
            <a:pPr>
              <a:lnSpc>
                <a:spcPct val="100000"/>
              </a:lnSpc>
              <a:buFont typeface="Wingdings" pitchFamily="2" charset="2"/>
              <a:buNone/>
            </a:pPr>
            <a:r>
              <a:rPr lang="en-US" altLang="zh-CN" sz="2800" smtClean="0"/>
              <a:t>   for(i=0;i&lt;5;i++)</a:t>
            </a:r>
            <a:endParaRPr lang="zh-CN" altLang="zh-CN" sz="2800" smtClean="0"/>
          </a:p>
          <a:p>
            <a:pPr>
              <a:lnSpc>
                <a:spcPct val="100000"/>
              </a:lnSpc>
              <a:buFont typeface="Wingdings" pitchFamily="2" charset="2"/>
              <a:buNone/>
            </a:pPr>
            <a:r>
              <a:rPr lang="en-US" altLang="zh-CN" sz="2800" smtClean="0"/>
              <a:t>      if (p[i]&lt;60) </a:t>
            </a:r>
          </a:p>
          <a:p>
            <a:pPr>
              <a:lnSpc>
                <a:spcPct val="100000"/>
              </a:lnSpc>
              <a:buFont typeface="Wingdings" pitchFamily="2" charset="2"/>
              <a:buNone/>
            </a:pPr>
            <a:r>
              <a:rPr lang="en-US" altLang="zh-CN" sz="2800" smtClean="0"/>
              <a:t>         printf("%d ",p[i]); </a:t>
            </a:r>
            <a:endParaRPr lang="zh-CN" altLang="zh-CN" sz="2800" smtClean="0"/>
          </a:p>
          <a:p>
            <a:pPr>
              <a:lnSpc>
                <a:spcPct val="100000"/>
              </a:lnSpc>
              <a:buFont typeface="Wingdings" pitchFamily="2" charset="2"/>
              <a:buNone/>
            </a:pPr>
            <a:r>
              <a:rPr lang="en-US" altLang="zh-CN" sz="2800" smtClean="0"/>
              <a:t>   printf("\n");</a:t>
            </a:r>
            <a:endParaRPr lang="zh-CN" altLang="zh-CN" sz="2800" smtClean="0"/>
          </a:p>
          <a:p>
            <a:pPr>
              <a:lnSpc>
                <a:spcPct val="100000"/>
              </a:lnSpc>
              <a:buFont typeface="Wingdings" pitchFamily="2" charset="2"/>
              <a:buNone/>
            </a:pPr>
            <a:r>
              <a:rPr lang="en-US" altLang="zh-CN" sz="2800" smtClean="0"/>
              <a:t>} </a:t>
            </a:r>
            <a:endParaRPr lang="zh-CN" altLang="en-US" sz="2800" smtClean="0"/>
          </a:p>
        </p:txBody>
      </p:sp>
      <p:pic>
        <p:nvPicPr>
          <p:cNvPr id="264194" name="Picture 2" descr="pic8-3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43250" y="4929188"/>
            <a:ext cx="4333875" cy="785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8900" name="图片 3" descr="Untitled2.png">
            <a:hlinkClick r:id="" action="ppaction://noaction"/>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286750" y="6143625"/>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0233521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64194"/>
                                        </p:tgtEl>
                                        <p:attrNameLst>
                                          <p:attrName>style.visibility</p:attrName>
                                        </p:attrNameLst>
                                      </p:cBhvr>
                                      <p:to>
                                        <p:strVal val="visible"/>
                                      </p:to>
                                    </p:set>
                                    <p:animEffect transition="in" filter="blinds(horizontal)">
                                      <p:cBhvr>
                                        <p:cTn id="7" dur="500"/>
                                        <p:tgtEl>
                                          <p:spTgt spid="2641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42" name="Rectangle 2"/>
          <p:cNvSpPr>
            <a:spLocks noGrp="1" noChangeArrowheads="1"/>
          </p:cNvSpPr>
          <p:nvPr>
            <p:ph type="title"/>
          </p:nvPr>
        </p:nvSpPr>
        <p:spPr>
          <a:xfrm>
            <a:off x="142875" y="642938"/>
            <a:ext cx="8858250" cy="769937"/>
          </a:xfrm>
          <a:effectLst/>
        </p:spPr>
        <p:txBody>
          <a:bodyPr anchor="ctr"/>
          <a:lstStyle/>
          <a:p>
            <a:pPr eaLnBrk="1" hangingPunct="1"/>
            <a:r>
              <a:rPr lang="en-US" altLang="zh-CN" sz="4000" b="1" dirty="0" smtClean="0">
                <a:solidFill>
                  <a:srgbClr val="0000FF"/>
                </a:solidFill>
                <a:latin typeface="黑体" pitchFamily="49" charset="-122"/>
                <a:ea typeface="黑体" pitchFamily="49" charset="-122"/>
              </a:rPr>
              <a:t>8.9</a:t>
            </a:r>
            <a:r>
              <a:rPr lang="zh-CN" altLang="zh-CN" sz="4000" b="1" dirty="0" smtClean="0">
                <a:solidFill>
                  <a:srgbClr val="0000FF"/>
                </a:solidFill>
                <a:latin typeface="黑体" pitchFamily="49" charset="-122"/>
                <a:ea typeface="黑体" pitchFamily="49" charset="-122"/>
              </a:rPr>
              <a:t>有关指针的小结</a:t>
            </a:r>
            <a:endParaRPr lang="zh-CN" altLang="en-US" sz="4000" b="1" dirty="0" smtClean="0">
              <a:solidFill>
                <a:srgbClr val="0000FF"/>
              </a:solidFill>
              <a:latin typeface="黑体" pitchFamily="49" charset="-122"/>
              <a:ea typeface="黑体" pitchFamily="49" charset="-122"/>
            </a:endParaRPr>
          </a:p>
        </p:txBody>
      </p:sp>
      <p:sp>
        <p:nvSpPr>
          <p:cNvPr id="209923" name="Rectangle 3"/>
          <p:cNvSpPr>
            <a:spLocks noGrp="1" noChangeArrowheads="1"/>
          </p:cNvSpPr>
          <p:nvPr>
            <p:ph type="body" idx="1"/>
          </p:nvPr>
        </p:nvSpPr>
        <p:spPr>
          <a:xfrm>
            <a:off x="395536" y="1484784"/>
            <a:ext cx="8391847" cy="4714875"/>
          </a:xfrm>
        </p:spPr>
        <p:txBody>
          <a:bodyPr/>
          <a:lstStyle/>
          <a:p>
            <a:pPr marL="0" indent="0">
              <a:lnSpc>
                <a:spcPct val="150000"/>
              </a:lnSpc>
              <a:spcBef>
                <a:spcPts val="0"/>
              </a:spcBef>
              <a:buFont typeface="Wingdings" pitchFamily="2" charset="2"/>
              <a:buNone/>
            </a:pPr>
            <a:r>
              <a:rPr lang="en-US" altLang="zh-CN" sz="2800" dirty="0" smtClean="0">
                <a:latin typeface="黑体" pitchFamily="49" charset="-122"/>
                <a:ea typeface="黑体" pitchFamily="49" charset="-122"/>
              </a:rPr>
              <a:t> 1.</a:t>
            </a:r>
            <a:r>
              <a:rPr lang="zh-CN" altLang="zh-CN" sz="2800" dirty="0" smtClean="0">
                <a:latin typeface="黑体" pitchFamily="49" charset="-122"/>
                <a:ea typeface="黑体" pitchFamily="49" charset="-122"/>
              </a:rPr>
              <a:t>首先要准确地弄清楚指针的含义。指针就是地址，凡是出现“指针”的地方，都可以用“地址”代替，例如，变量的指针就是变量的地址，指针变量就是地址变量</a:t>
            </a:r>
            <a:endParaRPr lang="en-US" altLang="zh-CN" sz="2800" dirty="0" smtClean="0">
              <a:latin typeface="黑体" pitchFamily="49" charset="-122"/>
              <a:ea typeface="黑体" pitchFamily="49" charset="-122"/>
            </a:endParaRPr>
          </a:p>
          <a:p>
            <a:pPr marL="457200" indent="-457200">
              <a:lnSpc>
                <a:spcPct val="150000"/>
              </a:lnSpc>
              <a:spcBef>
                <a:spcPts val="0"/>
              </a:spcBef>
              <a:buFont typeface="Wingdings" pitchFamily="2" charset="2"/>
              <a:buChar char="Ø"/>
            </a:pPr>
            <a:r>
              <a:rPr lang="zh-CN" altLang="zh-CN" sz="2800" dirty="0" smtClean="0">
                <a:latin typeface="黑体" pitchFamily="49" charset="-122"/>
                <a:ea typeface="黑体" pitchFamily="49" charset="-122"/>
              </a:rPr>
              <a:t>要</a:t>
            </a:r>
            <a:r>
              <a:rPr lang="zh-CN" altLang="zh-CN" sz="2800" dirty="0" smtClean="0">
                <a:solidFill>
                  <a:srgbClr val="C00000"/>
                </a:solidFill>
                <a:latin typeface="黑体" pitchFamily="49" charset="-122"/>
                <a:ea typeface="黑体" pitchFamily="49" charset="-122"/>
              </a:rPr>
              <a:t>区别指针和指针变量</a:t>
            </a:r>
            <a:r>
              <a:rPr lang="zh-CN" altLang="zh-CN" sz="2800" dirty="0" smtClean="0">
                <a:latin typeface="黑体" pitchFamily="49" charset="-122"/>
                <a:ea typeface="黑体" pitchFamily="49" charset="-122"/>
              </a:rPr>
              <a:t>。指针就是地址本身，而指针变量是用来存放地址的变量。</a:t>
            </a:r>
          </a:p>
        </p:txBody>
      </p:sp>
    </p:spTree>
    <p:extLst>
      <p:ext uri="{BB962C8B-B14F-4D97-AF65-F5344CB8AC3E}">
        <p14:creationId xmlns:p14="http://schemas.microsoft.com/office/powerpoint/2010/main" val="2201081545"/>
      </p:ext>
    </p:extLst>
  </p:cSld>
  <p:clrMapOvr>
    <a:masterClrMapping/>
  </p:clrMapOvr>
  <p:transition spd="med">
    <p:blinds/>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09923">
                                            <p:txEl>
                                              <p:pRg st="1" end="1"/>
                                            </p:txEl>
                                          </p:spTgt>
                                        </p:tgtEl>
                                        <p:attrNameLst>
                                          <p:attrName>style.visibility</p:attrName>
                                        </p:attrNameLst>
                                      </p:cBhvr>
                                      <p:to>
                                        <p:strVal val="visible"/>
                                      </p:to>
                                    </p:set>
                                    <p:animEffect transition="in" filter="blinds(horizontal)">
                                      <p:cBhvr>
                                        <p:cTn id="7" dur="500"/>
                                        <p:tgtEl>
                                          <p:spTgt spid="20992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0947" name="Rectangle 3"/>
          <p:cNvSpPr>
            <a:spLocks noGrp="1" noChangeArrowheads="1"/>
          </p:cNvSpPr>
          <p:nvPr>
            <p:ph type="body" idx="1"/>
          </p:nvPr>
        </p:nvSpPr>
        <p:spPr>
          <a:xfrm>
            <a:off x="428625" y="1643063"/>
            <a:ext cx="8072438" cy="3857625"/>
          </a:xfrm>
        </p:spPr>
        <p:txBody>
          <a:bodyPr/>
          <a:lstStyle/>
          <a:p>
            <a:pPr marL="0" indent="0">
              <a:lnSpc>
                <a:spcPct val="150000"/>
              </a:lnSpc>
              <a:spcBef>
                <a:spcPts val="0"/>
              </a:spcBef>
              <a:buFont typeface="Wingdings" pitchFamily="2" charset="2"/>
              <a:buNone/>
            </a:pPr>
            <a:r>
              <a:rPr lang="en-US" altLang="zh-CN" sz="2800" dirty="0" smtClean="0">
                <a:latin typeface="黑体" pitchFamily="49" charset="-122"/>
                <a:ea typeface="黑体" pitchFamily="49" charset="-122"/>
              </a:rPr>
              <a:t>2.</a:t>
            </a:r>
            <a:r>
              <a:rPr lang="zh-CN" altLang="zh-CN" sz="2800" dirty="0" smtClean="0">
                <a:latin typeface="黑体" pitchFamily="49" charset="-122"/>
                <a:ea typeface="黑体" pitchFamily="49" charset="-122"/>
              </a:rPr>
              <a:t>什么叫“指向”？</a:t>
            </a:r>
            <a:r>
              <a:rPr lang="zh-CN" altLang="zh-CN" sz="2800" dirty="0" smtClean="0">
                <a:solidFill>
                  <a:srgbClr val="C00000"/>
                </a:solidFill>
                <a:latin typeface="黑体" pitchFamily="49" charset="-122"/>
                <a:ea typeface="黑体" pitchFamily="49" charset="-122"/>
              </a:rPr>
              <a:t>地址就意味着指向</a:t>
            </a:r>
            <a:r>
              <a:rPr lang="zh-CN" altLang="zh-CN" sz="2800" dirty="0" smtClean="0">
                <a:latin typeface="黑体" pitchFamily="49" charset="-122"/>
                <a:ea typeface="黑体" pitchFamily="49" charset="-122"/>
              </a:rPr>
              <a:t>，因为通过地址能找到具有该地址的对象。对于指针变量来说，把谁的地址存放在指针变量中，就说此指针变量指向谁。但应注意：只有与指针变量的基类型相同的数据的地址才能存放在相应的指针变量中。</a:t>
            </a:r>
          </a:p>
        </p:txBody>
      </p:sp>
      <p:sp>
        <p:nvSpPr>
          <p:cNvPr id="6" name="Rectangle 2"/>
          <p:cNvSpPr>
            <a:spLocks noGrp="1" noChangeArrowheads="1"/>
          </p:cNvSpPr>
          <p:nvPr>
            <p:ph type="title"/>
          </p:nvPr>
        </p:nvSpPr>
        <p:spPr>
          <a:xfrm>
            <a:off x="142875" y="642938"/>
            <a:ext cx="8858250" cy="769937"/>
          </a:xfrm>
          <a:effectLst/>
        </p:spPr>
        <p:txBody>
          <a:bodyPr anchor="ctr"/>
          <a:lstStyle/>
          <a:p>
            <a:pPr eaLnBrk="1" hangingPunct="1"/>
            <a:r>
              <a:rPr lang="en-US" altLang="zh-CN" sz="4000" b="1" dirty="0" smtClean="0">
                <a:solidFill>
                  <a:srgbClr val="0000FF"/>
                </a:solidFill>
                <a:latin typeface="黑体" pitchFamily="49" charset="-122"/>
                <a:ea typeface="黑体" pitchFamily="49" charset="-122"/>
              </a:rPr>
              <a:t>8.9</a:t>
            </a:r>
            <a:r>
              <a:rPr lang="zh-CN" altLang="zh-CN" sz="4000" b="1" dirty="0" smtClean="0">
                <a:solidFill>
                  <a:srgbClr val="0000FF"/>
                </a:solidFill>
                <a:latin typeface="黑体" pitchFamily="49" charset="-122"/>
                <a:ea typeface="黑体" pitchFamily="49" charset="-122"/>
              </a:rPr>
              <a:t>有关指针的小结</a:t>
            </a:r>
            <a:endParaRPr lang="zh-CN" altLang="en-US" sz="4000" b="1" dirty="0" smtClean="0">
              <a:solidFill>
                <a:srgbClr val="0000FF"/>
              </a:solidFill>
              <a:latin typeface="黑体" pitchFamily="49" charset="-122"/>
              <a:ea typeface="黑体" pitchFamily="49" charset="-122"/>
            </a:endParaRPr>
          </a:p>
        </p:txBody>
      </p:sp>
    </p:spTree>
    <p:extLst>
      <p:ext uri="{BB962C8B-B14F-4D97-AF65-F5344CB8AC3E}">
        <p14:creationId xmlns:p14="http://schemas.microsoft.com/office/powerpoint/2010/main" val="40277326"/>
      </p:ext>
    </p:extLst>
  </p:cSld>
  <p:clrMapOvr>
    <a:masterClrMapping/>
  </p:clrMapOvr>
  <p:transition spd="med">
    <p:blinds/>
  </p:transition>
  <p:timing>
    <p:tnLst>
      <p:par>
        <p:cTn id="1" dur="indefinite" restart="never" nodeType="tmRoot"/>
      </p:par>
    </p:tnLst>
  </p:timing>
</p:sld>
</file>

<file path=ppt/slides/slide15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1971" name="Rectangle 3"/>
          <p:cNvSpPr>
            <a:spLocks noGrp="1" noChangeArrowheads="1"/>
          </p:cNvSpPr>
          <p:nvPr>
            <p:ph type="body" idx="1"/>
          </p:nvPr>
        </p:nvSpPr>
        <p:spPr>
          <a:xfrm>
            <a:off x="539552" y="1484784"/>
            <a:ext cx="8072438" cy="3857625"/>
          </a:xfrm>
        </p:spPr>
        <p:txBody>
          <a:bodyPr/>
          <a:lstStyle/>
          <a:p>
            <a:pPr marL="0" indent="0">
              <a:lnSpc>
                <a:spcPct val="150000"/>
              </a:lnSpc>
              <a:spcBef>
                <a:spcPts val="0"/>
              </a:spcBef>
              <a:buFont typeface="Wingdings" pitchFamily="2" charset="2"/>
              <a:buNone/>
            </a:pPr>
            <a:r>
              <a:rPr lang="en-US" altLang="zh-CN" sz="2800" dirty="0" smtClean="0">
                <a:latin typeface="黑体" pitchFamily="49" charset="-122"/>
                <a:ea typeface="黑体" pitchFamily="49" charset="-122"/>
              </a:rPr>
              <a:t> void *</a:t>
            </a:r>
            <a:r>
              <a:rPr lang="zh-CN" altLang="zh-CN" sz="2800" dirty="0" smtClean="0">
                <a:latin typeface="黑体" pitchFamily="49" charset="-122"/>
                <a:ea typeface="黑体" pitchFamily="49" charset="-122"/>
              </a:rPr>
              <a:t>指针是一种特殊的指针，不指向任何类型的数据，如果需要用此地址指向某类型的数据，应先对地址进行类型转换。可以在程序中进行显式的类型转换，也可以由编译系统自动进行隐式转换。无论用哪种转换，读者必须了解要进行类型转换</a:t>
            </a:r>
            <a:r>
              <a:rPr lang="zh-CN" altLang="en-US" sz="2800" dirty="0" smtClean="0">
                <a:latin typeface="黑体" pitchFamily="49" charset="-122"/>
                <a:ea typeface="黑体" pitchFamily="49" charset="-122"/>
              </a:rPr>
              <a:t>。</a:t>
            </a:r>
            <a:endParaRPr lang="zh-CN" altLang="zh-CN" sz="2800" dirty="0" smtClean="0">
              <a:latin typeface="黑体" pitchFamily="49" charset="-122"/>
              <a:ea typeface="黑体" pitchFamily="49" charset="-122"/>
            </a:endParaRPr>
          </a:p>
        </p:txBody>
      </p:sp>
      <p:sp>
        <p:nvSpPr>
          <p:cNvPr id="7" name="Rectangle 2"/>
          <p:cNvSpPr>
            <a:spLocks noGrp="1" noChangeArrowheads="1"/>
          </p:cNvSpPr>
          <p:nvPr>
            <p:ph type="title"/>
          </p:nvPr>
        </p:nvSpPr>
        <p:spPr>
          <a:xfrm>
            <a:off x="142875" y="642938"/>
            <a:ext cx="8858250" cy="769937"/>
          </a:xfrm>
          <a:effectLst/>
        </p:spPr>
        <p:txBody>
          <a:bodyPr anchor="ctr"/>
          <a:lstStyle/>
          <a:p>
            <a:pPr eaLnBrk="1" hangingPunct="1"/>
            <a:r>
              <a:rPr lang="en-US" altLang="zh-CN" sz="4000" b="1" dirty="0" smtClean="0">
                <a:solidFill>
                  <a:srgbClr val="0000FF"/>
                </a:solidFill>
                <a:latin typeface="黑体" pitchFamily="49" charset="-122"/>
                <a:ea typeface="黑体" pitchFamily="49" charset="-122"/>
              </a:rPr>
              <a:t>8.9</a:t>
            </a:r>
            <a:r>
              <a:rPr lang="zh-CN" altLang="zh-CN" sz="4000" b="1" dirty="0" smtClean="0">
                <a:solidFill>
                  <a:srgbClr val="0000FF"/>
                </a:solidFill>
                <a:latin typeface="黑体" pitchFamily="49" charset="-122"/>
                <a:ea typeface="黑体" pitchFamily="49" charset="-122"/>
              </a:rPr>
              <a:t>有关指针的小结</a:t>
            </a:r>
            <a:endParaRPr lang="zh-CN" altLang="en-US" sz="4000" b="1" dirty="0" smtClean="0">
              <a:solidFill>
                <a:srgbClr val="0000FF"/>
              </a:solidFill>
              <a:latin typeface="黑体" pitchFamily="49" charset="-122"/>
              <a:ea typeface="黑体" pitchFamily="49" charset="-122"/>
            </a:endParaRPr>
          </a:p>
        </p:txBody>
      </p:sp>
    </p:spTree>
    <p:extLst>
      <p:ext uri="{BB962C8B-B14F-4D97-AF65-F5344CB8AC3E}">
        <p14:creationId xmlns:p14="http://schemas.microsoft.com/office/powerpoint/2010/main" val="253945894"/>
      </p:ext>
    </p:extLst>
  </p:cSld>
  <p:clrMapOvr>
    <a:masterClrMapping/>
  </p:clrMapOvr>
  <p:transition spd="med">
    <p:blinds/>
  </p:transition>
  <p:timing>
    <p:tnLst>
      <p:par>
        <p:cTn id="1" dur="indefinite" restart="never" nodeType="tmRoot"/>
      </p:par>
    </p:tnLst>
  </p:timing>
</p:sld>
</file>

<file path=ppt/slides/slide15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2995" name="Rectangle 3"/>
          <p:cNvSpPr>
            <a:spLocks noGrp="1" noChangeArrowheads="1"/>
          </p:cNvSpPr>
          <p:nvPr>
            <p:ph type="body" idx="1"/>
          </p:nvPr>
        </p:nvSpPr>
        <p:spPr>
          <a:xfrm>
            <a:off x="428625" y="1643063"/>
            <a:ext cx="8072438" cy="3857625"/>
          </a:xfrm>
        </p:spPr>
        <p:txBody>
          <a:bodyPr/>
          <a:lstStyle/>
          <a:p>
            <a:pPr marL="0" indent="0">
              <a:lnSpc>
                <a:spcPct val="150000"/>
              </a:lnSpc>
              <a:spcBef>
                <a:spcPts val="0"/>
              </a:spcBef>
              <a:buFont typeface="Wingdings" pitchFamily="2" charset="2"/>
              <a:buNone/>
            </a:pPr>
            <a:r>
              <a:rPr lang="en-US" altLang="zh-CN" sz="2800" dirty="0" smtClean="0">
                <a:latin typeface="黑体" pitchFamily="49" charset="-122"/>
                <a:ea typeface="黑体" pitchFamily="49" charset="-122"/>
              </a:rPr>
              <a:t>3.</a:t>
            </a:r>
            <a:r>
              <a:rPr lang="zh-CN" altLang="zh-CN" sz="2800" dirty="0" smtClean="0">
                <a:latin typeface="黑体" pitchFamily="49" charset="-122"/>
                <a:ea typeface="黑体" pitchFamily="49" charset="-122"/>
              </a:rPr>
              <a:t>要深入掌握在对数组的操作中怎样正确地使用指针，搞清楚指针的指向。一维数组名代表数组首元素的地址</a:t>
            </a:r>
            <a:r>
              <a:rPr lang="zh-CN" altLang="en-US" sz="2800" dirty="0">
                <a:latin typeface="黑体" pitchFamily="49" charset="-122"/>
                <a:ea typeface="黑体" pitchFamily="49" charset="-122"/>
              </a:rPr>
              <a:t>。</a:t>
            </a:r>
            <a:endParaRPr lang="zh-CN" altLang="zh-CN" sz="2800" dirty="0" smtClean="0">
              <a:latin typeface="黑体" pitchFamily="49" charset="-122"/>
              <a:ea typeface="黑体" pitchFamily="49" charset="-122"/>
            </a:endParaRPr>
          </a:p>
        </p:txBody>
      </p:sp>
      <p:sp>
        <p:nvSpPr>
          <p:cNvPr id="6" name="Rectangle 2"/>
          <p:cNvSpPr>
            <a:spLocks noGrp="1" noChangeArrowheads="1"/>
          </p:cNvSpPr>
          <p:nvPr>
            <p:ph type="title"/>
          </p:nvPr>
        </p:nvSpPr>
        <p:spPr>
          <a:xfrm>
            <a:off x="142875" y="642938"/>
            <a:ext cx="8858250" cy="769937"/>
          </a:xfrm>
          <a:effectLst/>
        </p:spPr>
        <p:txBody>
          <a:bodyPr anchor="ctr"/>
          <a:lstStyle/>
          <a:p>
            <a:pPr eaLnBrk="1" hangingPunct="1"/>
            <a:r>
              <a:rPr lang="en-US" altLang="zh-CN" sz="4000" b="1" dirty="0" smtClean="0">
                <a:solidFill>
                  <a:srgbClr val="0000FF"/>
                </a:solidFill>
                <a:latin typeface="黑体" pitchFamily="49" charset="-122"/>
                <a:ea typeface="黑体" pitchFamily="49" charset="-122"/>
              </a:rPr>
              <a:t>8.9</a:t>
            </a:r>
            <a:r>
              <a:rPr lang="zh-CN" altLang="zh-CN" sz="4000" b="1" dirty="0" smtClean="0">
                <a:solidFill>
                  <a:srgbClr val="0000FF"/>
                </a:solidFill>
                <a:latin typeface="黑体" pitchFamily="49" charset="-122"/>
                <a:ea typeface="黑体" pitchFamily="49" charset="-122"/>
              </a:rPr>
              <a:t>有关指针的小结</a:t>
            </a:r>
            <a:endParaRPr lang="zh-CN" altLang="en-US" sz="4000" b="1" dirty="0" smtClean="0">
              <a:solidFill>
                <a:srgbClr val="0000FF"/>
              </a:solidFill>
              <a:latin typeface="黑体" pitchFamily="49" charset="-122"/>
              <a:ea typeface="黑体" pitchFamily="49" charset="-122"/>
            </a:endParaRPr>
          </a:p>
        </p:txBody>
      </p:sp>
    </p:spTree>
    <p:extLst>
      <p:ext uri="{BB962C8B-B14F-4D97-AF65-F5344CB8AC3E}">
        <p14:creationId xmlns:p14="http://schemas.microsoft.com/office/powerpoint/2010/main" val="3944282662"/>
      </p:ext>
    </p:extLst>
  </p:cSld>
  <p:clrMapOvr>
    <a:masterClrMapping/>
  </p:clrMapOvr>
  <p:transition spd="med">
    <p:blinds/>
  </p:transition>
  <p:timing>
    <p:tnLst>
      <p:par>
        <p:cTn id="1" dur="indefinite" restart="never" nodeType="tmRoot"/>
      </p:par>
    </p:tnLst>
  </p:timing>
</p:sld>
</file>

<file path=ppt/slides/slide15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4019" name="Rectangle 3"/>
          <p:cNvSpPr>
            <a:spLocks noGrp="1" noChangeArrowheads="1"/>
          </p:cNvSpPr>
          <p:nvPr>
            <p:ph type="body" idx="1"/>
          </p:nvPr>
        </p:nvSpPr>
        <p:spPr>
          <a:xfrm>
            <a:off x="395536" y="1196752"/>
            <a:ext cx="8496944" cy="4429125"/>
          </a:xfrm>
        </p:spPr>
        <p:txBody>
          <a:bodyPr/>
          <a:lstStyle/>
          <a:p>
            <a:pPr>
              <a:lnSpc>
                <a:spcPct val="150000"/>
              </a:lnSpc>
              <a:spcBef>
                <a:spcPts val="0"/>
              </a:spcBef>
              <a:buFont typeface="Wingdings" pitchFamily="2" charset="2"/>
              <a:buNone/>
            </a:pPr>
            <a:r>
              <a:rPr lang="en-US" altLang="zh-CN" sz="2800" dirty="0" smtClean="0"/>
              <a:t>   </a:t>
            </a:r>
            <a:r>
              <a:rPr lang="en-US" altLang="zh-CN" sz="2800" dirty="0" err="1" smtClean="0"/>
              <a:t>int</a:t>
            </a:r>
            <a:r>
              <a:rPr lang="en-US" altLang="zh-CN" sz="2800" dirty="0" smtClean="0"/>
              <a:t> *</a:t>
            </a:r>
            <a:r>
              <a:rPr lang="en-US" altLang="zh-CN" sz="2800" dirty="0" err="1" smtClean="0"/>
              <a:t>p,a</a:t>
            </a:r>
            <a:r>
              <a:rPr lang="en-US" altLang="zh-CN" sz="2800" dirty="0" smtClean="0"/>
              <a:t>[10];</a:t>
            </a:r>
            <a:endParaRPr lang="zh-CN" altLang="zh-CN" sz="2800" dirty="0" smtClean="0"/>
          </a:p>
          <a:p>
            <a:pPr>
              <a:lnSpc>
                <a:spcPct val="150000"/>
              </a:lnSpc>
              <a:spcBef>
                <a:spcPts val="0"/>
              </a:spcBef>
              <a:buFont typeface="Wingdings" pitchFamily="2" charset="2"/>
              <a:buNone/>
            </a:pPr>
            <a:r>
              <a:rPr lang="en-US" altLang="zh-CN" sz="2800" dirty="0" smtClean="0"/>
              <a:t>   p=a</a:t>
            </a:r>
            <a:r>
              <a:rPr lang="en-US" altLang="zh-CN" dirty="0" smtClean="0"/>
              <a:t>;</a:t>
            </a:r>
            <a:endParaRPr lang="zh-CN" altLang="zh-CN" dirty="0" smtClean="0"/>
          </a:p>
          <a:p>
            <a:pPr marL="800100" lvl="1" indent="-342900">
              <a:lnSpc>
                <a:spcPct val="150000"/>
              </a:lnSpc>
              <a:spcBef>
                <a:spcPts val="0"/>
              </a:spcBef>
              <a:buFont typeface="Wingdings" pitchFamily="2" charset="2"/>
              <a:buChar char="u"/>
            </a:pPr>
            <a:r>
              <a:rPr lang="en-US" altLang="zh-CN" sz="2800" dirty="0" smtClean="0">
                <a:latin typeface="黑体" pitchFamily="49" charset="-122"/>
                <a:ea typeface="黑体" pitchFamily="49" charset="-122"/>
              </a:rPr>
              <a:t>p</a:t>
            </a:r>
            <a:r>
              <a:rPr lang="zh-CN" altLang="zh-CN" sz="2800" dirty="0" smtClean="0">
                <a:latin typeface="黑体" pitchFamily="49" charset="-122"/>
                <a:ea typeface="黑体" pitchFamily="49" charset="-122"/>
              </a:rPr>
              <a:t>是指向</a:t>
            </a:r>
            <a:r>
              <a:rPr lang="en-US" altLang="zh-CN" sz="2800" dirty="0" err="1" smtClean="0">
                <a:latin typeface="黑体" pitchFamily="49" charset="-122"/>
                <a:ea typeface="黑体" pitchFamily="49" charset="-122"/>
              </a:rPr>
              <a:t>int</a:t>
            </a:r>
            <a:r>
              <a:rPr lang="zh-CN" altLang="zh-CN" sz="2800" dirty="0" smtClean="0">
                <a:latin typeface="黑体" pitchFamily="49" charset="-122"/>
                <a:ea typeface="黑体" pitchFamily="49" charset="-122"/>
              </a:rPr>
              <a:t>类型的指针变量，</a:t>
            </a:r>
            <a:r>
              <a:rPr lang="en-US" altLang="zh-CN" sz="2800" dirty="0" smtClean="0">
                <a:latin typeface="黑体" pitchFamily="49" charset="-122"/>
                <a:ea typeface="黑体" pitchFamily="49" charset="-122"/>
              </a:rPr>
              <a:t>p</a:t>
            </a:r>
            <a:r>
              <a:rPr lang="zh-CN" altLang="zh-CN" sz="2800" dirty="0" smtClean="0">
                <a:latin typeface="黑体" pitchFamily="49" charset="-122"/>
                <a:ea typeface="黑体" pitchFamily="49" charset="-122"/>
              </a:rPr>
              <a:t>只能指向数组中的元素，而不是指向整个数组。在进行赋值时一定要先确定赋值号两侧的类型是否相同，是否允许赋值。</a:t>
            </a:r>
          </a:p>
          <a:p>
            <a:pPr marL="800100" lvl="1" indent="-342900">
              <a:lnSpc>
                <a:spcPct val="150000"/>
              </a:lnSpc>
              <a:spcBef>
                <a:spcPts val="0"/>
              </a:spcBef>
              <a:buFont typeface="Wingdings" pitchFamily="2" charset="2"/>
              <a:buChar char="u"/>
            </a:pPr>
            <a:r>
              <a:rPr lang="zh-CN" altLang="zh-CN" sz="2800" dirty="0" smtClean="0">
                <a:latin typeface="黑体" pitchFamily="49" charset="-122"/>
                <a:ea typeface="黑体" pitchFamily="49" charset="-122"/>
              </a:rPr>
              <a:t>对“</a:t>
            </a:r>
            <a:r>
              <a:rPr lang="en-US" altLang="zh-CN" sz="2800" dirty="0" smtClean="0">
                <a:latin typeface="黑体" pitchFamily="49" charset="-122"/>
                <a:ea typeface="黑体" pitchFamily="49" charset="-122"/>
              </a:rPr>
              <a:t>p=a;</a:t>
            </a:r>
            <a:r>
              <a:rPr lang="zh-CN" altLang="zh-CN" sz="2800" dirty="0" smtClean="0">
                <a:latin typeface="黑体" pitchFamily="49" charset="-122"/>
                <a:ea typeface="黑体" pitchFamily="49" charset="-122"/>
              </a:rPr>
              <a:t>”，准确地说应该是：</a:t>
            </a:r>
            <a:r>
              <a:rPr lang="en-US" altLang="zh-CN" sz="2800" dirty="0" smtClean="0">
                <a:latin typeface="黑体" pitchFamily="49" charset="-122"/>
                <a:ea typeface="黑体" pitchFamily="49" charset="-122"/>
              </a:rPr>
              <a:t>p</a:t>
            </a:r>
            <a:r>
              <a:rPr lang="zh-CN" altLang="zh-CN" sz="2800" dirty="0" smtClean="0">
                <a:latin typeface="黑体" pitchFamily="49" charset="-122"/>
                <a:ea typeface="黑体" pitchFamily="49" charset="-122"/>
              </a:rPr>
              <a:t>指向</a:t>
            </a:r>
            <a:r>
              <a:rPr lang="en-US" altLang="zh-CN" sz="2800" dirty="0" smtClean="0">
                <a:latin typeface="黑体" pitchFamily="49" charset="-122"/>
                <a:ea typeface="黑体" pitchFamily="49" charset="-122"/>
              </a:rPr>
              <a:t>a</a:t>
            </a:r>
            <a:r>
              <a:rPr lang="zh-CN" altLang="zh-CN" sz="2800" dirty="0" smtClean="0">
                <a:latin typeface="黑体" pitchFamily="49" charset="-122"/>
                <a:ea typeface="黑体" pitchFamily="49" charset="-122"/>
              </a:rPr>
              <a:t>数组的首元素</a:t>
            </a:r>
            <a:r>
              <a:rPr lang="zh-CN" altLang="en-US" sz="2800" dirty="0" smtClean="0">
                <a:latin typeface="黑体" pitchFamily="49" charset="-122"/>
                <a:ea typeface="黑体" pitchFamily="49" charset="-122"/>
              </a:rPr>
              <a:t>。</a:t>
            </a:r>
            <a:endParaRPr lang="zh-CN" altLang="zh-CN" sz="2800" dirty="0" smtClean="0">
              <a:latin typeface="黑体" pitchFamily="49" charset="-122"/>
              <a:ea typeface="黑体" pitchFamily="49" charset="-122"/>
            </a:endParaRPr>
          </a:p>
        </p:txBody>
      </p:sp>
      <p:sp>
        <p:nvSpPr>
          <p:cNvPr id="6" name="Rectangle 2"/>
          <p:cNvSpPr>
            <a:spLocks noGrp="1" noChangeArrowheads="1"/>
          </p:cNvSpPr>
          <p:nvPr>
            <p:ph type="title"/>
          </p:nvPr>
        </p:nvSpPr>
        <p:spPr>
          <a:xfrm>
            <a:off x="107504" y="404664"/>
            <a:ext cx="8858250" cy="769937"/>
          </a:xfrm>
          <a:effectLst/>
        </p:spPr>
        <p:txBody>
          <a:bodyPr anchor="ctr"/>
          <a:lstStyle/>
          <a:p>
            <a:pPr eaLnBrk="1" hangingPunct="1"/>
            <a:r>
              <a:rPr lang="en-US" altLang="zh-CN" sz="4000" b="1" dirty="0" smtClean="0">
                <a:solidFill>
                  <a:srgbClr val="0000FF"/>
                </a:solidFill>
                <a:latin typeface="黑体" pitchFamily="49" charset="-122"/>
                <a:ea typeface="黑体" pitchFamily="49" charset="-122"/>
              </a:rPr>
              <a:t>8.9</a:t>
            </a:r>
            <a:r>
              <a:rPr lang="zh-CN" altLang="zh-CN" sz="4000" b="1" dirty="0" smtClean="0">
                <a:solidFill>
                  <a:srgbClr val="0000FF"/>
                </a:solidFill>
                <a:latin typeface="黑体" pitchFamily="49" charset="-122"/>
                <a:ea typeface="黑体" pitchFamily="49" charset="-122"/>
              </a:rPr>
              <a:t>有关指针的小结</a:t>
            </a:r>
            <a:endParaRPr lang="zh-CN" altLang="en-US" sz="4000" b="1" dirty="0" smtClean="0">
              <a:solidFill>
                <a:srgbClr val="0000FF"/>
              </a:solidFill>
              <a:latin typeface="黑体" pitchFamily="49" charset="-122"/>
              <a:ea typeface="黑体" pitchFamily="49" charset="-122"/>
            </a:endParaRPr>
          </a:p>
        </p:txBody>
      </p:sp>
    </p:spTree>
    <p:extLst>
      <p:ext uri="{BB962C8B-B14F-4D97-AF65-F5344CB8AC3E}">
        <p14:creationId xmlns:p14="http://schemas.microsoft.com/office/powerpoint/2010/main" val="767360840"/>
      </p:ext>
    </p:extLst>
  </p:cSld>
  <p:clrMapOvr>
    <a:masterClrMapping/>
  </p:clrMapOvr>
  <p:transition spd="med">
    <p:blinds/>
  </p:transition>
  <p:timing>
    <p:tnLst>
      <p:par>
        <p:cTn id="1" dur="indefinite" restart="never" nodeType="tmRoot"/>
      </p:par>
    </p:tnLst>
  </p:timing>
</p:sld>
</file>

<file path=ppt/slides/slide15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43" name="Rectangle 3"/>
          <p:cNvSpPr>
            <a:spLocks noGrp="1" noChangeArrowheads="1"/>
          </p:cNvSpPr>
          <p:nvPr>
            <p:ph type="body" idx="1"/>
          </p:nvPr>
        </p:nvSpPr>
        <p:spPr>
          <a:xfrm>
            <a:off x="428625" y="1643063"/>
            <a:ext cx="8072438" cy="2214562"/>
          </a:xfrm>
        </p:spPr>
        <p:txBody>
          <a:bodyPr/>
          <a:lstStyle/>
          <a:p>
            <a:pPr marL="0" indent="0">
              <a:lnSpc>
                <a:spcPct val="150000"/>
              </a:lnSpc>
              <a:spcBef>
                <a:spcPts val="0"/>
              </a:spcBef>
              <a:buFont typeface="Wingdings" pitchFamily="2" charset="2"/>
              <a:buNone/>
            </a:pPr>
            <a:r>
              <a:rPr lang="en-US" altLang="zh-CN" sz="2800" dirty="0" smtClean="0">
                <a:latin typeface="黑体" pitchFamily="49" charset="-122"/>
                <a:ea typeface="黑体" pitchFamily="49" charset="-122"/>
              </a:rPr>
              <a:t>4.</a:t>
            </a:r>
            <a:r>
              <a:rPr lang="zh-CN" altLang="zh-CN" sz="2800" dirty="0" smtClean="0">
                <a:latin typeface="黑体" pitchFamily="49" charset="-122"/>
                <a:ea typeface="黑体" pitchFamily="49" charset="-122"/>
              </a:rPr>
              <a:t>有关指针变量的定义形式的归纳比较，见</a:t>
            </a:r>
            <a:r>
              <a:rPr lang="zh-CN" altLang="en-US" sz="2800" dirty="0" smtClean="0">
                <a:latin typeface="黑体" pitchFamily="49" charset="-122"/>
                <a:ea typeface="黑体" pitchFamily="49" charset="-122"/>
              </a:rPr>
              <a:t>主教材中</a:t>
            </a:r>
            <a:r>
              <a:rPr lang="zh-CN" altLang="zh-CN" sz="2800" dirty="0" smtClean="0">
                <a:latin typeface="黑体" pitchFamily="49" charset="-122"/>
                <a:ea typeface="黑体" pitchFamily="49" charset="-122"/>
              </a:rPr>
              <a:t>表</a:t>
            </a:r>
            <a:r>
              <a:rPr lang="en-US" altLang="zh-CN" sz="2800" dirty="0" smtClean="0">
                <a:latin typeface="黑体" pitchFamily="49" charset="-122"/>
                <a:ea typeface="黑体" pitchFamily="49" charset="-122"/>
              </a:rPr>
              <a:t>8.4</a:t>
            </a:r>
            <a:r>
              <a:rPr lang="zh-CN" altLang="zh-CN" sz="2800" dirty="0" smtClean="0">
                <a:latin typeface="黑体" pitchFamily="49" charset="-122"/>
                <a:ea typeface="黑体" pitchFamily="49" charset="-122"/>
              </a:rPr>
              <a:t>。</a:t>
            </a:r>
          </a:p>
        </p:txBody>
      </p:sp>
      <p:sp>
        <p:nvSpPr>
          <p:cNvPr id="7" name="Rectangle 2"/>
          <p:cNvSpPr>
            <a:spLocks noGrp="1" noChangeArrowheads="1"/>
          </p:cNvSpPr>
          <p:nvPr>
            <p:ph type="title"/>
          </p:nvPr>
        </p:nvSpPr>
        <p:spPr>
          <a:xfrm>
            <a:off x="107504" y="404664"/>
            <a:ext cx="8858250" cy="769937"/>
          </a:xfrm>
          <a:effectLst/>
        </p:spPr>
        <p:txBody>
          <a:bodyPr anchor="ctr"/>
          <a:lstStyle/>
          <a:p>
            <a:pPr eaLnBrk="1" hangingPunct="1"/>
            <a:r>
              <a:rPr lang="en-US" altLang="zh-CN" sz="4000" b="1" dirty="0" smtClean="0">
                <a:solidFill>
                  <a:srgbClr val="0000FF"/>
                </a:solidFill>
                <a:latin typeface="黑体" pitchFamily="49" charset="-122"/>
                <a:ea typeface="黑体" pitchFamily="49" charset="-122"/>
              </a:rPr>
              <a:t>8.9</a:t>
            </a:r>
            <a:r>
              <a:rPr lang="zh-CN" altLang="zh-CN" sz="4000" b="1" dirty="0" smtClean="0">
                <a:solidFill>
                  <a:srgbClr val="0000FF"/>
                </a:solidFill>
                <a:latin typeface="黑体" pitchFamily="49" charset="-122"/>
                <a:ea typeface="黑体" pitchFamily="49" charset="-122"/>
              </a:rPr>
              <a:t>有关指针的小结</a:t>
            </a:r>
            <a:endParaRPr lang="zh-CN" altLang="en-US" sz="4000" b="1" dirty="0" smtClean="0">
              <a:solidFill>
                <a:srgbClr val="0000FF"/>
              </a:solidFill>
              <a:latin typeface="黑体" pitchFamily="49" charset="-122"/>
              <a:ea typeface="黑体" pitchFamily="49" charset="-122"/>
            </a:endParaRPr>
          </a:p>
        </p:txBody>
      </p:sp>
    </p:spTree>
    <p:extLst>
      <p:ext uri="{BB962C8B-B14F-4D97-AF65-F5344CB8AC3E}">
        <p14:creationId xmlns:p14="http://schemas.microsoft.com/office/powerpoint/2010/main" val="4059294618"/>
      </p:ext>
    </p:extLst>
  </p:cSld>
  <p:clrMapOvr>
    <a:masterClrMapping/>
  </p:clrMapOvr>
  <p:transition spd="med">
    <p:blinds/>
  </p:transition>
  <p:timing>
    <p:tnLst>
      <p:par>
        <p:cTn id="1" dur="indefinite" restart="never" nodeType="tmRoot"/>
      </p:par>
    </p:tnLst>
  </p:timing>
</p:sld>
</file>

<file path=ppt/slides/slide15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6067" name="Rectangle 3"/>
          <p:cNvSpPr>
            <a:spLocks noGrp="1" noChangeArrowheads="1"/>
          </p:cNvSpPr>
          <p:nvPr>
            <p:ph type="body" idx="1"/>
          </p:nvPr>
        </p:nvSpPr>
        <p:spPr>
          <a:xfrm>
            <a:off x="539552" y="1340768"/>
            <a:ext cx="8072438" cy="4643437"/>
          </a:xfrm>
        </p:spPr>
        <p:txBody>
          <a:bodyPr/>
          <a:lstStyle/>
          <a:p>
            <a:pPr>
              <a:lnSpc>
                <a:spcPct val="150000"/>
              </a:lnSpc>
              <a:buFont typeface="Wingdings" pitchFamily="2" charset="2"/>
              <a:buNone/>
            </a:pPr>
            <a:r>
              <a:rPr lang="en-US" altLang="zh-CN" sz="2800" dirty="0" smtClean="0">
                <a:latin typeface="黑体" pitchFamily="49" charset="-122"/>
                <a:ea typeface="黑体" pitchFamily="49" charset="-122"/>
              </a:rPr>
              <a:t>5.</a:t>
            </a:r>
            <a:r>
              <a:rPr lang="zh-CN" altLang="zh-CN" sz="2800" dirty="0" smtClean="0">
                <a:latin typeface="黑体" pitchFamily="49" charset="-122"/>
                <a:ea typeface="黑体" pitchFamily="49" charset="-122"/>
              </a:rPr>
              <a:t>指针运算</a:t>
            </a:r>
          </a:p>
          <a:p>
            <a:pPr>
              <a:lnSpc>
                <a:spcPct val="150000"/>
              </a:lnSpc>
              <a:buFont typeface="Wingdings" pitchFamily="2" charset="2"/>
              <a:buAutoNum type="arabicParenBoth"/>
            </a:pPr>
            <a:r>
              <a:rPr lang="zh-CN" altLang="zh-CN" sz="2800" dirty="0" smtClean="0">
                <a:latin typeface="黑体" pitchFamily="49" charset="-122"/>
                <a:ea typeface="黑体" pitchFamily="49" charset="-122"/>
              </a:rPr>
              <a:t>指针变量加（减）一个整数</a:t>
            </a:r>
            <a:endParaRPr lang="en-US" altLang="zh-CN" sz="2800" dirty="0" smtClean="0">
              <a:latin typeface="黑体" pitchFamily="49" charset="-122"/>
              <a:ea typeface="黑体" pitchFamily="49" charset="-122"/>
            </a:endParaRPr>
          </a:p>
          <a:p>
            <a:pPr marL="0" indent="0">
              <a:lnSpc>
                <a:spcPct val="150000"/>
              </a:lnSpc>
              <a:spcBef>
                <a:spcPts val="0"/>
              </a:spcBef>
              <a:buFont typeface="Wingdings" pitchFamily="2" charset="2"/>
              <a:buNone/>
            </a:pPr>
            <a:r>
              <a:rPr lang="zh-CN" altLang="zh-CN" sz="2800" dirty="0" smtClean="0">
                <a:latin typeface="黑体" pitchFamily="49" charset="-122"/>
                <a:ea typeface="黑体" pitchFamily="49" charset="-122"/>
              </a:rPr>
              <a:t>例如：</a:t>
            </a:r>
            <a:r>
              <a:rPr lang="en-US" altLang="zh-CN" sz="2800" dirty="0" smtClean="0">
                <a:latin typeface="黑体" pitchFamily="49" charset="-122"/>
                <a:ea typeface="黑体" pitchFamily="49" charset="-122"/>
              </a:rPr>
              <a:t>p++,p--,</a:t>
            </a:r>
            <a:r>
              <a:rPr lang="en-US" altLang="zh-CN" sz="2800" dirty="0" err="1" smtClean="0">
                <a:latin typeface="黑体" pitchFamily="49" charset="-122"/>
                <a:ea typeface="黑体" pitchFamily="49" charset="-122"/>
              </a:rPr>
              <a:t>p+i,p-i,p</a:t>
            </a:r>
            <a:r>
              <a:rPr lang="en-US" altLang="zh-CN" sz="2800" dirty="0" smtClean="0">
                <a:latin typeface="黑体" pitchFamily="49" charset="-122"/>
                <a:ea typeface="黑体" pitchFamily="49" charset="-122"/>
              </a:rPr>
              <a:t>+=i,</a:t>
            </a:r>
            <a:r>
              <a:rPr lang="zh-CN" altLang="zh-CN" sz="2800" dirty="0" smtClean="0">
                <a:latin typeface="黑体" pitchFamily="49" charset="-122"/>
                <a:ea typeface="黑体" pitchFamily="49" charset="-122"/>
              </a:rPr>
              <a:t>ｐ</a:t>
            </a:r>
            <a:r>
              <a:rPr lang="en-US" altLang="zh-CN" sz="2800" dirty="0" smtClean="0">
                <a:latin typeface="黑体" pitchFamily="49" charset="-122"/>
                <a:ea typeface="黑体" pitchFamily="49" charset="-122"/>
              </a:rPr>
              <a:t>-=i</a:t>
            </a:r>
            <a:r>
              <a:rPr lang="zh-CN" altLang="zh-CN" sz="2800" dirty="0" smtClean="0">
                <a:latin typeface="黑体" pitchFamily="49" charset="-122"/>
                <a:ea typeface="黑体" pitchFamily="49" charset="-122"/>
              </a:rPr>
              <a:t>等均是指针变量加（减）一个整数。</a:t>
            </a:r>
          </a:p>
          <a:p>
            <a:pPr marL="457200" indent="-457200">
              <a:lnSpc>
                <a:spcPct val="150000"/>
              </a:lnSpc>
              <a:spcBef>
                <a:spcPts val="0"/>
              </a:spcBef>
              <a:buFont typeface="Wingdings" pitchFamily="2" charset="2"/>
              <a:buChar char="Ø"/>
            </a:pPr>
            <a:r>
              <a:rPr lang="zh-CN" altLang="zh-CN" sz="2800" dirty="0" smtClean="0">
                <a:latin typeface="黑体" pitchFamily="49" charset="-122"/>
                <a:ea typeface="黑体" pitchFamily="49" charset="-122"/>
              </a:rPr>
              <a:t>将该指针变量的原值</a:t>
            </a:r>
            <a:r>
              <a:rPr lang="en-US" altLang="zh-CN" sz="2800" dirty="0" smtClean="0">
                <a:latin typeface="黑体" pitchFamily="49" charset="-122"/>
                <a:ea typeface="黑体" pitchFamily="49" charset="-122"/>
              </a:rPr>
              <a:t>(</a:t>
            </a:r>
            <a:r>
              <a:rPr lang="zh-CN" altLang="zh-CN" sz="2800" dirty="0" smtClean="0">
                <a:latin typeface="黑体" pitchFamily="49" charset="-122"/>
                <a:ea typeface="黑体" pitchFamily="49" charset="-122"/>
              </a:rPr>
              <a:t>是一个地址</a:t>
            </a:r>
            <a:r>
              <a:rPr lang="en-US" altLang="zh-CN" sz="2800" dirty="0" smtClean="0">
                <a:latin typeface="黑体" pitchFamily="49" charset="-122"/>
                <a:ea typeface="黑体" pitchFamily="49" charset="-122"/>
              </a:rPr>
              <a:t>)</a:t>
            </a:r>
            <a:r>
              <a:rPr lang="zh-CN" altLang="zh-CN" sz="2800" dirty="0" smtClean="0">
                <a:latin typeface="黑体" pitchFamily="49" charset="-122"/>
                <a:ea typeface="黑体" pitchFamily="49" charset="-122"/>
              </a:rPr>
              <a:t>和它指向的变量所占用的存储单元的字节数相加（减）。 </a:t>
            </a:r>
          </a:p>
        </p:txBody>
      </p:sp>
      <p:sp>
        <p:nvSpPr>
          <p:cNvPr id="6" name="Rectangle 2"/>
          <p:cNvSpPr>
            <a:spLocks noGrp="1" noChangeArrowheads="1"/>
          </p:cNvSpPr>
          <p:nvPr>
            <p:ph type="title"/>
          </p:nvPr>
        </p:nvSpPr>
        <p:spPr>
          <a:xfrm>
            <a:off x="107504" y="404664"/>
            <a:ext cx="8858250" cy="769937"/>
          </a:xfrm>
          <a:effectLst/>
        </p:spPr>
        <p:txBody>
          <a:bodyPr anchor="ctr"/>
          <a:lstStyle/>
          <a:p>
            <a:pPr eaLnBrk="1" hangingPunct="1"/>
            <a:r>
              <a:rPr lang="en-US" altLang="zh-CN" sz="4000" b="1" dirty="0" smtClean="0">
                <a:solidFill>
                  <a:srgbClr val="0000FF"/>
                </a:solidFill>
                <a:latin typeface="黑体" pitchFamily="49" charset="-122"/>
                <a:ea typeface="黑体" pitchFamily="49" charset="-122"/>
              </a:rPr>
              <a:t>8.9</a:t>
            </a:r>
            <a:r>
              <a:rPr lang="zh-CN" altLang="zh-CN" sz="4000" b="1" dirty="0" smtClean="0">
                <a:solidFill>
                  <a:srgbClr val="0000FF"/>
                </a:solidFill>
                <a:latin typeface="黑体" pitchFamily="49" charset="-122"/>
                <a:ea typeface="黑体" pitchFamily="49" charset="-122"/>
              </a:rPr>
              <a:t>有关指针的小结</a:t>
            </a:r>
            <a:endParaRPr lang="zh-CN" altLang="en-US" sz="4000" b="1" dirty="0" smtClean="0">
              <a:solidFill>
                <a:srgbClr val="0000FF"/>
              </a:solidFill>
              <a:latin typeface="黑体" pitchFamily="49" charset="-122"/>
              <a:ea typeface="黑体" pitchFamily="49" charset="-122"/>
            </a:endParaRPr>
          </a:p>
        </p:txBody>
      </p:sp>
    </p:spTree>
    <p:extLst>
      <p:ext uri="{BB962C8B-B14F-4D97-AF65-F5344CB8AC3E}">
        <p14:creationId xmlns:p14="http://schemas.microsoft.com/office/powerpoint/2010/main" val="4142628031"/>
      </p:ext>
    </p:extLst>
  </p:cSld>
  <p:clrMapOvr>
    <a:masterClrMapping/>
  </p:clrMapOvr>
  <p:transition spd="med">
    <p:blinds/>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16067">
                                            <p:txEl>
                                              <p:pRg st="3" end="3"/>
                                            </p:txEl>
                                          </p:spTgt>
                                        </p:tgtEl>
                                        <p:attrNameLst>
                                          <p:attrName>style.visibility</p:attrName>
                                        </p:attrNameLst>
                                      </p:cBhvr>
                                      <p:to>
                                        <p:strVal val="visible"/>
                                      </p:to>
                                    </p:set>
                                    <p:animEffect transition="in" filter="blinds(horizontal)">
                                      <p:cBhvr>
                                        <p:cTn id="7" dur="500"/>
                                        <p:tgtEl>
                                          <p:spTgt spid="21606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7091" name="Rectangle 3"/>
          <p:cNvSpPr>
            <a:spLocks noGrp="1" noChangeArrowheads="1"/>
          </p:cNvSpPr>
          <p:nvPr>
            <p:ph type="body" idx="1"/>
          </p:nvPr>
        </p:nvSpPr>
        <p:spPr>
          <a:xfrm>
            <a:off x="571500" y="1500188"/>
            <a:ext cx="8072438" cy="3357562"/>
          </a:xfrm>
        </p:spPr>
        <p:txBody>
          <a:bodyPr/>
          <a:lstStyle/>
          <a:p>
            <a:pPr marL="0" indent="0">
              <a:lnSpc>
                <a:spcPct val="150000"/>
              </a:lnSpc>
              <a:spcBef>
                <a:spcPts val="0"/>
              </a:spcBef>
              <a:buFont typeface="Wingdings" pitchFamily="2" charset="2"/>
              <a:buNone/>
            </a:pPr>
            <a:r>
              <a:rPr lang="en-US" altLang="zh-CN" sz="2800" dirty="0" smtClean="0">
                <a:latin typeface="黑体" pitchFamily="49" charset="-122"/>
                <a:ea typeface="黑体" pitchFamily="49" charset="-122"/>
              </a:rPr>
              <a:t>5.</a:t>
            </a:r>
            <a:r>
              <a:rPr lang="zh-CN" altLang="zh-CN" sz="2800" dirty="0" smtClean="0">
                <a:latin typeface="黑体" pitchFamily="49" charset="-122"/>
                <a:ea typeface="黑体" pitchFamily="49" charset="-122"/>
              </a:rPr>
              <a:t>指针运算</a:t>
            </a:r>
          </a:p>
          <a:p>
            <a:pPr marL="0" indent="0">
              <a:lnSpc>
                <a:spcPct val="150000"/>
              </a:lnSpc>
              <a:spcBef>
                <a:spcPts val="0"/>
              </a:spcBef>
              <a:buFont typeface="Wingdings" pitchFamily="2" charset="2"/>
              <a:buNone/>
            </a:pPr>
            <a:r>
              <a:rPr lang="en-US" altLang="zh-CN" sz="2800" dirty="0" smtClean="0">
                <a:latin typeface="黑体" pitchFamily="49" charset="-122"/>
                <a:ea typeface="黑体" pitchFamily="49" charset="-122"/>
              </a:rPr>
              <a:t>(2)</a:t>
            </a:r>
            <a:r>
              <a:rPr lang="zh-CN" altLang="zh-CN" sz="2800" dirty="0" smtClean="0">
                <a:latin typeface="黑体" pitchFamily="49" charset="-122"/>
                <a:ea typeface="黑体" pitchFamily="49" charset="-122"/>
              </a:rPr>
              <a:t>指针变量赋值</a:t>
            </a:r>
          </a:p>
          <a:p>
            <a:pPr marL="457200" indent="-457200">
              <a:lnSpc>
                <a:spcPct val="150000"/>
              </a:lnSpc>
              <a:spcBef>
                <a:spcPts val="0"/>
              </a:spcBef>
              <a:buFont typeface="Wingdings" pitchFamily="2" charset="2"/>
              <a:buChar char="Ø"/>
            </a:pPr>
            <a:r>
              <a:rPr lang="zh-CN" altLang="zh-CN" sz="2800" dirty="0" smtClean="0">
                <a:latin typeface="黑体" pitchFamily="49" charset="-122"/>
                <a:ea typeface="黑体" pitchFamily="49" charset="-122"/>
              </a:rPr>
              <a:t>将一个变量地址赋给一个指针变量</a:t>
            </a:r>
            <a:r>
              <a:rPr lang="zh-CN" altLang="en-US" sz="2800" dirty="0">
                <a:latin typeface="黑体" pitchFamily="49" charset="-122"/>
                <a:ea typeface="黑体" pitchFamily="49" charset="-122"/>
              </a:rPr>
              <a:t>。</a:t>
            </a:r>
            <a:endParaRPr lang="en-US" altLang="zh-CN" sz="2800" dirty="0" smtClean="0">
              <a:latin typeface="黑体" pitchFamily="49" charset="-122"/>
              <a:ea typeface="黑体" pitchFamily="49" charset="-122"/>
            </a:endParaRPr>
          </a:p>
          <a:p>
            <a:pPr marL="457200" indent="-457200">
              <a:lnSpc>
                <a:spcPct val="150000"/>
              </a:lnSpc>
              <a:spcBef>
                <a:spcPts val="0"/>
              </a:spcBef>
              <a:buFont typeface="Wingdings" pitchFamily="2" charset="2"/>
              <a:buChar char="Ø"/>
            </a:pPr>
            <a:r>
              <a:rPr lang="zh-CN" altLang="zh-CN" sz="2800" dirty="0" smtClean="0">
                <a:latin typeface="黑体" pitchFamily="49" charset="-122"/>
                <a:ea typeface="黑体" pitchFamily="49" charset="-122"/>
              </a:rPr>
              <a:t>不应把一个整数赋给指针变量</a:t>
            </a:r>
            <a:r>
              <a:rPr lang="zh-CN" altLang="en-US" sz="2800" dirty="0" smtClean="0">
                <a:latin typeface="黑体" pitchFamily="49" charset="-122"/>
                <a:ea typeface="黑体" pitchFamily="49" charset="-122"/>
              </a:rPr>
              <a:t>。</a:t>
            </a:r>
            <a:endParaRPr lang="en-US" altLang="zh-CN" sz="2800" dirty="0" smtClean="0">
              <a:latin typeface="黑体" pitchFamily="49" charset="-122"/>
              <a:ea typeface="黑体" pitchFamily="49" charset="-122"/>
            </a:endParaRPr>
          </a:p>
        </p:txBody>
      </p:sp>
      <p:sp>
        <p:nvSpPr>
          <p:cNvPr id="6" name="Rectangle 2"/>
          <p:cNvSpPr>
            <a:spLocks noGrp="1" noChangeArrowheads="1"/>
          </p:cNvSpPr>
          <p:nvPr>
            <p:ph type="title"/>
          </p:nvPr>
        </p:nvSpPr>
        <p:spPr>
          <a:xfrm>
            <a:off x="107504" y="404664"/>
            <a:ext cx="8858250" cy="769937"/>
          </a:xfrm>
          <a:effectLst/>
        </p:spPr>
        <p:txBody>
          <a:bodyPr anchor="ctr"/>
          <a:lstStyle/>
          <a:p>
            <a:pPr eaLnBrk="1" hangingPunct="1"/>
            <a:r>
              <a:rPr lang="en-US" altLang="zh-CN" sz="4000" b="1" dirty="0" smtClean="0">
                <a:solidFill>
                  <a:srgbClr val="0000FF"/>
                </a:solidFill>
                <a:latin typeface="黑体" pitchFamily="49" charset="-122"/>
                <a:ea typeface="黑体" pitchFamily="49" charset="-122"/>
              </a:rPr>
              <a:t>8.9</a:t>
            </a:r>
            <a:r>
              <a:rPr lang="zh-CN" altLang="zh-CN" sz="4000" b="1" dirty="0" smtClean="0">
                <a:solidFill>
                  <a:srgbClr val="0000FF"/>
                </a:solidFill>
                <a:latin typeface="黑体" pitchFamily="49" charset="-122"/>
                <a:ea typeface="黑体" pitchFamily="49" charset="-122"/>
              </a:rPr>
              <a:t>有关指针的小结</a:t>
            </a:r>
            <a:endParaRPr lang="zh-CN" altLang="en-US" sz="4000" b="1" dirty="0" smtClean="0">
              <a:solidFill>
                <a:srgbClr val="0000FF"/>
              </a:solidFill>
              <a:latin typeface="黑体" pitchFamily="49" charset="-122"/>
              <a:ea typeface="黑体" pitchFamily="49" charset="-122"/>
            </a:endParaRPr>
          </a:p>
        </p:txBody>
      </p:sp>
    </p:spTree>
    <p:extLst>
      <p:ext uri="{BB962C8B-B14F-4D97-AF65-F5344CB8AC3E}">
        <p14:creationId xmlns:p14="http://schemas.microsoft.com/office/powerpoint/2010/main" val="1442641739"/>
      </p:ext>
    </p:extLst>
  </p:cSld>
  <p:clrMapOvr>
    <a:masterClrMapping/>
  </p:clrMapOvr>
  <p:transition spd="med">
    <p:blinds/>
  </p:transition>
  <p:timing>
    <p:tnLst>
      <p:par>
        <p:cTn id="1" dur="indefinite" restart="never" nodeType="tmRoot"/>
      </p:par>
    </p:tnLst>
  </p:timing>
</p:sld>
</file>

<file path=ppt/slides/slide15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8115" name="Rectangle 3"/>
          <p:cNvSpPr>
            <a:spLocks noGrp="1" noChangeArrowheads="1"/>
          </p:cNvSpPr>
          <p:nvPr>
            <p:ph type="body" idx="1"/>
          </p:nvPr>
        </p:nvSpPr>
        <p:spPr>
          <a:xfrm>
            <a:off x="683568" y="1340768"/>
            <a:ext cx="8320980" cy="4643437"/>
          </a:xfrm>
        </p:spPr>
        <p:txBody>
          <a:bodyPr/>
          <a:lstStyle/>
          <a:p>
            <a:pPr marL="0" indent="0">
              <a:lnSpc>
                <a:spcPct val="150000"/>
              </a:lnSpc>
              <a:spcBef>
                <a:spcPts val="0"/>
              </a:spcBef>
              <a:buFont typeface="Wingdings" pitchFamily="2" charset="2"/>
              <a:buNone/>
            </a:pPr>
            <a:r>
              <a:rPr lang="en-US" altLang="zh-CN" sz="2800" dirty="0" smtClean="0">
                <a:latin typeface="黑体" pitchFamily="49" charset="-122"/>
                <a:ea typeface="黑体" pitchFamily="49" charset="-122"/>
              </a:rPr>
              <a:t>5.</a:t>
            </a:r>
            <a:r>
              <a:rPr lang="zh-CN" altLang="zh-CN" sz="2800" dirty="0" smtClean="0">
                <a:latin typeface="黑体" pitchFamily="49" charset="-122"/>
                <a:ea typeface="黑体" pitchFamily="49" charset="-122"/>
              </a:rPr>
              <a:t>指针运算</a:t>
            </a:r>
          </a:p>
          <a:p>
            <a:pPr marL="0" indent="0">
              <a:lnSpc>
                <a:spcPct val="150000"/>
              </a:lnSpc>
              <a:spcBef>
                <a:spcPts val="0"/>
              </a:spcBef>
              <a:buFont typeface="Wingdings" pitchFamily="2" charset="2"/>
              <a:buNone/>
            </a:pPr>
            <a:r>
              <a:rPr lang="en-US" altLang="zh-CN" sz="2800" dirty="0" smtClean="0">
                <a:latin typeface="黑体" pitchFamily="49" charset="-122"/>
                <a:ea typeface="黑体" pitchFamily="49" charset="-122"/>
              </a:rPr>
              <a:t>(3) </a:t>
            </a:r>
            <a:r>
              <a:rPr lang="zh-CN" altLang="zh-CN" sz="2800" dirty="0" smtClean="0">
                <a:latin typeface="黑体" pitchFamily="49" charset="-122"/>
                <a:ea typeface="黑体" pitchFamily="49" charset="-122"/>
              </a:rPr>
              <a:t>两个指针变量可以相减</a:t>
            </a:r>
          </a:p>
          <a:p>
            <a:pPr marL="0" indent="0">
              <a:lnSpc>
                <a:spcPct val="150000"/>
              </a:lnSpc>
              <a:spcBef>
                <a:spcPts val="0"/>
              </a:spcBef>
            </a:pPr>
            <a:r>
              <a:rPr lang="zh-CN" altLang="zh-CN" sz="2800" dirty="0" smtClean="0">
                <a:latin typeface="黑体" pitchFamily="49" charset="-122"/>
                <a:ea typeface="黑体" pitchFamily="49" charset="-122"/>
              </a:rPr>
              <a:t>如果两个指针变量都指向同一个数组中的元素，则两个指针变量值之差是两个指针之间的元素个数 </a:t>
            </a:r>
            <a:r>
              <a:rPr lang="zh-CN" altLang="en-US" sz="2800" dirty="0" smtClean="0">
                <a:latin typeface="黑体" pitchFamily="49" charset="-122"/>
                <a:ea typeface="黑体" pitchFamily="49" charset="-122"/>
              </a:rPr>
              <a:t>。</a:t>
            </a:r>
            <a:endParaRPr lang="en-US" altLang="zh-CN" sz="2800" dirty="0" smtClean="0">
              <a:latin typeface="黑体" pitchFamily="49" charset="-122"/>
              <a:ea typeface="黑体" pitchFamily="49" charset="-122"/>
            </a:endParaRPr>
          </a:p>
        </p:txBody>
      </p:sp>
      <p:sp>
        <p:nvSpPr>
          <p:cNvPr id="6" name="Rectangle 2"/>
          <p:cNvSpPr>
            <a:spLocks noGrp="1" noChangeArrowheads="1"/>
          </p:cNvSpPr>
          <p:nvPr>
            <p:ph type="title"/>
          </p:nvPr>
        </p:nvSpPr>
        <p:spPr>
          <a:xfrm>
            <a:off x="107504" y="404664"/>
            <a:ext cx="8858250" cy="769937"/>
          </a:xfrm>
          <a:effectLst/>
        </p:spPr>
        <p:txBody>
          <a:bodyPr anchor="ctr"/>
          <a:lstStyle/>
          <a:p>
            <a:pPr eaLnBrk="1" hangingPunct="1"/>
            <a:r>
              <a:rPr lang="en-US" altLang="zh-CN" sz="4000" b="1" dirty="0" smtClean="0">
                <a:solidFill>
                  <a:srgbClr val="0000FF"/>
                </a:solidFill>
                <a:latin typeface="黑体" pitchFamily="49" charset="-122"/>
                <a:ea typeface="黑体" pitchFamily="49" charset="-122"/>
              </a:rPr>
              <a:t>8.9</a:t>
            </a:r>
            <a:r>
              <a:rPr lang="zh-CN" altLang="zh-CN" sz="4000" b="1" dirty="0" smtClean="0">
                <a:solidFill>
                  <a:srgbClr val="0000FF"/>
                </a:solidFill>
                <a:latin typeface="黑体" pitchFamily="49" charset="-122"/>
                <a:ea typeface="黑体" pitchFamily="49" charset="-122"/>
              </a:rPr>
              <a:t>有关指针的小结</a:t>
            </a:r>
            <a:endParaRPr lang="zh-CN" altLang="en-US" sz="4000" b="1" dirty="0" smtClean="0">
              <a:solidFill>
                <a:srgbClr val="0000FF"/>
              </a:solidFill>
              <a:latin typeface="黑体" pitchFamily="49" charset="-122"/>
              <a:ea typeface="黑体" pitchFamily="49" charset="-122"/>
            </a:endParaRPr>
          </a:p>
        </p:txBody>
      </p:sp>
    </p:spTree>
    <p:extLst>
      <p:ext uri="{BB962C8B-B14F-4D97-AF65-F5344CB8AC3E}">
        <p14:creationId xmlns:p14="http://schemas.microsoft.com/office/powerpoint/2010/main" val="2723486034"/>
      </p:ext>
    </p:extLst>
  </p:cSld>
  <p:clrMapOvr>
    <a:masterClrMapping/>
  </p:clrMapOvr>
  <p:transition spd="med">
    <p:blinds/>
  </p:transition>
  <p:timing>
    <p:tnLst>
      <p:par>
        <p:cTn id="1" dur="indefinite" restart="never" nodeType="tmRoot"/>
      </p:par>
    </p:tnLst>
  </p:timing>
</p:sld>
</file>

<file path=ppt/slides/slide15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9139" name="Rectangle 3"/>
          <p:cNvSpPr>
            <a:spLocks noGrp="1" noChangeArrowheads="1"/>
          </p:cNvSpPr>
          <p:nvPr>
            <p:ph type="body" idx="1"/>
          </p:nvPr>
        </p:nvSpPr>
        <p:spPr>
          <a:xfrm>
            <a:off x="571500" y="1500188"/>
            <a:ext cx="8286750" cy="4643437"/>
          </a:xfrm>
        </p:spPr>
        <p:txBody>
          <a:bodyPr/>
          <a:lstStyle/>
          <a:p>
            <a:pPr marL="0" indent="0">
              <a:lnSpc>
                <a:spcPct val="150000"/>
              </a:lnSpc>
              <a:spcBef>
                <a:spcPts val="0"/>
              </a:spcBef>
              <a:buFont typeface="Wingdings" pitchFamily="2" charset="2"/>
              <a:buNone/>
            </a:pPr>
            <a:r>
              <a:rPr lang="en-US" altLang="zh-CN" sz="2800" dirty="0" smtClean="0">
                <a:latin typeface="黑体" pitchFamily="49" charset="-122"/>
                <a:ea typeface="黑体" pitchFamily="49" charset="-122"/>
              </a:rPr>
              <a:t>5.</a:t>
            </a:r>
            <a:r>
              <a:rPr lang="zh-CN" altLang="zh-CN" sz="2800" dirty="0" smtClean="0">
                <a:latin typeface="黑体" pitchFamily="49" charset="-122"/>
                <a:ea typeface="黑体" pitchFamily="49" charset="-122"/>
              </a:rPr>
              <a:t>指针运算</a:t>
            </a:r>
          </a:p>
          <a:p>
            <a:pPr marL="0" indent="0">
              <a:lnSpc>
                <a:spcPct val="150000"/>
              </a:lnSpc>
              <a:spcBef>
                <a:spcPts val="0"/>
              </a:spcBef>
              <a:buFont typeface="Wingdings" pitchFamily="2" charset="2"/>
              <a:buNone/>
            </a:pPr>
            <a:r>
              <a:rPr lang="en-US" altLang="zh-CN" sz="2800" dirty="0" smtClean="0">
                <a:latin typeface="黑体" pitchFamily="49" charset="-122"/>
                <a:ea typeface="黑体" pitchFamily="49" charset="-122"/>
              </a:rPr>
              <a:t>(4) </a:t>
            </a:r>
            <a:r>
              <a:rPr lang="zh-CN" altLang="zh-CN" sz="2800" dirty="0" smtClean="0">
                <a:latin typeface="黑体" pitchFamily="49" charset="-122"/>
                <a:ea typeface="黑体" pitchFamily="49" charset="-122"/>
              </a:rPr>
              <a:t>两个指针变量比较</a:t>
            </a:r>
          </a:p>
          <a:p>
            <a:pPr marL="0" indent="0">
              <a:lnSpc>
                <a:spcPct val="150000"/>
              </a:lnSpc>
              <a:spcBef>
                <a:spcPts val="0"/>
              </a:spcBef>
              <a:buFont typeface="Wingdings" pitchFamily="2" charset="2"/>
              <a:buChar char="Ø"/>
            </a:pPr>
            <a:r>
              <a:rPr lang="zh-CN" altLang="zh-CN" sz="2800" dirty="0" smtClean="0">
                <a:latin typeface="黑体" pitchFamily="49" charset="-122"/>
                <a:ea typeface="黑体" pitchFamily="49" charset="-122"/>
              </a:rPr>
              <a:t>若两个指针指向同一个数组的元素，则可以进行比较</a:t>
            </a:r>
            <a:r>
              <a:rPr lang="zh-CN" altLang="en-US" sz="2800" dirty="0" smtClean="0">
                <a:latin typeface="黑体" pitchFamily="49" charset="-122"/>
                <a:ea typeface="黑体" pitchFamily="49" charset="-122"/>
              </a:rPr>
              <a:t>。</a:t>
            </a:r>
            <a:endParaRPr lang="en-US" altLang="zh-CN" sz="2800" dirty="0" smtClean="0">
              <a:latin typeface="黑体" pitchFamily="49" charset="-122"/>
              <a:ea typeface="黑体" pitchFamily="49" charset="-122"/>
            </a:endParaRPr>
          </a:p>
          <a:p>
            <a:pPr marL="0" indent="0">
              <a:lnSpc>
                <a:spcPct val="150000"/>
              </a:lnSpc>
              <a:spcBef>
                <a:spcPts val="0"/>
              </a:spcBef>
              <a:buFont typeface="Wingdings" pitchFamily="2" charset="2"/>
              <a:buChar char="Ø"/>
            </a:pPr>
            <a:r>
              <a:rPr lang="zh-CN" altLang="zh-CN" sz="2800" dirty="0" smtClean="0">
                <a:latin typeface="黑体" pitchFamily="49" charset="-122"/>
                <a:ea typeface="黑体" pitchFamily="49" charset="-122"/>
              </a:rPr>
              <a:t>指向前面的元素的指针变量“小于”指向后面元素的指针变量</a:t>
            </a:r>
            <a:r>
              <a:rPr lang="zh-CN" altLang="en-US" sz="2800" dirty="0" smtClean="0">
                <a:latin typeface="黑体" pitchFamily="49" charset="-122"/>
                <a:ea typeface="黑体" pitchFamily="49" charset="-122"/>
              </a:rPr>
              <a:t>。</a:t>
            </a:r>
            <a:endParaRPr lang="en-US" altLang="zh-CN" sz="2800" dirty="0" smtClean="0">
              <a:latin typeface="黑体" pitchFamily="49" charset="-122"/>
              <a:ea typeface="黑体" pitchFamily="49" charset="-122"/>
            </a:endParaRPr>
          </a:p>
          <a:p>
            <a:pPr marL="0" indent="0">
              <a:lnSpc>
                <a:spcPct val="150000"/>
              </a:lnSpc>
              <a:spcBef>
                <a:spcPts val="0"/>
              </a:spcBef>
              <a:buFont typeface="Wingdings" pitchFamily="2" charset="2"/>
              <a:buChar char="Ø"/>
            </a:pPr>
            <a:r>
              <a:rPr lang="zh-CN" altLang="zh-CN" sz="2800" dirty="0" smtClean="0">
                <a:latin typeface="黑体" pitchFamily="49" charset="-122"/>
                <a:ea typeface="黑体" pitchFamily="49" charset="-122"/>
              </a:rPr>
              <a:t>如果</a:t>
            </a:r>
            <a:r>
              <a:rPr lang="en-US" altLang="zh-CN" sz="2800" dirty="0" smtClean="0">
                <a:latin typeface="黑体" pitchFamily="49" charset="-122"/>
                <a:ea typeface="黑体" pitchFamily="49" charset="-122"/>
              </a:rPr>
              <a:t>p1</a:t>
            </a:r>
            <a:r>
              <a:rPr lang="zh-CN" altLang="zh-CN" sz="2800" dirty="0" smtClean="0">
                <a:latin typeface="黑体" pitchFamily="49" charset="-122"/>
                <a:ea typeface="黑体" pitchFamily="49" charset="-122"/>
              </a:rPr>
              <a:t>和</a:t>
            </a:r>
            <a:r>
              <a:rPr lang="en-US" altLang="zh-CN" sz="2800" dirty="0" smtClean="0">
                <a:latin typeface="黑体" pitchFamily="49" charset="-122"/>
                <a:ea typeface="黑体" pitchFamily="49" charset="-122"/>
              </a:rPr>
              <a:t>p2</a:t>
            </a:r>
            <a:r>
              <a:rPr lang="zh-CN" altLang="zh-CN" sz="2800" dirty="0" smtClean="0">
                <a:latin typeface="黑体" pitchFamily="49" charset="-122"/>
                <a:ea typeface="黑体" pitchFamily="49" charset="-122"/>
              </a:rPr>
              <a:t>不指向同一数组则比较无意义</a:t>
            </a:r>
            <a:r>
              <a:rPr lang="zh-CN" altLang="en-US" sz="2800" dirty="0" smtClean="0">
                <a:latin typeface="黑体" pitchFamily="49" charset="-122"/>
                <a:ea typeface="黑体" pitchFamily="49" charset="-122"/>
              </a:rPr>
              <a:t>。</a:t>
            </a:r>
            <a:endParaRPr lang="en-US" altLang="zh-CN" sz="2800" dirty="0" smtClean="0">
              <a:latin typeface="黑体" pitchFamily="49" charset="-122"/>
              <a:ea typeface="黑体" pitchFamily="49" charset="-122"/>
            </a:endParaRPr>
          </a:p>
        </p:txBody>
      </p:sp>
      <p:sp>
        <p:nvSpPr>
          <p:cNvPr id="6" name="Rectangle 2"/>
          <p:cNvSpPr>
            <a:spLocks noGrp="1" noChangeArrowheads="1"/>
          </p:cNvSpPr>
          <p:nvPr>
            <p:ph type="title"/>
          </p:nvPr>
        </p:nvSpPr>
        <p:spPr>
          <a:xfrm>
            <a:off x="107504" y="404664"/>
            <a:ext cx="8858250" cy="769937"/>
          </a:xfrm>
          <a:effectLst/>
        </p:spPr>
        <p:txBody>
          <a:bodyPr anchor="ctr"/>
          <a:lstStyle/>
          <a:p>
            <a:pPr eaLnBrk="1" hangingPunct="1"/>
            <a:r>
              <a:rPr lang="en-US" altLang="zh-CN" sz="4000" b="1" dirty="0" smtClean="0">
                <a:solidFill>
                  <a:srgbClr val="0000FF"/>
                </a:solidFill>
                <a:latin typeface="黑体" pitchFamily="49" charset="-122"/>
                <a:ea typeface="黑体" pitchFamily="49" charset="-122"/>
              </a:rPr>
              <a:t>8.9</a:t>
            </a:r>
            <a:r>
              <a:rPr lang="zh-CN" altLang="zh-CN" sz="4000" b="1" dirty="0" smtClean="0">
                <a:solidFill>
                  <a:srgbClr val="0000FF"/>
                </a:solidFill>
                <a:latin typeface="黑体" pitchFamily="49" charset="-122"/>
                <a:ea typeface="黑体" pitchFamily="49" charset="-122"/>
              </a:rPr>
              <a:t>有关指针的小结</a:t>
            </a:r>
            <a:endParaRPr lang="zh-CN" altLang="en-US" sz="4000" b="1" dirty="0" smtClean="0">
              <a:solidFill>
                <a:srgbClr val="0000FF"/>
              </a:solidFill>
              <a:latin typeface="黑体" pitchFamily="49" charset="-122"/>
              <a:ea typeface="黑体" pitchFamily="49" charset="-122"/>
            </a:endParaRPr>
          </a:p>
        </p:txBody>
      </p:sp>
    </p:spTree>
    <p:extLst>
      <p:ext uri="{BB962C8B-B14F-4D97-AF65-F5344CB8AC3E}">
        <p14:creationId xmlns:p14="http://schemas.microsoft.com/office/powerpoint/2010/main" val="1527627374"/>
      </p:ext>
    </p:extLst>
  </p:cSld>
  <p:clrMapOvr>
    <a:masterClrMapping/>
  </p:clrMapOvr>
  <p:transition spd="med">
    <p:blinds/>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19139">
                                            <p:txEl>
                                              <p:pRg st="2" end="2"/>
                                            </p:txEl>
                                          </p:spTgt>
                                        </p:tgtEl>
                                        <p:attrNameLst>
                                          <p:attrName>style.visibility</p:attrName>
                                        </p:attrNameLst>
                                      </p:cBhvr>
                                      <p:to>
                                        <p:strVal val="visible"/>
                                      </p:to>
                                    </p:set>
                                    <p:animEffect transition="in" filter="blinds(horizontal)">
                                      <p:cBhvr>
                                        <p:cTn id="7" dur="500"/>
                                        <p:tgtEl>
                                          <p:spTgt spid="219139">
                                            <p:txEl>
                                              <p:pRg st="2" end="2"/>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219139">
                                            <p:txEl>
                                              <p:pRg st="3" end="3"/>
                                            </p:txEl>
                                          </p:spTgt>
                                        </p:tgtEl>
                                        <p:attrNameLst>
                                          <p:attrName>style.visibility</p:attrName>
                                        </p:attrNameLst>
                                      </p:cBhvr>
                                      <p:to>
                                        <p:strVal val="visible"/>
                                      </p:to>
                                    </p:set>
                                    <p:animEffect transition="in" filter="blinds(horizontal)">
                                      <p:cBhvr>
                                        <p:cTn id="12" dur="500"/>
                                        <p:tgtEl>
                                          <p:spTgt spid="219139">
                                            <p:txEl>
                                              <p:pRg st="3" end="3"/>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219139">
                                            <p:txEl>
                                              <p:pRg st="4" end="4"/>
                                            </p:txEl>
                                          </p:spTgt>
                                        </p:tgtEl>
                                        <p:attrNameLst>
                                          <p:attrName>style.visibility</p:attrName>
                                        </p:attrNameLst>
                                      </p:cBhvr>
                                      <p:to>
                                        <p:strVal val="visible"/>
                                      </p:to>
                                    </p:set>
                                    <p:animEffect transition="in" filter="blinds(horizontal)">
                                      <p:cBhvr>
                                        <p:cTn id="17" dur="500"/>
                                        <p:tgtEl>
                                          <p:spTgt spid="21913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0163" name="Rectangle 3"/>
          <p:cNvSpPr>
            <a:spLocks noGrp="1" noChangeArrowheads="1"/>
          </p:cNvSpPr>
          <p:nvPr>
            <p:ph type="body" idx="1"/>
          </p:nvPr>
        </p:nvSpPr>
        <p:spPr>
          <a:xfrm>
            <a:off x="571500" y="1500188"/>
            <a:ext cx="8286750" cy="3286125"/>
          </a:xfrm>
        </p:spPr>
        <p:txBody>
          <a:bodyPr/>
          <a:lstStyle/>
          <a:p>
            <a:pPr marL="0" indent="0">
              <a:lnSpc>
                <a:spcPct val="150000"/>
              </a:lnSpc>
              <a:spcBef>
                <a:spcPts val="0"/>
              </a:spcBef>
              <a:buFont typeface="Wingdings" pitchFamily="2" charset="2"/>
              <a:buNone/>
            </a:pPr>
            <a:r>
              <a:rPr lang="en-US" altLang="zh-CN" sz="2800" dirty="0" smtClean="0">
                <a:latin typeface="黑体" pitchFamily="49" charset="-122"/>
                <a:ea typeface="黑体" pitchFamily="49" charset="-122"/>
              </a:rPr>
              <a:t>5.</a:t>
            </a:r>
            <a:r>
              <a:rPr lang="zh-CN" altLang="zh-CN" sz="2800" dirty="0" smtClean="0">
                <a:latin typeface="黑体" pitchFamily="49" charset="-122"/>
                <a:ea typeface="黑体" pitchFamily="49" charset="-122"/>
              </a:rPr>
              <a:t>指针运算</a:t>
            </a:r>
          </a:p>
          <a:p>
            <a:pPr marL="0" indent="0">
              <a:lnSpc>
                <a:spcPct val="150000"/>
              </a:lnSpc>
              <a:spcBef>
                <a:spcPts val="0"/>
              </a:spcBef>
              <a:buFont typeface="Wingdings" pitchFamily="2" charset="2"/>
              <a:buNone/>
            </a:pPr>
            <a:r>
              <a:rPr lang="en-US" altLang="zh-CN" sz="2800" dirty="0" smtClean="0">
                <a:latin typeface="黑体" pitchFamily="49" charset="-122"/>
                <a:ea typeface="黑体" pitchFamily="49" charset="-122"/>
              </a:rPr>
              <a:t>(5)</a:t>
            </a:r>
            <a:r>
              <a:rPr lang="zh-CN" altLang="zh-CN" sz="2800" dirty="0" smtClean="0">
                <a:latin typeface="黑体" pitchFamily="49" charset="-122"/>
                <a:ea typeface="黑体" pitchFamily="49" charset="-122"/>
              </a:rPr>
              <a:t> 指针变量可以有空值，即该指针变量不指向任何变量，可以这样表示：</a:t>
            </a:r>
          </a:p>
          <a:p>
            <a:pPr marL="0" indent="0">
              <a:lnSpc>
                <a:spcPct val="150000"/>
              </a:lnSpc>
              <a:spcBef>
                <a:spcPts val="0"/>
              </a:spcBef>
              <a:buFont typeface="Wingdings" pitchFamily="2" charset="2"/>
              <a:buNone/>
            </a:pPr>
            <a:r>
              <a:rPr lang="en-US" altLang="zh-CN" sz="2800" dirty="0" smtClean="0">
                <a:latin typeface="黑体" pitchFamily="49" charset="-122"/>
                <a:ea typeface="黑体" pitchFamily="49" charset="-122"/>
              </a:rPr>
              <a:t>    p=NULL; </a:t>
            </a:r>
            <a:endParaRPr lang="zh-CN" altLang="zh-CN" sz="2800" dirty="0" smtClean="0">
              <a:latin typeface="黑体" pitchFamily="49" charset="-122"/>
              <a:ea typeface="黑体" pitchFamily="49" charset="-122"/>
            </a:endParaRPr>
          </a:p>
        </p:txBody>
      </p:sp>
      <p:sp>
        <p:nvSpPr>
          <p:cNvPr id="7" name="Rectangle 2"/>
          <p:cNvSpPr>
            <a:spLocks noGrp="1" noChangeArrowheads="1"/>
          </p:cNvSpPr>
          <p:nvPr>
            <p:ph type="title"/>
          </p:nvPr>
        </p:nvSpPr>
        <p:spPr>
          <a:xfrm>
            <a:off x="107504" y="404664"/>
            <a:ext cx="8858250" cy="769937"/>
          </a:xfrm>
          <a:effectLst/>
        </p:spPr>
        <p:txBody>
          <a:bodyPr anchor="ctr"/>
          <a:lstStyle/>
          <a:p>
            <a:pPr eaLnBrk="1" hangingPunct="1"/>
            <a:r>
              <a:rPr lang="en-US" altLang="zh-CN" sz="4000" b="1" dirty="0" smtClean="0">
                <a:solidFill>
                  <a:srgbClr val="0000FF"/>
                </a:solidFill>
                <a:latin typeface="黑体" pitchFamily="49" charset="-122"/>
                <a:ea typeface="黑体" pitchFamily="49" charset="-122"/>
              </a:rPr>
              <a:t>8.9</a:t>
            </a:r>
            <a:r>
              <a:rPr lang="zh-CN" altLang="zh-CN" sz="4000" b="1" dirty="0" smtClean="0">
                <a:solidFill>
                  <a:srgbClr val="0000FF"/>
                </a:solidFill>
                <a:latin typeface="黑体" pitchFamily="49" charset="-122"/>
                <a:ea typeface="黑体" pitchFamily="49" charset="-122"/>
              </a:rPr>
              <a:t>有关指针的小结</a:t>
            </a:r>
            <a:endParaRPr lang="zh-CN" altLang="en-US" sz="4000" b="1" dirty="0" smtClean="0">
              <a:solidFill>
                <a:srgbClr val="0000FF"/>
              </a:solidFill>
              <a:latin typeface="黑体" pitchFamily="49" charset="-122"/>
              <a:ea typeface="黑体" pitchFamily="49" charset="-122"/>
            </a:endParaRPr>
          </a:p>
        </p:txBody>
      </p:sp>
    </p:spTree>
    <p:extLst>
      <p:ext uri="{BB962C8B-B14F-4D97-AF65-F5344CB8AC3E}">
        <p14:creationId xmlns:p14="http://schemas.microsoft.com/office/powerpoint/2010/main" val="299305764"/>
      </p:ext>
    </p:extLst>
  </p:cSld>
  <p:clrMapOvr>
    <a:masterClrMapping/>
  </p:clrMapOvr>
  <p:transition spd="med">
    <p:blinds/>
  </p:transition>
  <p:timing>
    <p:tnLst>
      <p:par>
        <p:cTn id="1" dur="indefinite" restart="never" nodeType="tmRoot"/>
      </p:par>
    </p:tnLst>
  </p:timing>
</p:sld>
</file>

<file path=ppt/theme/theme1.xml><?xml version="1.0" encoding="utf-8"?>
<a:theme xmlns:a="http://schemas.openxmlformats.org/drawingml/2006/main" name="VB课件模版">
  <a:themeElements>
    <a:clrScheme name="VB课件模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VB课件模版">
      <a:majorFont>
        <a:latin typeface="Arial"/>
        <a:ea typeface="华文行楷"/>
        <a:cs typeface=""/>
      </a:majorFont>
      <a:minorFont>
        <a:latin typeface="Arial"/>
        <a:ea typeface="华文楷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VB课件模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VB课件模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VB课件模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VB课件模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VB课件模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VB课件模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VB课件模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VB课件模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VB课件模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VB课件模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VB课件模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VB课件模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17483</TotalTime>
  <Words>13154</Words>
  <Application>Microsoft Office PowerPoint</Application>
  <PresentationFormat>全屏显示(4:3)</PresentationFormat>
  <Paragraphs>1510</Paragraphs>
  <Slides>158</Slides>
  <Notes>0</Notes>
  <HiddenSlides>0</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1</vt:i4>
      </vt:variant>
      <vt:variant>
        <vt:lpstr>幻灯片标题</vt:lpstr>
      </vt:variant>
      <vt:variant>
        <vt:i4>158</vt:i4>
      </vt:variant>
    </vt:vector>
  </HeadingPairs>
  <TitlesOfParts>
    <vt:vector size="171" baseType="lpstr">
      <vt:lpstr>黑体</vt:lpstr>
      <vt:lpstr>华文楷体</vt:lpstr>
      <vt:lpstr>华文行楷</vt:lpstr>
      <vt:lpstr>宋体</vt:lpstr>
      <vt:lpstr>微软雅黑</vt:lpstr>
      <vt:lpstr>幼圆</vt:lpstr>
      <vt:lpstr>Arial</vt:lpstr>
      <vt:lpstr>Times New Roman</vt:lpstr>
      <vt:lpstr>Verdana</vt:lpstr>
      <vt:lpstr>Wingdings</vt:lpstr>
      <vt:lpstr>Wingdings 2</vt:lpstr>
      <vt:lpstr>VB课件模版</vt:lpstr>
      <vt:lpstr>Image</vt:lpstr>
      <vt:lpstr>PowerPoint 演示文稿</vt:lpstr>
      <vt:lpstr>PowerPoint 演示文稿</vt:lpstr>
      <vt:lpstr>C程序设计中使用指针可以: </vt:lpstr>
      <vt:lpstr>8.1 指针是什么</vt:lpstr>
      <vt:lpstr>8.1 指针是什么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8.2 指针变量</vt:lpstr>
      <vt:lpstr>8.2.1使用指针变量的例子</vt:lpstr>
      <vt:lpstr>PowerPoint 演示文稿</vt:lpstr>
      <vt:lpstr>PowerPoint 演示文稿</vt:lpstr>
      <vt:lpstr>8.2.2 怎样定义指针变量</vt:lpstr>
      <vt:lpstr>8.2.2 怎样定义指针变量</vt:lpstr>
      <vt:lpstr>8.2.3 怎样引用指针变量</vt:lpstr>
      <vt:lpstr>8.2.3 怎样引用指针变量</vt:lpstr>
      <vt:lpstr>PowerPoint 演示文稿</vt:lpstr>
      <vt:lpstr>PowerPoint 演示文稿</vt:lpstr>
      <vt:lpstr>PowerPoint 演示文稿</vt:lpstr>
      <vt:lpstr>PowerPoint 演示文稿</vt:lpstr>
      <vt:lpstr>PowerPoint 演示文稿</vt:lpstr>
      <vt:lpstr>PowerPoint 演示文稿</vt:lpstr>
      <vt:lpstr>8.2.4 指针变量作为函数参数</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8.3通过指针引用数组</vt:lpstr>
      <vt:lpstr>8.3.1  数组元素的指针</vt:lpstr>
      <vt:lpstr>PowerPoint 演示文稿</vt:lpstr>
      <vt:lpstr>PowerPoint 演示文稿</vt:lpstr>
      <vt:lpstr>8.3.2 在引用数组元素时指针的运算</vt:lpstr>
      <vt:lpstr>PowerPoint 演示文稿</vt:lpstr>
      <vt:lpstr>PowerPoint 演示文稿</vt:lpstr>
      <vt:lpstr>PowerPoint 演示文稿</vt:lpstr>
      <vt:lpstr>PowerPoint 演示文稿</vt:lpstr>
      <vt:lpstr>PowerPoint 演示文稿</vt:lpstr>
      <vt:lpstr>8.3.3 通过指针引用数组元素</vt:lpstr>
      <vt:lpstr>8.3.3 通过指针引用数组元素</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8.3.4 用数组名作函数参数</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8.4 通过指针引用字符串</vt:lpstr>
      <vt:lpstr>8.4.1 字符串的引用方式</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8.4.2 字符指针作函数参数</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8.4.3使用字符指针变量和字符数组的比较</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8.4.3 对使用字符指针变量和 字符数组的讨论</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8.8 动态内存分配与指向它的指针变量</vt:lpstr>
      <vt:lpstr>8.8.1 什么是内存的动态分配</vt:lpstr>
      <vt:lpstr>8.8.2 怎样建立内存的动态分配</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8.8.3 void指针类型</vt:lpstr>
      <vt:lpstr>PowerPoint 演示文稿</vt:lpstr>
      <vt:lpstr>PowerPoint 演示文稿</vt:lpstr>
      <vt:lpstr>8.9有关指针的小结</vt:lpstr>
      <vt:lpstr>8.9有关指针的小结</vt:lpstr>
      <vt:lpstr>8.9有关指针的小结</vt:lpstr>
      <vt:lpstr>8.9有关指针的小结</vt:lpstr>
      <vt:lpstr>8.9有关指针的小结</vt:lpstr>
      <vt:lpstr>8.9有关指针的小结</vt:lpstr>
      <vt:lpstr>8.9有关指针的小结</vt:lpstr>
      <vt:lpstr>8.9有关指针的小结</vt:lpstr>
      <vt:lpstr>8.9有关指针的小结</vt:lpstr>
      <vt:lpstr>8.9有关指针的小结</vt:lpstr>
      <vt:lpstr>8.9有关指针的小结</vt:lpstr>
    </vt:vector>
  </TitlesOfParts>
  <Company>Microsoft</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C语言程序设计</dc:title>
  <dc:creator>hxd</dc:creator>
  <cp:lastModifiedBy>mi</cp:lastModifiedBy>
  <cp:revision>1740</cp:revision>
  <dcterms:created xsi:type="dcterms:W3CDTF">2010-02-23T13:08:17Z</dcterms:created>
  <dcterms:modified xsi:type="dcterms:W3CDTF">2022-04-28T00:20:40Z</dcterms:modified>
</cp:coreProperties>
</file>